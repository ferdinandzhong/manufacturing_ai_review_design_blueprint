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70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91" r:id="rId64"/>
    <p:sldId id="292" r:id="rId65"/>
    <p:sldId id="293" r:id="rId66"/>
    <p:sldId id="294" r:id="rId67"/>
    <p:sldId id="295" r:id="rId68"/>
    <p:sldId id="296" r:id="rId69"/>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Lst>
  <p:sldSz cy="5143500" cx="9144000"/>
  <p:notesSz cx="6858000" cy="9144000"/>
  <p:embeddedFontLst>
    <p:embeddedFont>
      <p:font typeface="Roboto"/>
      <p:regular r:id="rId42"/>
      <p:bold r:id="rId43"/>
      <p:italic r:id="rId44"/>
      <p:boldItalic r:id="rId45"/>
    </p:embeddedFont>
    <p:embeddedFont>
      <p:font typeface="Plus Jakarta Sans"/>
      <p:regular r:id="rId46"/>
      <p:bold r:id="rId47"/>
      <p:italic r:id="rId48"/>
      <p:boldItalic r:id="rId49"/>
    </p:embeddedFont>
    <p:embeddedFont>
      <p:font typeface="Plus Jakarta Sans SemiBold"/>
      <p:regular r:id="rId50"/>
      <p:bold r:id="rId51"/>
      <p:italic r:id="rId52"/>
      <p:boldItalic r:id="rId53"/>
    </p:embeddedFont>
    <p:embeddedFont>
      <p:font typeface="Plus Jakarta Sans Medium"/>
      <p:regular r:id="rId54"/>
      <p:bold r:id="rId55"/>
      <p:italic r:id="rId56"/>
      <p:boldItalic r:id="rId57"/>
    </p:embeddedFont>
    <p:embeddedFont>
      <p:font typeface="Plus Jakarta Sans Light"/>
      <p:regular r:id="rId58"/>
      <p:bold r:id="rId59"/>
      <p:italic r:id="rId60"/>
      <p:boldItalic r:id="rId61"/>
    </p:embeddedFont>
    <p:embeddedFont>
      <p:font typeface="Ole"/>
      <p:regular r:id="rId6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pos="2880">
          <p15:clr>
            <a:srgbClr val="A4A3A4"/>
          </p15:clr>
        </p15:guide>
        <p15:guide id="2" orient="horz" pos="483">
          <p15:clr>
            <a:srgbClr val="A4A3A4"/>
          </p15:clr>
        </p15:guide>
      </p15:sldGuideLst>
    </p:ext>
    <p:ext uri="GoogleSlidesCustomDataVersion2">
      <go:slidesCustomData xmlns:go="http://customooxmlschemas.google.com/" r:id="rId63" roundtripDataSignature="AMtx7mjayHJkrUCCpXmuAVrU3Uer2QLM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p:guide pos="483" orient="horz"/>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font" Target="fonts/Roboto-regular.fntdata"/><Relationship Id="rId43" Type="http://schemas.openxmlformats.org/officeDocument/2006/relationships/font" Target="fonts/Roboto-bold.fntdata"/><Relationship Id="rId44" Type="http://schemas.openxmlformats.org/officeDocument/2006/relationships/font" Target="fonts/Roboto-italic.fntdata"/><Relationship Id="rId45" Type="http://schemas.openxmlformats.org/officeDocument/2006/relationships/font" Target="fonts/Roboto-boldItalic.fntdata"/><Relationship Id="rId46" Type="http://schemas.openxmlformats.org/officeDocument/2006/relationships/font" Target="fonts/PlusJakartaSans-regular.fntdata"/><Relationship Id="rId47" Type="http://schemas.openxmlformats.org/officeDocument/2006/relationships/font" Target="fonts/PlusJakartaSans-bold.fntdata"/><Relationship Id="rId48" Type="http://schemas.openxmlformats.org/officeDocument/2006/relationships/font" Target="fonts/PlusJakartaSans-italic.fntdata"/><Relationship Id="rId49" Type="http://schemas.openxmlformats.org/officeDocument/2006/relationships/font" Target="fonts/PlusJakartaSans-boldItalic.fntdata"/><Relationship Id="rId50" Type="http://schemas.openxmlformats.org/officeDocument/2006/relationships/font" Target="fonts/PlusJakartaSansSemiBold-regular.fntdata"/><Relationship Id="rId51" Type="http://schemas.openxmlformats.org/officeDocument/2006/relationships/font" Target="fonts/PlusJakartaSansSemiBold-bold.fntdata"/><Relationship Id="rId52" Type="http://schemas.openxmlformats.org/officeDocument/2006/relationships/font" Target="fonts/PlusJakartaSansSemiBold-italic.fntdata"/><Relationship Id="rId53" Type="http://schemas.openxmlformats.org/officeDocument/2006/relationships/font" Target="fonts/PlusJakartaSansSemiBold-boldItalic.fntdata"/><Relationship Id="rId54" Type="http://schemas.openxmlformats.org/officeDocument/2006/relationships/font" Target="fonts/PlusJakartaSansMedium-regular.fntdata"/><Relationship Id="rId55" Type="http://schemas.openxmlformats.org/officeDocument/2006/relationships/font" Target="fonts/PlusJakartaSansMedium-bold.fntdata"/><Relationship Id="rId56" Type="http://schemas.openxmlformats.org/officeDocument/2006/relationships/font" Target="fonts/PlusJakartaSansMedium-italic.fntdata"/><Relationship Id="rId57" Type="http://schemas.openxmlformats.org/officeDocument/2006/relationships/font" Target="fonts/PlusJakartaSansMedium-boldItalic.fntdata"/><Relationship Id="rId58" Type="http://schemas.openxmlformats.org/officeDocument/2006/relationships/font" Target="fonts/PlusJakartaSansLight-regular.fntdata"/><Relationship Id="rId59" Type="http://schemas.openxmlformats.org/officeDocument/2006/relationships/font" Target="fonts/PlusJakartaSansLight-bold.fntdata"/><Relationship Id="rId60" Type="http://schemas.openxmlformats.org/officeDocument/2006/relationships/font" Target="fonts/PlusJakartaSansLight-italic.fntdata"/><Relationship Id="rId61" Type="http://schemas.openxmlformats.org/officeDocument/2006/relationships/font" Target="fonts/PlusJakartaSansLight-boldItalic.fntdata"/><Relationship Id="rId62" Type="http://schemas.openxmlformats.org/officeDocument/2006/relationships/font" Target="fonts/Ole-regular.fntdata"/><Relationship Id="rId63" Type="http://customschemas.google.com/relationships/presentationmetadata" Target="metadata"/><Relationship Id="rId64" Type="http://schemas.openxmlformats.org/officeDocument/2006/relationships/slide" Target="slides/slide36.xml"/><Relationship Id="rId65" Type="http://schemas.openxmlformats.org/officeDocument/2006/relationships/slide" Target="slides/slide37.xml"/><Relationship Id="rId66" Type="http://schemas.openxmlformats.org/officeDocument/2006/relationships/slide" Target="slides/slide38.xml"/><Relationship Id="rId67" Type="http://schemas.openxmlformats.org/officeDocument/2006/relationships/slide" Target="slides/slide39.xml"/><Relationship Id="rId68" Type="http://schemas.openxmlformats.org/officeDocument/2006/relationships/slide" Target="slides/slide40.xml"/><Relationship Id="rId69"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Roboto"/>
                <a:ea typeface="Roboto"/>
                <a:cs typeface="Roboto"/>
                <a:sym typeface="Roboto"/>
              </a:defRPr>
            </a:lvl1pPr>
            <a:lvl2pPr indent="-228600" lvl="1" marL="9144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Roboto"/>
                <a:ea typeface="Roboto"/>
                <a:cs typeface="Roboto"/>
                <a:sym typeface="Roboto"/>
              </a:defRPr>
            </a:lvl2pPr>
            <a:lvl3pPr indent="-228600" lvl="2" marL="13716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Roboto"/>
                <a:ea typeface="Roboto"/>
                <a:cs typeface="Roboto"/>
                <a:sym typeface="Roboto"/>
              </a:defRPr>
            </a:lvl3pPr>
            <a:lvl4pPr indent="-228600" lvl="3" marL="18288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Roboto"/>
                <a:ea typeface="Roboto"/>
                <a:cs typeface="Roboto"/>
                <a:sym typeface="Roboto"/>
              </a:defRPr>
            </a:lvl4pPr>
            <a:lvl5pPr indent="-228600" lvl="4" marL="22860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Roboto"/>
                <a:ea typeface="Roboto"/>
                <a:cs typeface="Roboto"/>
                <a:sym typeface="Roboto"/>
              </a:defRPr>
            </a:lvl5pPr>
            <a:lvl6pPr indent="-228600" lvl="5" marL="27432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9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013"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Roboto"/>
                <a:ea typeface="Roboto"/>
                <a:cs typeface="Roboto"/>
                <a:sym typeface="Roboto"/>
              </a:rPr>
              <a:t>‹#›</a:t>
            </a:fld>
            <a:endParaRPr b="0" i="0" sz="1200" u="none" cap="none" strike="noStrike">
              <a:solidFill>
                <a:schemeClr val="dk1"/>
              </a:solidFill>
              <a:latin typeface="Roboto"/>
              <a:ea typeface="Roboto"/>
              <a:cs typeface="Roboto"/>
              <a:sym typeface="Roboto"/>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7" name="Shape 747"/>
        <p:cNvGrpSpPr/>
        <p:nvPr/>
      </p:nvGrpSpPr>
      <p:grpSpPr>
        <a:xfrm>
          <a:off x="0" y="0"/>
          <a:ext cx="0" cy="0"/>
          <a:chOff x="0" y="0"/>
          <a:chExt cx="0" cy="0"/>
        </a:xfrm>
      </p:grpSpPr>
      <p:sp>
        <p:nvSpPr>
          <p:cNvPr id="748" name="Google Shape;748;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Plus Jakarta Sans"/>
              <a:ea typeface="Plus Jakarta Sans"/>
              <a:cs typeface="Plus Jakarta Sans"/>
              <a:sym typeface="Plus Jakarta Sans"/>
            </a:endParaRPr>
          </a:p>
        </p:txBody>
      </p:sp>
      <p:sp>
        <p:nvSpPr>
          <p:cNvPr id="749" name="Google Shape;749;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4" name="Shape 754"/>
        <p:cNvGrpSpPr/>
        <p:nvPr/>
      </p:nvGrpSpPr>
      <p:grpSpPr>
        <a:xfrm>
          <a:off x="0" y="0"/>
          <a:ext cx="0" cy="0"/>
          <a:chOff x="0" y="0"/>
          <a:chExt cx="0" cy="0"/>
        </a:xfrm>
      </p:grpSpPr>
      <p:sp>
        <p:nvSpPr>
          <p:cNvPr id="755" name="Google Shape;755;g3f9b3f86724_0_96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56" name="Google Shape;756;g3f9b3f86724_0_96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57" name="Google Shape;757;g3f9b3f86724_0_96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62" name="Google Shape;762;p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050">
                <a:solidFill>
                  <a:srgbClr val="141414"/>
                </a:solidFill>
                <a:latin typeface="Arial"/>
                <a:ea typeface="Arial"/>
                <a:cs typeface="Arial"/>
                <a:sym typeface="Arial"/>
              </a:rPr>
              <a:t>If you zoom out, the last four years tell a very clean story — a story of increasing autonomy. In 2023, it was all about foundations: standing up your first LLM, getting a cluster running, basic integration. In 2024, we expanded — RAG went mainstream, models became multimodal, and we saw the first real agents. In 2025, complexity arrived: reasoning agents, deep integration into data and APIs, fine-tuning at scale. And now, in 2026, we're in the autonomy phase — self-correcting loops, MCP and 'computer use,' and a new discipline called context and harness engineering. The key insight: every single year, we've handed the system more autonomy. 2026 is the tipping point where the agent stops being a helper and starts being an operator.</a:t>
            </a:r>
            <a:endParaRPr/>
          </a:p>
        </p:txBody>
      </p:sp>
      <p:sp>
        <p:nvSpPr>
          <p:cNvPr id="763" name="Google Shape;763;p2: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6" name="Shape 786"/>
        <p:cNvGrpSpPr/>
        <p:nvPr/>
      </p:nvGrpSpPr>
      <p:grpSpPr>
        <a:xfrm>
          <a:off x="0" y="0"/>
          <a:ext cx="0" cy="0"/>
          <a:chOff x="0" y="0"/>
          <a:chExt cx="0" cy="0"/>
        </a:xfrm>
      </p:grpSpPr>
      <p:sp>
        <p:nvSpPr>
          <p:cNvPr id="787" name="Google Shape;787;p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88" name="Google Shape;78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5" name="Shape 805"/>
        <p:cNvGrpSpPr/>
        <p:nvPr/>
      </p:nvGrpSpPr>
      <p:grpSpPr>
        <a:xfrm>
          <a:off x="0" y="0"/>
          <a:ext cx="0" cy="0"/>
          <a:chOff x="0" y="0"/>
          <a:chExt cx="0" cy="0"/>
        </a:xfrm>
      </p:grpSpPr>
      <p:sp>
        <p:nvSpPr>
          <p:cNvPr id="806" name="Google Shape;80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07" name="Google Shape;80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6" name="Shape 836"/>
        <p:cNvGrpSpPr/>
        <p:nvPr/>
      </p:nvGrpSpPr>
      <p:grpSpPr>
        <a:xfrm>
          <a:off x="0" y="0"/>
          <a:ext cx="0" cy="0"/>
          <a:chOff x="0" y="0"/>
          <a:chExt cx="0" cy="0"/>
        </a:xfrm>
      </p:grpSpPr>
      <p:sp>
        <p:nvSpPr>
          <p:cNvPr id="837" name="Google Shape;837;p16: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38" name="Google Shape;838;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g3f9b3f86724_0_0: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52" name="Google Shape;852;g3f9b3f86724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2" name="Shape 872"/>
        <p:cNvGrpSpPr/>
        <p:nvPr/>
      </p:nvGrpSpPr>
      <p:grpSpPr>
        <a:xfrm>
          <a:off x="0" y="0"/>
          <a:ext cx="0" cy="0"/>
          <a:chOff x="0" y="0"/>
          <a:chExt cx="0" cy="0"/>
        </a:xfrm>
      </p:grpSpPr>
      <p:sp>
        <p:nvSpPr>
          <p:cNvPr id="873" name="Google Shape;873;g3f9b3f86724_0_21: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74" name="Google Shape;874;g3f9b3f86724_0_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1" name="Shape 891"/>
        <p:cNvGrpSpPr/>
        <p:nvPr/>
      </p:nvGrpSpPr>
      <p:grpSpPr>
        <a:xfrm>
          <a:off x="0" y="0"/>
          <a:ext cx="0" cy="0"/>
          <a:chOff x="0" y="0"/>
          <a:chExt cx="0" cy="0"/>
        </a:xfrm>
      </p:grpSpPr>
      <p:sp>
        <p:nvSpPr>
          <p:cNvPr id="892" name="Google Shape;892;g3f9b3f86724_0_42: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893" name="Google Shape;893;g3f9b3f86724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4" name="Shape 914"/>
        <p:cNvGrpSpPr/>
        <p:nvPr/>
      </p:nvGrpSpPr>
      <p:grpSpPr>
        <a:xfrm>
          <a:off x="0" y="0"/>
          <a:ext cx="0" cy="0"/>
          <a:chOff x="0" y="0"/>
          <a:chExt cx="0" cy="0"/>
        </a:xfrm>
      </p:grpSpPr>
      <p:sp>
        <p:nvSpPr>
          <p:cNvPr id="915" name="Google Shape;915;g3f9b3f86724_0_6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16" name="Google Shape;916;g3f9b3f86724_0_6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3f9b3f86724_0_78: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30" name="Google Shape;930;g3f9b3f86724_0_7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1" name="Shape 951"/>
        <p:cNvGrpSpPr/>
        <p:nvPr/>
      </p:nvGrpSpPr>
      <p:grpSpPr>
        <a:xfrm>
          <a:off x="0" y="0"/>
          <a:ext cx="0" cy="0"/>
          <a:chOff x="0" y="0"/>
          <a:chExt cx="0" cy="0"/>
        </a:xfrm>
      </p:grpSpPr>
      <p:sp>
        <p:nvSpPr>
          <p:cNvPr id="952" name="Google Shape;952;g3f9b3f86724_0_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3" name="Google Shape;953;g3f9b3f86724_0_19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 sz="1200" u="none" cap="none" strike="noStrike">
                <a:solidFill>
                  <a:schemeClr val="dk1"/>
                </a:solidFill>
                <a:latin typeface="Ole"/>
                <a:ea typeface="Ole"/>
                <a:cs typeface="Ole"/>
                <a:sym typeface="Ole"/>
              </a:rPr>
              <a:t>Divider. Everything after this is optional; pick based on the request form's audience/industry.</a:t>
            </a:r>
            <a:endParaRPr/>
          </a:p>
        </p:txBody>
      </p:sp>
      <p:sp>
        <p:nvSpPr>
          <p:cNvPr id="954" name="Google Shape;954;g3f9b3f86724_0_195: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5" name="Shape 965"/>
        <p:cNvGrpSpPr/>
        <p:nvPr/>
      </p:nvGrpSpPr>
      <p:grpSpPr>
        <a:xfrm>
          <a:off x="0" y="0"/>
          <a:ext cx="0" cy="0"/>
          <a:chOff x="0" y="0"/>
          <a:chExt cx="0" cy="0"/>
        </a:xfrm>
      </p:grpSpPr>
      <p:sp>
        <p:nvSpPr>
          <p:cNvPr id="966" name="Google Shape;966;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67" name="Google Shape;96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1" name="Shape 991"/>
        <p:cNvGrpSpPr/>
        <p:nvPr/>
      </p:nvGrpSpPr>
      <p:grpSpPr>
        <a:xfrm>
          <a:off x="0" y="0"/>
          <a:ext cx="0" cy="0"/>
          <a:chOff x="0" y="0"/>
          <a:chExt cx="0" cy="0"/>
        </a:xfrm>
      </p:grpSpPr>
      <p:sp>
        <p:nvSpPr>
          <p:cNvPr id="992" name="Google Shape;992;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93" name="Google Shape;993;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1" name="Shape 1021"/>
        <p:cNvGrpSpPr/>
        <p:nvPr/>
      </p:nvGrpSpPr>
      <p:grpSpPr>
        <a:xfrm>
          <a:off x="0" y="0"/>
          <a:ext cx="0" cy="0"/>
          <a:chOff x="0" y="0"/>
          <a:chExt cx="0" cy="0"/>
        </a:xfrm>
      </p:grpSpPr>
      <p:sp>
        <p:nvSpPr>
          <p:cNvPr id="1022" name="Google Shape;1022;g3f9b3f86724_0_10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3" name="Google Shape;1023;g3f9b3f86724_0_10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4" name="Shape 1114"/>
        <p:cNvGrpSpPr/>
        <p:nvPr/>
      </p:nvGrpSpPr>
      <p:grpSpPr>
        <a:xfrm>
          <a:off x="0" y="0"/>
          <a:ext cx="0" cy="0"/>
          <a:chOff x="0" y="0"/>
          <a:chExt cx="0" cy="0"/>
        </a:xfrm>
      </p:grpSpPr>
      <p:sp>
        <p:nvSpPr>
          <p:cNvPr id="1115" name="Google Shape;1115;g3f9b3f86724_0_57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16" name="Google Shape;1116;g3f9b3f86724_0_579: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17" name="Google Shape;1117;g3f9b3f86724_0_579: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0" name="Shape 1120"/>
        <p:cNvGrpSpPr/>
        <p:nvPr/>
      </p:nvGrpSpPr>
      <p:grpSpPr>
        <a:xfrm>
          <a:off x="0" y="0"/>
          <a:ext cx="0" cy="0"/>
          <a:chOff x="0" y="0"/>
          <a:chExt cx="0" cy="0"/>
        </a:xfrm>
      </p:grpSpPr>
      <p:sp>
        <p:nvSpPr>
          <p:cNvPr id="1121" name="Google Shape;1121;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2" name="Google Shape;112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sz="10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3f723343625_0_4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Plus Jakarta Sans"/>
              <a:ea typeface="Plus Jakarta Sans"/>
              <a:cs typeface="Plus Jakarta Sans"/>
              <a:sym typeface="Plus Jakarta Sans"/>
            </a:endParaRPr>
          </a:p>
        </p:txBody>
      </p:sp>
      <p:sp>
        <p:nvSpPr>
          <p:cNvPr id="1129" name="Google Shape;1129;g3f723343625_0_4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8" name="Shape 1188"/>
        <p:cNvGrpSpPr/>
        <p:nvPr/>
      </p:nvGrpSpPr>
      <p:grpSpPr>
        <a:xfrm>
          <a:off x="0" y="0"/>
          <a:ext cx="0" cy="0"/>
          <a:chOff x="0" y="0"/>
          <a:chExt cx="0" cy="0"/>
        </a:xfrm>
      </p:grpSpPr>
      <p:sp>
        <p:nvSpPr>
          <p:cNvPr id="1189" name="Google Shape;1189;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90" name="Google Shape;1190;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050">
                <a:solidFill>
                  <a:srgbClr val="141414"/>
                </a:solidFill>
                <a:latin typeface="Arial"/>
                <a:ea typeface="Arial"/>
                <a:cs typeface="Arial"/>
                <a:sym typeface="Arial"/>
              </a:rPr>
              <a:t>Production AI has to ship like software, not like a science project. This is our recommended flow, with environment segmentation. Your ML engineers and data scientists commit to a repository; a CI/CD orchestrator — GitHub Actions, GitLab, or Jenkins — picks it up; there's a human sign-off gate; and a GitOps trigger promotes it into the production environment on your CAI instances, with monitoring on the other side. Dev and prod stay cleanly separated. This is how you move from notebook experiments to something auditable and repeatable.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6" name="Shape 1216"/>
        <p:cNvGrpSpPr/>
        <p:nvPr/>
      </p:nvGrpSpPr>
      <p:grpSpPr>
        <a:xfrm>
          <a:off x="0" y="0"/>
          <a:ext cx="0" cy="0"/>
          <a:chOff x="0" y="0"/>
          <a:chExt cx="0" cy="0"/>
        </a:xfrm>
      </p:grpSpPr>
      <p:sp>
        <p:nvSpPr>
          <p:cNvPr id="1217" name="Google Shape;1217;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050">
                <a:solidFill>
                  <a:srgbClr val="141414"/>
                </a:solidFill>
                <a:latin typeface="Arial"/>
                <a:ea typeface="Arial"/>
                <a:cs typeface="Arial"/>
                <a:sym typeface="Arial"/>
              </a:rPr>
              <a:t>And this is where it stops being theory. Everything I just described — the harness — Cloudera has productized as Agent Studio. It's a flexible low-code-to-high-code platform to build agents, tools, and multi-agent workflows through a UI. You get an agentic workflow builder with AI-assisted authoring; a Tools Catalog of built-in, custom Python, and MCP tools that are reusable across workflows; multi-LLM support — CAII, Azure OpenAI, Gemini, Anthropic, any OpenAI-compatible endpoint; a test-and-debug panel with logs and playback; one-click deployment as an API endpoint with an auto-generated UI; built-in observability via Phoenix; and configurable guardrails. In other words, the harness, ready to use.</a:t>
            </a:r>
            <a:endParaRPr>
              <a:latin typeface="Plus Jakarta Sans"/>
              <a:ea typeface="Plus Jakarta Sans"/>
              <a:cs typeface="Plus Jakarta Sans"/>
              <a:sym typeface="Plus Jakarta Sans"/>
            </a:endParaRPr>
          </a:p>
        </p:txBody>
      </p:sp>
      <p:sp>
        <p:nvSpPr>
          <p:cNvPr id="1218" name="Google Shape;121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6" name="Shape 1256"/>
        <p:cNvGrpSpPr/>
        <p:nvPr/>
      </p:nvGrpSpPr>
      <p:grpSpPr>
        <a:xfrm>
          <a:off x="0" y="0"/>
          <a:ext cx="0" cy="0"/>
          <a:chOff x="0" y="0"/>
          <a:chExt cx="0" cy="0"/>
        </a:xfrm>
      </p:grpSpPr>
      <p:sp>
        <p:nvSpPr>
          <p:cNvPr id="1257" name="Google Shape;1257;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258" name="Google Shape;1258;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6" name="Shape 1296"/>
        <p:cNvGrpSpPr/>
        <p:nvPr/>
      </p:nvGrpSpPr>
      <p:grpSpPr>
        <a:xfrm>
          <a:off x="0" y="0"/>
          <a:ext cx="0" cy="0"/>
          <a:chOff x="0" y="0"/>
          <a:chExt cx="0" cy="0"/>
        </a:xfrm>
      </p:grpSpPr>
      <p:sp>
        <p:nvSpPr>
          <p:cNvPr id="1297" name="Google Shape;1297;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98" name="Google Shape;1298;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050">
                <a:solidFill>
                  <a:srgbClr val="141414"/>
                </a:solidFill>
                <a:latin typeface="Arial"/>
                <a:ea typeface="Arial"/>
                <a:cs typeface="Arial"/>
                <a:sym typeface="Arial"/>
              </a:rPr>
              <a:t>'ll be blunt here, because it's a strong opinion I hold: for production, evaluation matters even more than prompt engineering. Anyone can make a demo look good once. The question is whether it holds up across thousands of real inputs — and you only know that if you measure it. We've built an evaluation platform for both models and agentic workflows — the link's on the slide — that gives you a repeatable eval pipeline. If you take one operational habit away today, make it this: eval before you trust.</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0" name="Shape 1330"/>
        <p:cNvGrpSpPr/>
        <p:nvPr/>
      </p:nvGrpSpPr>
      <p:grpSpPr>
        <a:xfrm>
          <a:off x="0" y="0"/>
          <a:ext cx="0" cy="0"/>
          <a:chOff x="0" y="0"/>
          <a:chExt cx="0" cy="0"/>
        </a:xfrm>
      </p:grpSpPr>
      <p:sp>
        <p:nvSpPr>
          <p:cNvPr id="1331" name="Google Shape;133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32" name="Google Shape;1332;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0" name="Shape 1350"/>
        <p:cNvGrpSpPr/>
        <p:nvPr/>
      </p:nvGrpSpPr>
      <p:grpSpPr>
        <a:xfrm>
          <a:off x="0" y="0"/>
          <a:ext cx="0" cy="0"/>
          <a:chOff x="0" y="0"/>
          <a:chExt cx="0" cy="0"/>
        </a:xfrm>
      </p:grpSpPr>
      <p:sp>
        <p:nvSpPr>
          <p:cNvPr id="1351" name="Google Shape;1351;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sz="1050">
                <a:solidFill>
                  <a:srgbClr val="141414"/>
                </a:solidFill>
                <a:latin typeface="Arial"/>
                <a:ea typeface="Arial"/>
                <a:cs typeface="Arial"/>
                <a:sym typeface="Arial"/>
              </a:rPr>
              <a:t>Autonomy without control is a liability — I said it earlier, and here's how we handle it, in three layers. One, built-in guardrails: a centralized, platform-native app based on llm-guard that screens prompts and responses for PII, toxicity, jailbreak attempts, and policy violations — both before and after the model. Two, for advanced needs, we integrate with Galileo.AI as a partner — metrics-based guardrails, tracing, and quality scoring on every run. Three, custom guardrails: any safety check can be packaged as a tool and dropped into Agent Studio — like our jailbreak guard using regex, Llama Guard 3, and domain policy — so you can extend or swap protections without touching the workflow. The formula: input guardrails, output filtering, observability, and human oversight together.</a:t>
            </a:r>
            <a:endParaRPr/>
          </a:p>
        </p:txBody>
      </p:sp>
      <p:sp>
        <p:nvSpPr>
          <p:cNvPr id="1352" name="Google Shape;135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8" name="Shape 1378"/>
        <p:cNvGrpSpPr/>
        <p:nvPr/>
      </p:nvGrpSpPr>
      <p:grpSpPr>
        <a:xfrm>
          <a:off x="0" y="0"/>
          <a:ext cx="0" cy="0"/>
          <a:chOff x="0" y="0"/>
          <a:chExt cx="0" cy="0"/>
        </a:xfrm>
      </p:grpSpPr>
      <p:sp>
        <p:nvSpPr>
          <p:cNvPr id="1379" name="Google Shape;1379;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80" name="Google Shape;1380;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6" name="Shape 1416"/>
        <p:cNvGrpSpPr/>
        <p:nvPr/>
      </p:nvGrpSpPr>
      <p:grpSpPr>
        <a:xfrm>
          <a:off x="0" y="0"/>
          <a:ext cx="0" cy="0"/>
          <a:chOff x="0" y="0"/>
          <a:chExt cx="0" cy="0"/>
        </a:xfrm>
      </p:grpSpPr>
      <p:sp>
        <p:nvSpPr>
          <p:cNvPr id="1417" name="Google Shape;1417;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18" name="Google Shape;1418;p1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7" name="Shape 1437"/>
        <p:cNvGrpSpPr/>
        <p:nvPr/>
      </p:nvGrpSpPr>
      <p:grpSpPr>
        <a:xfrm>
          <a:off x="0" y="0"/>
          <a:ext cx="0" cy="0"/>
          <a:chOff x="0" y="0"/>
          <a:chExt cx="0" cy="0"/>
        </a:xfrm>
      </p:grpSpPr>
      <p:sp>
        <p:nvSpPr>
          <p:cNvPr id="1438" name="Google Shape;1438;g3f9b3f86724_0_95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39" name="Google Shape;1439;g3f9b3f86724_0_953: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40" name="Google Shape;1440;g3f9b3f86724_0_953: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200"/>
              <a:buFont typeface="Arial"/>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3" name="Shape 1443"/>
        <p:cNvGrpSpPr/>
        <p:nvPr/>
      </p:nvGrpSpPr>
      <p:grpSpPr>
        <a:xfrm>
          <a:off x="0" y="0"/>
          <a:ext cx="0" cy="0"/>
          <a:chOff x="0" y="0"/>
          <a:chExt cx="0" cy="0"/>
        </a:xfrm>
      </p:grpSpPr>
      <p:sp>
        <p:nvSpPr>
          <p:cNvPr id="1444" name="Google Shape;1444;g3f723343625_0_36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latin typeface="Plus Jakarta Sans"/>
              <a:ea typeface="Plus Jakarta Sans"/>
              <a:cs typeface="Plus Jakarta Sans"/>
              <a:sym typeface="Plus Jakarta Sans"/>
            </a:endParaRPr>
          </a:p>
        </p:txBody>
      </p:sp>
      <p:sp>
        <p:nvSpPr>
          <p:cNvPr id="1445" name="Google Shape;1445;g3f723343625_0_3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1" name="Shape 1471"/>
        <p:cNvGrpSpPr/>
        <p:nvPr/>
      </p:nvGrpSpPr>
      <p:grpSpPr>
        <a:xfrm>
          <a:off x="0" y="0"/>
          <a:ext cx="0" cy="0"/>
          <a:chOff x="0" y="0"/>
          <a:chExt cx="0" cy="0"/>
        </a:xfrm>
      </p:grpSpPr>
      <p:sp>
        <p:nvSpPr>
          <p:cNvPr id="1472" name="Google Shape;1472;g3f723343625_0_5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73" name="Google Shape;1473;g3f723343625_0_50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rPr lang="en"/>
              <a:t>Cloudera does not have a native graph database offering however we have all the plumbing needed to build high quality knowledge graphs. </a:t>
            </a:r>
            <a:br>
              <a:rPr lang="en"/>
            </a:br>
            <a:r>
              <a:rPr lang="en"/>
              <a:t>NiFi can ingest directly to Neo4j or any other graph database. </a:t>
            </a:r>
            <a:br>
              <a:rPr lang="en"/>
            </a:br>
            <a:r>
              <a:rPr lang="en"/>
              <a:t>CDE can do the ontology mapping, and iceberg can store versioned ontology tables. </a:t>
            </a:r>
            <a:br>
              <a:rPr lang="en"/>
            </a:br>
            <a:r>
              <a:rPr lang="en"/>
              <a:t>CAI can provide discovery compute to run genomic analysis or other AI/ML tools which can help enrich the graph, or do pagerank over massive graphs when native graph database tools dont scale.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5" name="Shape 1605"/>
        <p:cNvGrpSpPr/>
        <p:nvPr/>
      </p:nvGrpSpPr>
      <p:grpSpPr>
        <a:xfrm>
          <a:off x="0" y="0"/>
          <a:ext cx="0" cy="0"/>
          <a:chOff x="0" y="0"/>
          <a:chExt cx="0" cy="0"/>
        </a:xfrm>
      </p:grpSpPr>
      <p:sp>
        <p:nvSpPr>
          <p:cNvPr id="1606" name="Google Shape;160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07" name="Google Shape;1607;p2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228600" lvl="0" marL="457200" marR="0" rtl="0" algn="l">
              <a:lnSpc>
                <a:spcPct val="100000"/>
              </a:lnSpc>
              <a:spcBef>
                <a:spcPts val="0"/>
              </a:spcBef>
              <a:spcAft>
                <a:spcPts val="0"/>
              </a:spcAft>
              <a:buSzPts val="1400"/>
              <a:buNone/>
            </a:pPr>
            <a:r>
              <a:rPr b="0" i="0" lang="en" sz="1200" u="none" cap="none" strike="noStrike">
                <a:solidFill>
                  <a:schemeClr val="dk1"/>
                </a:solidFill>
                <a:latin typeface="Ole"/>
                <a:ea typeface="Ole"/>
                <a:cs typeface="Ole"/>
                <a:sym typeface="Ole"/>
              </a:rPr>
              <a:t>Divider. Everything after this is optional; pick based on the request form's audience/industry.</a:t>
            </a:r>
            <a:endParaRPr/>
          </a:p>
        </p:txBody>
      </p:sp>
      <p:sp>
        <p:nvSpPr>
          <p:cNvPr id="1608" name="Google Shape;1608;p2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1" name="Shape 1621"/>
        <p:cNvGrpSpPr/>
        <p:nvPr/>
      </p:nvGrpSpPr>
      <p:grpSpPr>
        <a:xfrm>
          <a:off x="0" y="0"/>
          <a:ext cx="0" cy="0"/>
          <a:chOff x="0" y="0"/>
          <a:chExt cx="0" cy="0"/>
        </a:xfrm>
      </p:grpSpPr>
      <p:sp>
        <p:nvSpPr>
          <p:cNvPr id="1622" name="Google Shape;1622;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23" name="Google Shape;1623;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4" name="Shape 1644"/>
        <p:cNvGrpSpPr/>
        <p:nvPr/>
      </p:nvGrpSpPr>
      <p:grpSpPr>
        <a:xfrm>
          <a:off x="0" y="0"/>
          <a:ext cx="0" cy="0"/>
          <a:chOff x="0" y="0"/>
          <a:chExt cx="0" cy="0"/>
        </a:xfrm>
      </p:grpSpPr>
      <p:sp>
        <p:nvSpPr>
          <p:cNvPr id="1645" name="Google Shape;1645;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46" name="Google Shape;164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8" name="Shape 1668"/>
        <p:cNvGrpSpPr/>
        <p:nvPr/>
      </p:nvGrpSpPr>
      <p:grpSpPr>
        <a:xfrm>
          <a:off x="0" y="0"/>
          <a:ext cx="0" cy="0"/>
          <a:chOff x="0" y="0"/>
          <a:chExt cx="0" cy="0"/>
        </a:xfrm>
      </p:grpSpPr>
      <p:sp>
        <p:nvSpPr>
          <p:cNvPr id="1669" name="Google Shape;1669;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70" name="Google Shape;1670;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2" name="Shape 1692"/>
        <p:cNvGrpSpPr/>
        <p:nvPr/>
      </p:nvGrpSpPr>
      <p:grpSpPr>
        <a:xfrm>
          <a:off x="0" y="0"/>
          <a:ext cx="0" cy="0"/>
          <a:chOff x="0" y="0"/>
          <a:chExt cx="0" cy="0"/>
        </a:xfrm>
      </p:grpSpPr>
      <p:sp>
        <p:nvSpPr>
          <p:cNvPr id="1693" name="Google Shape;169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694" name="Google Shape;1694;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8" name="Shape 1728"/>
        <p:cNvGrpSpPr/>
        <p:nvPr/>
      </p:nvGrpSpPr>
      <p:grpSpPr>
        <a:xfrm>
          <a:off x="0" y="0"/>
          <a:ext cx="0" cy="0"/>
          <a:chOff x="0" y="0"/>
          <a:chExt cx="0" cy="0"/>
        </a:xfrm>
      </p:grpSpPr>
      <p:sp>
        <p:nvSpPr>
          <p:cNvPr id="1729" name="Google Shape;1729;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30" name="Google Shape;1730;p23: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731" name="Google Shape;1731;p23: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0.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 Id="rId3" Type="http://schemas.openxmlformats.org/officeDocument/2006/relationships/image" Target="../media/image6.png"/><Relationship Id="rId4" Type="http://schemas.openxmlformats.org/officeDocument/2006/relationships/image" Target="../media/image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4.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 Id="rId3" Type="http://schemas.openxmlformats.org/officeDocument/2006/relationships/image" Target="../media/image8.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png"/><Relationship Id="rId3" Type="http://schemas.openxmlformats.org/officeDocument/2006/relationships/image" Target="../media/image18.png"/><Relationship Id="rId4" Type="http://schemas.openxmlformats.org/officeDocument/2006/relationships/image" Target="../media/image1.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 Id="rId3" Type="http://schemas.openxmlformats.org/officeDocument/2006/relationships/image" Target="../media/image20.png"/><Relationship Id="rId4" Type="http://schemas.openxmlformats.org/officeDocument/2006/relationships/image" Target="../media/image21.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png"/><Relationship Id="rId3" Type="http://schemas.openxmlformats.org/officeDocument/2006/relationships/image" Target="../media/image17.png"/><Relationship Id="rId4" Type="http://schemas.openxmlformats.org/officeDocument/2006/relationships/image" Target="../media/image1.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1.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2.pn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8.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0.png"/></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7.pn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3.png"/><Relationship Id="rId3" Type="http://schemas.openxmlformats.org/officeDocument/2006/relationships/image" Target="../media/image6.png"/><Relationship Id="rId4" Type="http://schemas.openxmlformats.org/officeDocument/2006/relationships/image" Target="../media/image8.pn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9.pn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6.png"/><Relationship Id="rId3" Type="http://schemas.openxmlformats.org/officeDocument/2006/relationships/image" Target="../media/image14.pn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 Id="rId3" Type="http://schemas.openxmlformats.org/officeDocument/2006/relationships/image" Target="../media/image8.pn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6.pn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6.png"/><Relationship Id="rId3" Type="http://schemas.openxmlformats.org/officeDocument/2006/relationships/image" Target="../media/image18.png"/><Relationship Id="rId4" Type="http://schemas.openxmlformats.org/officeDocument/2006/relationships/image" Target="../media/image1.png"/></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5.png"/><Relationship Id="rId3" Type="http://schemas.openxmlformats.org/officeDocument/2006/relationships/image" Target="../media/image20.png"/><Relationship Id="rId4" Type="http://schemas.openxmlformats.org/officeDocument/2006/relationships/image" Target="../media/image21.png"/></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9.png"/><Relationship Id="rId3" Type="http://schemas.openxmlformats.org/officeDocument/2006/relationships/image" Target="../media/image17.png"/><Relationship Id="rId4" Type="http://schemas.openxmlformats.org/officeDocument/2006/relationships/image" Target="../media/image1.png"/></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2.png"/><Relationship Id="rId3" Type="http://schemas.openxmlformats.org/officeDocument/2006/relationships/image" Target="../media/image21.png"/></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3.png"/></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Left | Twilight 1">
  <p:cSld name="4_Custom Layout_2_1_1_1">
    <p:bg>
      <p:bgPr>
        <a:solidFill>
          <a:schemeClr val="dk1"/>
        </a:solidFill>
      </p:bgPr>
    </p:bg>
    <p:spTree>
      <p:nvGrpSpPr>
        <p:cNvPr id="14" name="Shape 14"/>
        <p:cNvGrpSpPr/>
        <p:nvPr/>
      </p:nvGrpSpPr>
      <p:grpSpPr>
        <a:xfrm>
          <a:off x="0" y="0"/>
          <a:ext cx="0" cy="0"/>
          <a:chOff x="0" y="0"/>
          <a:chExt cx="0" cy="0"/>
        </a:xfrm>
      </p:grpSpPr>
      <p:sp>
        <p:nvSpPr>
          <p:cNvPr id="15" name="Google Shape;15;g3f723343625_0_330"/>
          <p:cNvSpPr/>
          <p:nvPr/>
        </p:nvSpPr>
        <p:spPr>
          <a:xfrm>
            <a:off x="261600" y="4630175"/>
            <a:ext cx="2553000" cy="468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6" name="Google Shape;16;g3f723343625_0_330"/>
          <p:cNvSpPr txBox="1"/>
          <p:nvPr>
            <p:ph idx="1" type="body"/>
          </p:nvPr>
        </p:nvSpPr>
        <p:spPr>
          <a:xfrm>
            <a:off x="3670625"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300"/>
              <a:buFont typeface="Plus Jakarta Sans"/>
              <a:buNone/>
              <a:defRPr b="0" i="0" sz="1300">
                <a:solidFill>
                  <a:schemeClr val="lt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SzPts val="1320"/>
              <a:buFont typeface="Plus Jakarta Sans"/>
              <a:buNone/>
              <a:defRPr>
                <a:solidFill>
                  <a:schemeClr val="lt1"/>
                </a:solidFill>
              </a:defRPr>
            </a:lvl2pPr>
            <a:lvl3pPr indent="-304800" lvl="2" marL="1371600" algn="l">
              <a:lnSpc>
                <a:spcPct val="100000"/>
              </a:lnSpc>
              <a:spcBef>
                <a:spcPts val="200"/>
              </a:spcBef>
              <a:spcAft>
                <a:spcPts val="0"/>
              </a:spcAft>
              <a:buSzPts val="1200"/>
              <a:buChar char="•"/>
              <a:defRPr>
                <a:solidFill>
                  <a:schemeClr val="lt1"/>
                </a:solidFill>
              </a:defRPr>
            </a:lvl3pPr>
            <a:lvl4pPr indent="-279400" lvl="3" marL="1828800" algn="l">
              <a:lnSpc>
                <a:spcPct val="100000"/>
              </a:lnSpc>
              <a:spcBef>
                <a:spcPts val="160"/>
              </a:spcBef>
              <a:spcAft>
                <a:spcPts val="0"/>
              </a:spcAft>
              <a:buClr>
                <a:schemeClr val="lt1"/>
              </a:buClr>
              <a:buSzPts val="800"/>
              <a:buChar char="–"/>
              <a:defRPr>
                <a:solidFill>
                  <a:schemeClr val="lt1"/>
                </a:solidFill>
              </a:defRPr>
            </a:lvl4pPr>
            <a:lvl5pPr indent="-279400" lvl="4" marL="2286000" algn="l">
              <a:lnSpc>
                <a:spcPct val="100000"/>
              </a:lnSpc>
              <a:spcBef>
                <a:spcPts val="160"/>
              </a:spcBef>
              <a:spcAft>
                <a:spcPts val="0"/>
              </a:spcAft>
              <a:buClr>
                <a:schemeClr val="lt1"/>
              </a:buClr>
              <a:buSzPts val="8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 name="Google Shape;17;g3f723343625_0_330"/>
          <p:cNvSpPr/>
          <p:nvPr/>
        </p:nvSpPr>
        <p:spPr>
          <a:xfrm>
            <a:off x="529300" y="1027300"/>
            <a:ext cx="1306200" cy="4041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id="18" name="Google Shape;18;g3f723343625_0_330"/>
          <p:cNvPicPr preferRelativeResize="0"/>
          <p:nvPr/>
        </p:nvPicPr>
        <p:blipFill rotWithShape="1">
          <a:blip r:embed="rId2">
            <a:alphaModFix/>
          </a:blip>
          <a:srcRect b="0" l="0" r="0" t="0"/>
          <a:stretch/>
        </p:blipFill>
        <p:spPr>
          <a:xfrm>
            <a:off x="3670625" y="1363032"/>
            <a:ext cx="2321469" cy="285093"/>
          </a:xfrm>
          <a:prstGeom prst="rect">
            <a:avLst/>
          </a:prstGeom>
          <a:noFill/>
          <a:ln>
            <a:noFill/>
          </a:ln>
        </p:spPr>
      </p:pic>
      <p:pic>
        <p:nvPicPr>
          <p:cNvPr id="19" name="Google Shape;19;g3f723343625_0_330"/>
          <p:cNvPicPr preferRelativeResize="0"/>
          <p:nvPr/>
        </p:nvPicPr>
        <p:blipFill rotWithShape="1">
          <a:blip r:embed="rId3">
            <a:alphaModFix/>
          </a:blip>
          <a:srcRect b="9176" l="-43" r="28736" t="23552"/>
          <a:stretch/>
        </p:blipFill>
        <p:spPr>
          <a:xfrm rot="10800000">
            <a:off x="4301" y="-4301"/>
            <a:ext cx="3102049" cy="5155101"/>
          </a:xfrm>
          <a:prstGeom prst="rect">
            <a:avLst/>
          </a:prstGeom>
          <a:noFill/>
          <a:ln>
            <a:noFill/>
          </a:ln>
        </p:spPr>
      </p:pic>
      <p:sp>
        <p:nvSpPr>
          <p:cNvPr id="20" name="Google Shape;20;g3f723343625_0_330"/>
          <p:cNvSpPr txBox="1"/>
          <p:nvPr>
            <p:ph type="title"/>
          </p:nvPr>
        </p:nvSpPr>
        <p:spPr>
          <a:xfrm>
            <a:off x="3670625" y="2160475"/>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g3f723343625_0_330"/>
          <p:cNvSpPr txBox="1"/>
          <p:nvPr>
            <p:ph idx="2" type="body"/>
          </p:nvPr>
        </p:nvSpPr>
        <p:spPr>
          <a:xfrm>
            <a:off x="3670625" y="2856575"/>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 name="Google Shape;22;g3f723343625_0_330"/>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©2025 Cloudera, Inc. All Rights Reserved.</a:t>
            </a:r>
            <a:endParaRPr b="0" i="0" sz="600" u="none" cap="none" strike="noStrik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Twilight">
  <p:cSld name="44_Title and Content">
    <p:bg>
      <p:bgPr>
        <a:solidFill>
          <a:schemeClr val="dk1"/>
        </a:solidFill>
      </p:bgPr>
    </p:bg>
    <p:spTree>
      <p:nvGrpSpPr>
        <p:cNvPr id="23" name="Shape 23"/>
        <p:cNvGrpSpPr/>
        <p:nvPr/>
      </p:nvGrpSpPr>
      <p:grpSpPr>
        <a:xfrm>
          <a:off x="0" y="0"/>
          <a:ext cx="0" cy="0"/>
          <a:chOff x="0" y="0"/>
          <a:chExt cx="0" cy="0"/>
        </a:xfrm>
      </p:grpSpPr>
      <p:pic>
        <p:nvPicPr>
          <p:cNvPr id="24" name="Google Shape;24;g3f723343625_0_62"/>
          <p:cNvPicPr preferRelativeResize="0"/>
          <p:nvPr/>
        </p:nvPicPr>
        <p:blipFill rotWithShape="1">
          <a:blip r:embed="rId2">
            <a:alphaModFix/>
          </a:blip>
          <a:srcRect b="47183" l="0" r="31295" t="17732"/>
          <a:stretch/>
        </p:blipFill>
        <p:spPr>
          <a:xfrm rot="-5400000">
            <a:off x="6827075" y="244375"/>
            <a:ext cx="2561301" cy="2072550"/>
          </a:xfrm>
          <a:prstGeom prst="rect">
            <a:avLst/>
          </a:prstGeom>
          <a:noFill/>
          <a:ln>
            <a:noFill/>
          </a:ln>
        </p:spPr>
      </p:pic>
      <p:sp>
        <p:nvSpPr>
          <p:cNvPr id="25" name="Google Shape;25;g3f723343625_0_62"/>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indent="-228600" lvl="2" marL="1371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indent="-228600" lvl="3" marL="18288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indent="-228600" lvl="4" marL="22860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6" name="Google Shape;26;g3f723343625_0_62"/>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chemeClr val="lt1"/>
              </a:buClr>
              <a:buSzPts val="3300"/>
              <a:buFont typeface="Plus Jakarta Sans"/>
              <a:buNone/>
              <a:defRPr b="0" i="0"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27" name="Google Shape;27;g3f723343625_0_62"/>
          <p:cNvPicPr preferRelativeResize="0"/>
          <p:nvPr/>
        </p:nvPicPr>
        <p:blipFill rotWithShape="1">
          <a:blip r:embed="rId3">
            <a:alphaModFix/>
          </a:blip>
          <a:srcRect b="0" l="0" r="0" t="0"/>
          <a:stretch/>
        </p:blipFill>
        <p:spPr>
          <a:xfrm>
            <a:off x="3634355" y="4452254"/>
            <a:ext cx="1875288" cy="230299"/>
          </a:xfrm>
          <a:prstGeom prst="rect">
            <a:avLst/>
          </a:prstGeom>
          <a:noFill/>
          <a:ln>
            <a:noFill/>
          </a:ln>
        </p:spPr>
      </p:pic>
      <p:sp>
        <p:nvSpPr>
          <p:cNvPr id="28" name="Google Shape;28;g3f723343625_0_62"/>
          <p:cNvSpPr/>
          <p:nvPr/>
        </p:nvSpPr>
        <p:spPr>
          <a:xfrm>
            <a:off x="448975" y="4762900"/>
            <a:ext cx="2303100" cy="195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29" name="Google Shape;29;g3f723343625_0_62"/>
          <p:cNvSpPr/>
          <p:nvPr/>
        </p:nvSpPr>
        <p:spPr>
          <a:xfrm>
            <a:off x="7492100" y="4709250"/>
            <a:ext cx="1299000" cy="3084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Nodes Top Right 1 1">
  <p:cSld name="16_Title Only_1_1">
    <p:spTree>
      <p:nvGrpSpPr>
        <p:cNvPr id="30" name="Shape 30"/>
        <p:cNvGrpSpPr/>
        <p:nvPr/>
      </p:nvGrpSpPr>
      <p:grpSpPr>
        <a:xfrm>
          <a:off x="0" y="0"/>
          <a:ext cx="0" cy="0"/>
          <a:chOff x="0" y="0"/>
          <a:chExt cx="0" cy="0"/>
        </a:xfrm>
      </p:grpSpPr>
      <p:sp>
        <p:nvSpPr>
          <p:cNvPr id="31" name="Google Shape;31;g3f723343625_0_33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2" name="Google Shape;32;g3f723343625_0_339"/>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g3f723343625_0_339"/>
          <p:cNvSpPr txBox="1"/>
          <p:nvPr>
            <p:ph idx="1"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4"/>
              </a:buClr>
              <a:buSzPts val="1100"/>
              <a:buFont typeface="Plus Jakarta Sans SemiBold"/>
              <a:buNone/>
              <a:defRPr i="0" sz="1100">
                <a:solidFill>
                  <a:schemeClr val="accent4"/>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400"/>
              </a:spcBef>
              <a:spcAft>
                <a:spcPts val="0"/>
              </a:spcAft>
              <a:buSzPts val="1260"/>
              <a:buFont typeface="Arial"/>
              <a:buNone/>
              <a:defRPr sz="1050">
                <a:latin typeface="Arial"/>
                <a:ea typeface="Arial"/>
                <a:cs typeface="Arial"/>
                <a:sym typeface="Arial"/>
              </a:defRPr>
            </a:lvl2pPr>
            <a:lvl3pPr indent="-228600" lvl="2" marL="1371600" algn="l">
              <a:lnSpc>
                <a:spcPct val="100000"/>
              </a:lnSpc>
              <a:spcBef>
                <a:spcPts val="210"/>
              </a:spcBef>
              <a:spcAft>
                <a:spcPts val="0"/>
              </a:spcAft>
              <a:buSzPts val="1260"/>
              <a:buFont typeface="Arial"/>
              <a:buNone/>
              <a:defRPr sz="1050">
                <a:latin typeface="Arial"/>
                <a:ea typeface="Arial"/>
                <a:cs typeface="Arial"/>
                <a:sym typeface="Arial"/>
              </a:defRPr>
            </a:lvl3pPr>
            <a:lvl4pPr indent="-228600" lvl="3" marL="18288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indent="-228600" lvl="4" marL="22860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 name="Google Shape;34;g3f723343625_0_339"/>
          <p:cNvSpPr txBox="1"/>
          <p:nvPr>
            <p:ph idx="2" type="body"/>
          </p:nvPr>
        </p:nvSpPr>
        <p:spPr>
          <a:xfrm>
            <a:off x="533400" y="1370025"/>
            <a:ext cx="7074600" cy="32622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400"/>
              <a:buFont typeface="Plus Jakarta Sans"/>
              <a:buNone/>
              <a:defRPr/>
            </a:lvl1pPr>
            <a:lvl2pPr indent="-228600" lvl="1" marL="914400" algn="l">
              <a:lnSpc>
                <a:spcPct val="118333"/>
              </a:lnSpc>
              <a:spcBef>
                <a:spcPts val="400"/>
              </a:spcBef>
              <a:spcAft>
                <a:spcPts val="0"/>
              </a:spcAft>
              <a:buClr>
                <a:srgbClr val="000000"/>
              </a:buClr>
              <a:buSzPts val="1440"/>
              <a:buFont typeface="Plus Jakarta Sans"/>
              <a:buNone/>
              <a:defRPr/>
            </a:lvl2pPr>
            <a:lvl3pPr indent="-304800" lvl="2" marL="1371600" algn="l">
              <a:lnSpc>
                <a:spcPct val="100000"/>
              </a:lnSpc>
              <a:spcBef>
                <a:spcPts val="200"/>
              </a:spcBef>
              <a:spcAft>
                <a:spcPts val="0"/>
              </a:spcAft>
              <a:buClr>
                <a:srgbClr val="000000"/>
              </a:buClr>
              <a:buSzPts val="1200"/>
              <a:buChar char="•"/>
              <a:defRPr>
                <a:solidFill>
                  <a:srgbClr val="000000"/>
                </a:solidFill>
              </a:defRPr>
            </a:lvl3pPr>
            <a:lvl4pPr indent="-292100" lvl="3" marL="1828800" algn="l">
              <a:lnSpc>
                <a:spcPct val="100000"/>
              </a:lnSpc>
              <a:spcBef>
                <a:spcPts val="200"/>
              </a:spcBef>
              <a:spcAft>
                <a:spcPts val="0"/>
              </a:spcAft>
              <a:buClr>
                <a:srgbClr val="000000"/>
              </a:buClr>
              <a:buSzPts val="1000"/>
              <a:buChar char="–"/>
              <a:defRPr>
                <a:solidFill>
                  <a:srgbClr val="000000"/>
                </a:solidFill>
              </a:defRPr>
            </a:lvl4pPr>
            <a:lvl5pPr indent="-292100" lvl="4" marL="2286000" algn="l">
              <a:lnSpc>
                <a:spcPct val="100000"/>
              </a:lnSpc>
              <a:spcBef>
                <a:spcPts val="200"/>
              </a:spcBef>
              <a:spcAft>
                <a:spcPts val="0"/>
              </a:spcAft>
              <a:buClr>
                <a:srgbClr val="000000"/>
              </a:buClr>
              <a:buSzPts val="10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pic>
        <p:nvPicPr>
          <p:cNvPr id="35" name="Google Shape;35;g3f723343625_0_339"/>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_Title &amp; Sub | White 1">
  <p:cSld name="6_Title Only_3_1_4">
    <p:spTree>
      <p:nvGrpSpPr>
        <p:cNvPr id="36" name="Shape 36"/>
        <p:cNvGrpSpPr/>
        <p:nvPr/>
      </p:nvGrpSpPr>
      <p:grpSpPr>
        <a:xfrm>
          <a:off x="0" y="0"/>
          <a:ext cx="0" cy="0"/>
          <a:chOff x="0" y="0"/>
          <a:chExt cx="0" cy="0"/>
        </a:xfrm>
      </p:grpSpPr>
      <p:sp>
        <p:nvSpPr>
          <p:cNvPr id="37" name="Google Shape;37;g3f723343625_0_7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8" name="Google Shape;38;g3f723343625_0_74"/>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g3f723343625_0_74"/>
          <p:cNvSpPr txBox="1"/>
          <p:nvPr>
            <p:ph idx="1" type="subTitle"/>
          </p:nvPr>
        </p:nvSpPr>
        <p:spPr>
          <a:xfrm>
            <a:off x="457200" y="631950"/>
            <a:ext cx="259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O Footer (WHITE)">
  <p:cSld name="Blank NO Footer (WHITE)">
    <p:spTree>
      <p:nvGrpSpPr>
        <p:cNvPr id="40" name="Shape 40"/>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Nodes Top Right 1">
  <p:cSld name="39_Title and Content_1">
    <p:bg>
      <p:bgPr>
        <a:solidFill>
          <a:schemeClr val="lt1"/>
        </a:solidFill>
      </p:bgPr>
    </p:bg>
    <p:spTree>
      <p:nvGrpSpPr>
        <p:cNvPr id="41" name="Shape 41"/>
        <p:cNvGrpSpPr/>
        <p:nvPr/>
      </p:nvGrpSpPr>
      <p:grpSpPr>
        <a:xfrm>
          <a:off x="0" y="0"/>
          <a:ext cx="0" cy="0"/>
          <a:chOff x="0" y="0"/>
          <a:chExt cx="0" cy="0"/>
        </a:xfrm>
      </p:grpSpPr>
      <p:sp>
        <p:nvSpPr>
          <p:cNvPr id="42" name="Google Shape;42;g3f723343625_0_297"/>
          <p:cNvSpPr txBox="1"/>
          <p:nvPr>
            <p:ph idx="1" type="body"/>
          </p:nvPr>
        </p:nvSpPr>
        <p:spPr>
          <a:xfrm>
            <a:off x="457200" y="1264922"/>
            <a:ext cx="70746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400"/>
              <a:buFont typeface="Plus Jakarta Sans"/>
              <a:buNone/>
              <a:defRPr/>
            </a:lvl1pPr>
            <a:lvl2pPr indent="-228600" lvl="1" marL="914400" algn="l">
              <a:lnSpc>
                <a:spcPct val="118333"/>
              </a:lnSpc>
              <a:spcBef>
                <a:spcPts val="400"/>
              </a:spcBef>
              <a:spcAft>
                <a:spcPts val="0"/>
              </a:spcAft>
              <a:buClr>
                <a:srgbClr val="000000"/>
              </a:buClr>
              <a:buSzPts val="1440"/>
              <a:buFont typeface="Plus Jakarta Sans"/>
              <a:buNone/>
              <a:defRPr/>
            </a:lvl2pPr>
            <a:lvl3pPr indent="-304800" lvl="2" marL="1371600" algn="l">
              <a:lnSpc>
                <a:spcPct val="100000"/>
              </a:lnSpc>
              <a:spcBef>
                <a:spcPts val="200"/>
              </a:spcBef>
              <a:spcAft>
                <a:spcPts val="0"/>
              </a:spcAft>
              <a:buClr>
                <a:srgbClr val="000000"/>
              </a:buClr>
              <a:buSzPts val="1200"/>
              <a:buChar char="•"/>
              <a:defRPr>
                <a:solidFill>
                  <a:srgbClr val="000000"/>
                </a:solidFill>
              </a:defRPr>
            </a:lvl3pPr>
            <a:lvl4pPr indent="-292100" lvl="3" marL="1828800" algn="l">
              <a:lnSpc>
                <a:spcPct val="100000"/>
              </a:lnSpc>
              <a:spcBef>
                <a:spcPts val="200"/>
              </a:spcBef>
              <a:spcAft>
                <a:spcPts val="0"/>
              </a:spcAft>
              <a:buClr>
                <a:srgbClr val="000000"/>
              </a:buClr>
              <a:buSzPts val="1000"/>
              <a:buChar char="–"/>
              <a:defRPr>
                <a:solidFill>
                  <a:srgbClr val="000000"/>
                </a:solidFill>
              </a:defRPr>
            </a:lvl4pPr>
            <a:lvl5pPr indent="-292100" lvl="4" marL="2286000" algn="l">
              <a:lnSpc>
                <a:spcPct val="100000"/>
              </a:lnSpc>
              <a:spcBef>
                <a:spcPts val="200"/>
              </a:spcBef>
              <a:spcAft>
                <a:spcPts val="0"/>
              </a:spcAft>
              <a:buClr>
                <a:srgbClr val="000000"/>
              </a:buClr>
              <a:buSzPts val="10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43" name="Google Shape;43;g3f723343625_0_297"/>
          <p:cNvSpPr txBox="1"/>
          <p:nvPr>
            <p:ph idx="11" type="ftr"/>
          </p:nvPr>
        </p:nvSpPr>
        <p:spPr>
          <a:xfrm>
            <a:off x="106675" y="4795501"/>
            <a:ext cx="6039000" cy="2745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4" name="Google Shape;44;g3f723343625_0_29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5" name="Google Shape;45;g3f723343625_0_297"/>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6" name="Google Shape;46;g3f723343625_0_297"/>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47" name="Google Shape;47;g3f723343625_0_297"/>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Nodes Top Right 1">
  <p:cSld name="Grey Nodes Top Right (g3f72b3c87a5_8_0)">
    <p:spTree>
      <p:nvGrpSpPr>
        <p:cNvPr id="48" name="Shape 48"/>
        <p:cNvGrpSpPr/>
        <p:nvPr/>
      </p:nvGrpSpPr>
      <p:grpSpPr>
        <a:xfrm>
          <a:off x="0" y="0"/>
          <a:ext cx="0" cy="0"/>
          <a:chOff x="0" y="0"/>
          <a:chExt cx="0" cy="0"/>
        </a:xfrm>
      </p:grpSpPr>
      <p:sp>
        <p:nvSpPr>
          <p:cNvPr id="49" name="Google Shape;49;g3f9b3f86724_0_958"/>
          <p:cNvSpPr txBox="1"/>
          <p:nvPr>
            <p:ph idx="1" type="body"/>
          </p:nvPr>
        </p:nvSpPr>
        <p:spPr>
          <a:xfrm>
            <a:off x="457200" y="1267650"/>
            <a:ext cx="8077200" cy="4593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0" name="Google Shape;50;g3f9b3f86724_0_958"/>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g3f9b3f86724_0_958"/>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Nodes Bottom Left">
  <p:cSld name="6_Title Only_2_1">
    <p:spTree>
      <p:nvGrpSpPr>
        <p:cNvPr id="52" name="Shape 52"/>
        <p:cNvGrpSpPr/>
        <p:nvPr/>
      </p:nvGrpSpPr>
      <p:grpSpPr>
        <a:xfrm>
          <a:off x="0" y="0"/>
          <a:ext cx="0" cy="0"/>
          <a:chOff x="0" y="0"/>
          <a:chExt cx="0" cy="0"/>
        </a:xfrm>
      </p:grpSpPr>
      <p:pic>
        <p:nvPicPr>
          <p:cNvPr id="53" name="Google Shape;53;g3f723343625_0_143"/>
          <p:cNvPicPr preferRelativeResize="0"/>
          <p:nvPr/>
        </p:nvPicPr>
        <p:blipFill rotWithShape="1">
          <a:blip r:embed="rId2">
            <a:alphaModFix amt="30000"/>
          </a:blip>
          <a:srcRect b="0" l="0" r="39650" t="24294"/>
          <a:stretch/>
        </p:blipFill>
        <p:spPr>
          <a:xfrm rot="10800000">
            <a:off x="-1848" y="1080192"/>
            <a:ext cx="2431273" cy="3894075"/>
          </a:xfrm>
          <a:prstGeom prst="rect">
            <a:avLst/>
          </a:prstGeom>
          <a:noFill/>
          <a:ln>
            <a:noFill/>
          </a:ln>
        </p:spPr>
      </p:pic>
      <p:sp>
        <p:nvSpPr>
          <p:cNvPr id="54" name="Google Shape;54;g3f723343625_0_143"/>
          <p:cNvSpPr txBox="1"/>
          <p:nvPr>
            <p:ph idx="1" type="body"/>
          </p:nvPr>
        </p:nvSpPr>
        <p:spPr>
          <a:xfrm>
            <a:off x="457200" y="1267650"/>
            <a:ext cx="8077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5" name="Google Shape;55;g3f723343625_0_14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6" name="Google Shape;56;g3f723343625_0_143"/>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g3f723343625_0_143"/>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Nodes Top Right">
  <p:cSld name="6_Title Only_2">
    <p:spTree>
      <p:nvGrpSpPr>
        <p:cNvPr id="58" name="Shape 58"/>
        <p:cNvGrpSpPr/>
        <p:nvPr/>
      </p:nvGrpSpPr>
      <p:grpSpPr>
        <a:xfrm>
          <a:off x="0" y="0"/>
          <a:ext cx="0" cy="0"/>
          <a:chOff x="0" y="0"/>
          <a:chExt cx="0" cy="0"/>
        </a:xfrm>
      </p:grpSpPr>
      <p:sp>
        <p:nvSpPr>
          <p:cNvPr id="59" name="Google Shape;59;g3f723343625_0_95"/>
          <p:cNvSpPr txBox="1"/>
          <p:nvPr>
            <p:ph idx="1" type="body"/>
          </p:nvPr>
        </p:nvSpPr>
        <p:spPr>
          <a:xfrm>
            <a:off x="457200" y="1267650"/>
            <a:ext cx="8077200" cy="4593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0" name="Google Shape;60;g3f723343625_0_9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 name="Google Shape;61;g3f723343625_0_95"/>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62" name="Google Shape;62;g3f723343625_0_95"/>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63" name="Google Shape;63;g3f723343625_0_95"/>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Nodes Top Right">
  <p:cSld name="16_Title Only">
    <p:spTree>
      <p:nvGrpSpPr>
        <p:cNvPr id="64" name="Shape 64"/>
        <p:cNvGrpSpPr/>
        <p:nvPr/>
      </p:nvGrpSpPr>
      <p:grpSpPr>
        <a:xfrm>
          <a:off x="0" y="0"/>
          <a:ext cx="0" cy="0"/>
          <a:chOff x="0" y="0"/>
          <a:chExt cx="0" cy="0"/>
        </a:xfrm>
      </p:grpSpPr>
      <p:sp>
        <p:nvSpPr>
          <p:cNvPr id="65" name="Google Shape;65;g3f723343625_0_30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6" name="Google Shape;66;g3f723343625_0_304"/>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g3f723343625_0_304"/>
          <p:cNvSpPr txBox="1"/>
          <p:nvPr>
            <p:ph idx="1" type="body"/>
          </p:nvPr>
        </p:nvSpPr>
        <p:spPr>
          <a:xfrm>
            <a:off x="457200" y="1264922"/>
            <a:ext cx="70746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400"/>
              <a:buFont typeface="Plus Jakarta Sans"/>
              <a:buNone/>
              <a:defRPr/>
            </a:lvl1pPr>
            <a:lvl2pPr indent="-228600" lvl="1" marL="914400" algn="l">
              <a:lnSpc>
                <a:spcPct val="118333"/>
              </a:lnSpc>
              <a:spcBef>
                <a:spcPts val="400"/>
              </a:spcBef>
              <a:spcAft>
                <a:spcPts val="0"/>
              </a:spcAft>
              <a:buClr>
                <a:srgbClr val="000000"/>
              </a:buClr>
              <a:buSzPts val="1440"/>
              <a:buFont typeface="Plus Jakarta Sans"/>
              <a:buNone/>
              <a:defRPr/>
            </a:lvl2pPr>
            <a:lvl3pPr indent="-304800" lvl="2" marL="1371600" algn="l">
              <a:lnSpc>
                <a:spcPct val="100000"/>
              </a:lnSpc>
              <a:spcBef>
                <a:spcPts val="200"/>
              </a:spcBef>
              <a:spcAft>
                <a:spcPts val="0"/>
              </a:spcAft>
              <a:buClr>
                <a:srgbClr val="000000"/>
              </a:buClr>
              <a:buSzPts val="1200"/>
              <a:buChar char="•"/>
              <a:defRPr>
                <a:solidFill>
                  <a:srgbClr val="000000"/>
                </a:solidFill>
              </a:defRPr>
            </a:lvl3pPr>
            <a:lvl4pPr indent="-292100" lvl="3" marL="1828800" algn="l">
              <a:lnSpc>
                <a:spcPct val="100000"/>
              </a:lnSpc>
              <a:spcBef>
                <a:spcPts val="200"/>
              </a:spcBef>
              <a:spcAft>
                <a:spcPts val="0"/>
              </a:spcAft>
              <a:buClr>
                <a:srgbClr val="000000"/>
              </a:buClr>
              <a:buSzPts val="1000"/>
              <a:buChar char="–"/>
              <a:defRPr>
                <a:solidFill>
                  <a:srgbClr val="000000"/>
                </a:solidFill>
              </a:defRPr>
            </a:lvl4pPr>
            <a:lvl5pPr indent="-292100" lvl="4" marL="2286000" algn="l">
              <a:lnSpc>
                <a:spcPct val="100000"/>
              </a:lnSpc>
              <a:spcBef>
                <a:spcPts val="200"/>
              </a:spcBef>
              <a:spcAft>
                <a:spcPts val="0"/>
              </a:spcAft>
              <a:buClr>
                <a:srgbClr val="000000"/>
              </a:buClr>
              <a:buSzPts val="10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pic>
        <p:nvPicPr>
          <p:cNvPr id="68" name="Google Shape;68;g3f723343625_0_304"/>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69" name="Google Shape;69;g3f723343625_0_304"/>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Text">
  <p:cSld name="6_Title Only_3_1_1">
    <p:spTree>
      <p:nvGrpSpPr>
        <p:cNvPr id="70" name="Shape 70"/>
        <p:cNvGrpSpPr/>
        <p:nvPr/>
      </p:nvGrpSpPr>
      <p:grpSpPr>
        <a:xfrm>
          <a:off x="0" y="0"/>
          <a:ext cx="0" cy="0"/>
          <a:chOff x="0" y="0"/>
          <a:chExt cx="0" cy="0"/>
        </a:xfrm>
      </p:grpSpPr>
      <p:sp>
        <p:nvSpPr>
          <p:cNvPr id="71" name="Google Shape;71;g3f723343625_0_83"/>
          <p:cNvSpPr txBox="1"/>
          <p:nvPr>
            <p:ph idx="1" type="body"/>
          </p:nvPr>
        </p:nvSpPr>
        <p:spPr>
          <a:xfrm>
            <a:off x="457200" y="1370000"/>
            <a:ext cx="38364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72" name="Google Shape;72;g3f723343625_0_8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3" name="Google Shape;73;g3f723343625_0_83"/>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g3f723343625_0_83"/>
          <p:cNvSpPr txBox="1"/>
          <p:nvPr>
            <p:ph idx="2" type="body"/>
          </p:nvPr>
        </p:nvSpPr>
        <p:spPr>
          <a:xfrm>
            <a:off x="47559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75" name="Google Shape;75;g3f723343625_0_83"/>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Content">
  <p:cSld name="15_Title Only_1">
    <p:spTree>
      <p:nvGrpSpPr>
        <p:cNvPr id="76" name="Shape 76"/>
        <p:cNvGrpSpPr/>
        <p:nvPr/>
      </p:nvGrpSpPr>
      <p:grpSpPr>
        <a:xfrm>
          <a:off x="0" y="0"/>
          <a:ext cx="0" cy="0"/>
          <a:chOff x="0" y="0"/>
          <a:chExt cx="0" cy="0"/>
        </a:xfrm>
      </p:grpSpPr>
      <p:sp>
        <p:nvSpPr>
          <p:cNvPr id="77" name="Google Shape;77;g3f723343625_0_310"/>
          <p:cNvSpPr/>
          <p:nvPr/>
        </p:nvSpPr>
        <p:spPr>
          <a:xfrm>
            <a:off x="526900" y="976075"/>
            <a:ext cx="709200" cy="18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78" name="Google Shape;78;g3f723343625_0_310"/>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Orange 1">
  <p:cSld name="38_Title and Content_1">
    <p:bg>
      <p:bgPr>
        <a:solidFill>
          <a:schemeClr val="accent1"/>
        </a:solidFill>
      </p:bgPr>
    </p:bg>
    <p:spTree>
      <p:nvGrpSpPr>
        <p:cNvPr id="79" name="Shape 79"/>
        <p:cNvGrpSpPr/>
        <p:nvPr/>
      </p:nvGrpSpPr>
      <p:grpSpPr>
        <a:xfrm>
          <a:off x="0" y="0"/>
          <a:ext cx="0" cy="0"/>
          <a:chOff x="0" y="0"/>
          <a:chExt cx="0" cy="0"/>
        </a:xfrm>
      </p:grpSpPr>
      <p:pic>
        <p:nvPicPr>
          <p:cNvPr id="80" name="Google Shape;80;g3f723343625_0_353"/>
          <p:cNvPicPr preferRelativeResize="0"/>
          <p:nvPr/>
        </p:nvPicPr>
        <p:blipFill rotWithShape="1">
          <a:blip r:embed="rId2">
            <a:alphaModFix/>
          </a:blip>
          <a:srcRect b="47335" l="0" r="31295" t="17801"/>
          <a:stretch/>
        </p:blipFill>
        <p:spPr>
          <a:xfrm rot="-5400000">
            <a:off x="6833599" y="250900"/>
            <a:ext cx="2561301" cy="2059499"/>
          </a:xfrm>
          <a:prstGeom prst="rect">
            <a:avLst/>
          </a:prstGeom>
          <a:noFill/>
          <a:ln>
            <a:noFill/>
          </a:ln>
        </p:spPr>
      </p:pic>
      <p:sp>
        <p:nvSpPr>
          <p:cNvPr id="81" name="Google Shape;81;g3f723343625_0_353"/>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indent="-228600" lvl="2" marL="1371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indent="-228600" lvl="3" marL="18288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indent="-228600" lvl="4" marL="22860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82" name="Google Shape;82;g3f723343625_0_353"/>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chemeClr val="lt1"/>
              </a:buClr>
              <a:buSzPts val="3300"/>
              <a:buFont typeface="Plus Jakarta Sans"/>
              <a:buNone/>
              <a:defRPr b="0" i="0"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83" name="Google Shape;83;g3f723343625_0_353"/>
          <p:cNvPicPr preferRelativeResize="0"/>
          <p:nvPr/>
        </p:nvPicPr>
        <p:blipFill rotWithShape="1">
          <a:blip r:embed="rId3">
            <a:alphaModFix/>
          </a:blip>
          <a:srcRect b="0" l="0" r="0" t="0"/>
          <a:stretch/>
        </p:blipFill>
        <p:spPr>
          <a:xfrm>
            <a:off x="3634350" y="4452250"/>
            <a:ext cx="1875323" cy="230300"/>
          </a:xfrm>
          <a:prstGeom prst="rect">
            <a:avLst/>
          </a:prstGeom>
          <a:noFill/>
          <a:ln>
            <a:noFill/>
          </a:ln>
        </p:spPr>
      </p:pic>
      <p:sp>
        <p:nvSpPr>
          <p:cNvPr id="84" name="Google Shape;84;g3f723343625_0_353"/>
          <p:cNvSpPr/>
          <p:nvPr/>
        </p:nvSpPr>
        <p:spPr>
          <a:xfrm>
            <a:off x="261600" y="4630175"/>
            <a:ext cx="2553000" cy="468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Text 1">
  <p:cSld name="2 Column Text">
    <p:spTree>
      <p:nvGrpSpPr>
        <p:cNvPr id="85" name="Shape 85"/>
        <p:cNvGrpSpPr/>
        <p:nvPr/>
      </p:nvGrpSpPr>
      <p:grpSpPr>
        <a:xfrm>
          <a:off x="0" y="0"/>
          <a:ext cx="0" cy="0"/>
          <a:chOff x="0" y="0"/>
          <a:chExt cx="0" cy="0"/>
        </a:xfrm>
      </p:grpSpPr>
      <p:sp>
        <p:nvSpPr>
          <p:cNvPr id="86" name="Google Shape;86;g3f723343625_0_346"/>
          <p:cNvSpPr txBox="1"/>
          <p:nvPr>
            <p:ph idx="1" type="body"/>
          </p:nvPr>
        </p:nvSpPr>
        <p:spPr>
          <a:xfrm>
            <a:off x="5334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87" name="Google Shape;87;g3f723343625_0_346"/>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88" name="Google Shape;88;g3f723343625_0_346"/>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g3f723343625_0_346"/>
          <p:cNvSpPr txBox="1"/>
          <p:nvPr>
            <p:ph idx="2" type="body"/>
          </p:nvPr>
        </p:nvSpPr>
        <p:spPr>
          <a:xfrm>
            <a:off x="5334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90" name="Google Shape;90;g3f723343625_0_346"/>
          <p:cNvSpPr txBox="1"/>
          <p:nvPr>
            <p:ph idx="3" type="body"/>
          </p:nvPr>
        </p:nvSpPr>
        <p:spPr>
          <a:xfrm>
            <a:off x="47559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91" name="Google Shape;91;g3f723343625_0_346"/>
          <p:cNvSpPr txBox="1"/>
          <p:nvPr>
            <p:ph idx="4"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4"/>
              </a:buClr>
              <a:buSzPts val="1100"/>
              <a:buFont typeface="Plus Jakarta Sans SemiBold"/>
              <a:buNone/>
              <a:defRPr i="0" sz="1100">
                <a:solidFill>
                  <a:schemeClr val="accent4"/>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400"/>
              </a:spcBef>
              <a:spcAft>
                <a:spcPts val="0"/>
              </a:spcAft>
              <a:buSzPts val="1260"/>
              <a:buFont typeface="Arial"/>
              <a:buNone/>
              <a:defRPr sz="1050">
                <a:latin typeface="Arial"/>
                <a:ea typeface="Arial"/>
                <a:cs typeface="Arial"/>
                <a:sym typeface="Arial"/>
              </a:defRPr>
            </a:lvl2pPr>
            <a:lvl3pPr indent="-228600" lvl="2" marL="1371600" algn="l">
              <a:lnSpc>
                <a:spcPct val="100000"/>
              </a:lnSpc>
              <a:spcBef>
                <a:spcPts val="210"/>
              </a:spcBef>
              <a:spcAft>
                <a:spcPts val="0"/>
              </a:spcAft>
              <a:buSzPts val="1260"/>
              <a:buFont typeface="Arial"/>
              <a:buNone/>
              <a:defRPr sz="1050">
                <a:latin typeface="Arial"/>
                <a:ea typeface="Arial"/>
                <a:cs typeface="Arial"/>
                <a:sym typeface="Arial"/>
              </a:defRPr>
            </a:lvl3pPr>
            <a:lvl4pPr indent="-228600" lvl="3" marL="18288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indent="-228600" lvl="4" marL="22860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transition spd="slow">
    <p:push/>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 White">
  <p:cSld name="6_Title Only_3_1_5">
    <p:spTree>
      <p:nvGrpSpPr>
        <p:cNvPr id="92" name="Shape 92"/>
        <p:cNvGrpSpPr/>
        <p:nvPr/>
      </p:nvGrpSpPr>
      <p:grpSpPr>
        <a:xfrm>
          <a:off x="0" y="0"/>
          <a:ext cx="0" cy="0"/>
          <a:chOff x="0" y="0"/>
          <a:chExt cx="0" cy="0"/>
        </a:xfrm>
      </p:grpSpPr>
      <p:sp>
        <p:nvSpPr>
          <p:cNvPr id="93" name="Google Shape;93;g3f723343625_0_41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descr=" " id="94" name="Google Shape;94;g3f723343625_0_413"/>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Tree>
  </p:cSld>
  <p:clrMapOvr>
    <a:masterClrMapping/>
  </p:clrMapOvr>
  <p:transition spd="slow">
    <p:push/>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 White 1">
  <p:cSld name="6_Title Only_3_1_6">
    <p:spTree>
      <p:nvGrpSpPr>
        <p:cNvPr id="95" name="Shape 95"/>
        <p:cNvGrpSpPr/>
        <p:nvPr/>
      </p:nvGrpSpPr>
      <p:grpSpPr>
        <a:xfrm>
          <a:off x="0" y="0"/>
          <a:ext cx="0" cy="0"/>
          <a:chOff x="0" y="0"/>
          <a:chExt cx="0" cy="0"/>
        </a:xfrm>
      </p:grpSpPr>
      <p:sp>
        <p:nvSpPr>
          <p:cNvPr id="96" name="Google Shape;96;g3f723343625_0_49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descr=" " id="97" name="Google Shape;97;g3f723343625_0_498"/>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Tree>
  </p:cSld>
  <p:clrMapOvr>
    <a:masterClrMapping/>
  </p:clrMapOvr>
  <p:transition spd="slow">
    <p:push/>
  </p:transition>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Right | Twilight">
  <p:cSld name="4_Custom Layout">
    <p:bg>
      <p:bgPr>
        <a:solidFill>
          <a:schemeClr val="dk1"/>
        </a:solidFill>
      </p:bgPr>
    </p:bg>
    <p:spTree>
      <p:nvGrpSpPr>
        <p:cNvPr id="98" name="Shape 98"/>
        <p:cNvGrpSpPr/>
        <p:nvPr/>
      </p:nvGrpSpPr>
      <p:grpSpPr>
        <a:xfrm>
          <a:off x="0" y="0"/>
          <a:ext cx="0" cy="0"/>
          <a:chOff x="0" y="0"/>
          <a:chExt cx="0" cy="0"/>
        </a:xfrm>
      </p:grpSpPr>
      <p:sp>
        <p:nvSpPr>
          <p:cNvPr id="99" name="Google Shape;99;g3f723343625_0_5"/>
          <p:cNvSpPr txBox="1"/>
          <p:nvPr>
            <p:ph idx="1" type="body"/>
          </p:nvPr>
        </p:nvSpPr>
        <p:spPr>
          <a:xfrm>
            <a:off x="457200"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300"/>
              <a:buFont typeface="Plus Jakarta Sans"/>
              <a:buNone/>
              <a:defRPr b="0" i="0" sz="1300">
                <a:solidFill>
                  <a:schemeClr val="lt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SzPts val="1320"/>
              <a:buFont typeface="Plus Jakarta Sans"/>
              <a:buNone/>
              <a:defRPr>
                <a:solidFill>
                  <a:schemeClr val="lt1"/>
                </a:solidFill>
              </a:defRPr>
            </a:lvl2pPr>
            <a:lvl3pPr indent="-304800" lvl="2" marL="1371600" algn="l">
              <a:lnSpc>
                <a:spcPct val="100000"/>
              </a:lnSpc>
              <a:spcBef>
                <a:spcPts val="200"/>
              </a:spcBef>
              <a:spcAft>
                <a:spcPts val="0"/>
              </a:spcAft>
              <a:buSzPts val="1200"/>
              <a:buChar char="•"/>
              <a:defRPr>
                <a:solidFill>
                  <a:schemeClr val="lt1"/>
                </a:solidFill>
              </a:defRPr>
            </a:lvl3pPr>
            <a:lvl4pPr indent="-279400" lvl="3" marL="1828800" algn="l">
              <a:lnSpc>
                <a:spcPct val="100000"/>
              </a:lnSpc>
              <a:spcBef>
                <a:spcPts val="160"/>
              </a:spcBef>
              <a:spcAft>
                <a:spcPts val="0"/>
              </a:spcAft>
              <a:buClr>
                <a:schemeClr val="lt1"/>
              </a:buClr>
              <a:buSzPts val="800"/>
              <a:buChar char="–"/>
              <a:defRPr>
                <a:solidFill>
                  <a:schemeClr val="lt1"/>
                </a:solidFill>
              </a:defRPr>
            </a:lvl4pPr>
            <a:lvl5pPr indent="-279400" lvl="4" marL="2286000" algn="l">
              <a:lnSpc>
                <a:spcPct val="100000"/>
              </a:lnSpc>
              <a:spcBef>
                <a:spcPts val="160"/>
              </a:spcBef>
              <a:spcAft>
                <a:spcPts val="0"/>
              </a:spcAft>
              <a:buClr>
                <a:schemeClr val="lt1"/>
              </a:buClr>
              <a:buSzPts val="8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100" name="Google Shape;100;g3f723343625_0_5"/>
          <p:cNvPicPr preferRelativeResize="0"/>
          <p:nvPr/>
        </p:nvPicPr>
        <p:blipFill rotWithShape="1">
          <a:blip r:embed="rId2">
            <a:alphaModFix/>
          </a:blip>
          <a:srcRect b="0" l="0" r="0" t="0"/>
          <a:stretch/>
        </p:blipFill>
        <p:spPr>
          <a:xfrm>
            <a:off x="457200" y="686457"/>
            <a:ext cx="2321469" cy="285093"/>
          </a:xfrm>
          <a:prstGeom prst="rect">
            <a:avLst/>
          </a:prstGeom>
          <a:noFill/>
          <a:ln>
            <a:noFill/>
          </a:ln>
        </p:spPr>
      </p:pic>
      <p:pic>
        <p:nvPicPr>
          <p:cNvPr id="101" name="Google Shape;101;g3f723343625_0_5"/>
          <p:cNvPicPr preferRelativeResize="0"/>
          <p:nvPr/>
        </p:nvPicPr>
        <p:blipFill rotWithShape="1">
          <a:blip r:embed="rId3">
            <a:alphaModFix/>
          </a:blip>
          <a:srcRect b="1168" l="36260" r="-4651" t="3129"/>
          <a:stretch/>
        </p:blipFill>
        <p:spPr>
          <a:xfrm rot="5400000">
            <a:off x="6285751" y="-113456"/>
            <a:ext cx="2744888" cy="2971799"/>
          </a:xfrm>
          <a:prstGeom prst="rect">
            <a:avLst/>
          </a:prstGeom>
          <a:noFill/>
          <a:ln>
            <a:noFill/>
          </a:ln>
        </p:spPr>
      </p:pic>
      <p:sp>
        <p:nvSpPr>
          <p:cNvPr id="102" name="Google Shape;102;g3f723343625_0_5"/>
          <p:cNvSpPr txBox="1"/>
          <p:nvPr>
            <p:ph type="title"/>
          </p:nvPr>
        </p:nvSpPr>
        <p:spPr>
          <a:xfrm>
            <a:off x="457200" y="1908100"/>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3" name="Google Shape;103;g3f723343625_0_5"/>
          <p:cNvSpPr txBox="1"/>
          <p:nvPr>
            <p:ph idx="2" type="body"/>
          </p:nvPr>
        </p:nvSpPr>
        <p:spPr>
          <a:xfrm>
            <a:off x="457200" y="2604200"/>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04" name="Google Shape;104;g3f723343625_0_5"/>
          <p:cNvSpPr/>
          <p:nvPr/>
        </p:nvSpPr>
        <p:spPr>
          <a:xfrm>
            <a:off x="331875" y="4801925"/>
            <a:ext cx="2404800" cy="187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05" name="Google Shape;105;g3f723343625_0_5"/>
          <p:cNvSpPr/>
          <p:nvPr/>
        </p:nvSpPr>
        <p:spPr>
          <a:xfrm>
            <a:off x="7524900" y="4748600"/>
            <a:ext cx="1239900" cy="210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Left | White">
  <p:cSld name="4_Custom Layout_2_1">
    <p:bg>
      <p:bgPr>
        <a:solidFill>
          <a:schemeClr val="lt1"/>
        </a:solidFill>
      </p:bgPr>
    </p:bg>
    <p:spTree>
      <p:nvGrpSpPr>
        <p:cNvPr id="106" name="Shape 106"/>
        <p:cNvGrpSpPr/>
        <p:nvPr/>
      </p:nvGrpSpPr>
      <p:grpSpPr>
        <a:xfrm>
          <a:off x="0" y="0"/>
          <a:ext cx="0" cy="0"/>
          <a:chOff x="0" y="0"/>
          <a:chExt cx="0" cy="0"/>
        </a:xfrm>
      </p:grpSpPr>
      <p:sp>
        <p:nvSpPr>
          <p:cNvPr id="107" name="Google Shape;107;g3f723343625_0_13"/>
          <p:cNvSpPr/>
          <p:nvPr/>
        </p:nvSpPr>
        <p:spPr>
          <a:xfrm>
            <a:off x="261600" y="4630175"/>
            <a:ext cx="2553000" cy="468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08" name="Google Shape;108;g3f723343625_0_13"/>
          <p:cNvSpPr txBox="1"/>
          <p:nvPr>
            <p:ph idx="1" type="body"/>
          </p:nvPr>
        </p:nvSpPr>
        <p:spPr>
          <a:xfrm>
            <a:off x="3670625"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dk1"/>
              </a:buClr>
              <a:buSzPts val="1300"/>
              <a:buFont typeface="Plus Jakarta Sans"/>
              <a:buNone/>
              <a:defRPr b="0" i="0" sz="1300">
                <a:solidFill>
                  <a:schemeClr val="dk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Clr>
                <a:srgbClr val="1F2A32"/>
              </a:buClr>
              <a:buSzPts val="1320"/>
              <a:buFont typeface="Plus Jakarta Sans"/>
              <a:buNone/>
              <a:defRPr>
                <a:solidFill>
                  <a:srgbClr val="1F2A32"/>
                </a:solidFill>
              </a:defRPr>
            </a:lvl2pPr>
            <a:lvl3pPr indent="-304800" lvl="2" marL="1371600" algn="l">
              <a:lnSpc>
                <a:spcPct val="100000"/>
              </a:lnSpc>
              <a:spcBef>
                <a:spcPts val="200"/>
              </a:spcBef>
              <a:spcAft>
                <a:spcPts val="0"/>
              </a:spcAft>
              <a:buClr>
                <a:srgbClr val="4E5661"/>
              </a:buClr>
              <a:buSzPts val="1200"/>
              <a:buChar char="•"/>
              <a:defRPr>
                <a:solidFill>
                  <a:srgbClr val="4E5661"/>
                </a:solidFill>
              </a:defRPr>
            </a:lvl3pPr>
            <a:lvl4pPr indent="-279400" lvl="3" marL="1828800" algn="l">
              <a:lnSpc>
                <a:spcPct val="100000"/>
              </a:lnSpc>
              <a:spcBef>
                <a:spcPts val="160"/>
              </a:spcBef>
              <a:spcAft>
                <a:spcPts val="0"/>
              </a:spcAft>
              <a:buClr>
                <a:srgbClr val="4E5661"/>
              </a:buClr>
              <a:buSzPts val="800"/>
              <a:buChar char="–"/>
              <a:defRPr>
                <a:solidFill>
                  <a:srgbClr val="4E5661"/>
                </a:solidFill>
              </a:defRPr>
            </a:lvl4pPr>
            <a:lvl5pPr indent="-279400" lvl="4" marL="2286000" algn="l">
              <a:lnSpc>
                <a:spcPct val="100000"/>
              </a:lnSpc>
              <a:spcBef>
                <a:spcPts val="160"/>
              </a:spcBef>
              <a:spcAft>
                <a:spcPts val="0"/>
              </a:spcAft>
              <a:buClr>
                <a:srgbClr val="4E5661"/>
              </a:buClr>
              <a:buSzPts val="800"/>
              <a:buChar char="»"/>
              <a:defRPr>
                <a:solidFill>
                  <a:srgbClr val="4E5661"/>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109" name="Google Shape;109;g3f723343625_0_13"/>
          <p:cNvSpPr/>
          <p:nvPr/>
        </p:nvSpPr>
        <p:spPr>
          <a:xfrm>
            <a:off x="529300" y="991125"/>
            <a:ext cx="1306200" cy="4077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Plus Jakarta Sans"/>
              <a:ea typeface="Plus Jakarta Sans"/>
              <a:cs typeface="Plus Jakarta Sans"/>
              <a:sym typeface="Plus Jakarta Sans"/>
            </a:endParaRPr>
          </a:p>
        </p:txBody>
      </p:sp>
      <p:pic>
        <p:nvPicPr>
          <p:cNvPr id="110" name="Google Shape;110;g3f723343625_0_13"/>
          <p:cNvPicPr preferRelativeResize="0"/>
          <p:nvPr/>
        </p:nvPicPr>
        <p:blipFill rotWithShape="1">
          <a:blip r:embed="rId2">
            <a:alphaModFix/>
          </a:blip>
          <a:srcRect b="0" l="0" r="0" t="0"/>
          <a:stretch/>
        </p:blipFill>
        <p:spPr>
          <a:xfrm>
            <a:off x="3670625" y="1363032"/>
            <a:ext cx="2321469" cy="285093"/>
          </a:xfrm>
          <a:prstGeom prst="rect">
            <a:avLst/>
          </a:prstGeom>
          <a:noFill/>
          <a:ln>
            <a:noFill/>
          </a:ln>
        </p:spPr>
      </p:pic>
      <p:pic>
        <p:nvPicPr>
          <p:cNvPr id="111" name="Google Shape;111;g3f723343625_0_13"/>
          <p:cNvPicPr preferRelativeResize="0"/>
          <p:nvPr/>
        </p:nvPicPr>
        <p:blipFill rotWithShape="1">
          <a:blip r:embed="rId3">
            <a:alphaModFix/>
          </a:blip>
          <a:srcRect b="9229" l="50" r="28735" t="23653"/>
          <a:stretch/>
        </p:blipFill>
        <p:spPr>
          <a:xfrm rot="10800000">
            <a:off x="4976" y="-4300"/>
            <a:ext cx="3101374" cy="5148975"/>
          </a:xfrm>
          <a:prstGeom prst="rect">
            <a:avLst/>
          </a:prstGeom>
          <a:noFill/>
          <a:ln>
            <a:noFill/>
          </a:ln>
        </p:spPr>
      </p:pic>
      <p:sp>
        <p:nvSpPr>
          <p:cNvPr id="112" name="Google Shape;112;g3f723343625_0_13"/>
          <p:cNvSpPr txBox="1"/>
          <p:nvPr>
            <p:ph type="title"/>
          </p:nvPr>
        </p:nvSpPr>
        <p:spPr>
          <a:xfrm>
            <a:off x="3670625" y="2160475"/>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dk1"/>
              </a:buClr>
              <a:buSzPts val="2100"/>
              <a:buNone/>
              <a:defRPr sz="2300">
                <a:solidFill>
                  <a:schemeClr val="dk1"/>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p:txBody>
      </p:sp>
      <p:sp>
        <p:nvSpPr>
          <p:cNvPr id="113" name="Google Shape;113;g3f723343625_0_13"/>
          <p:cNvSpPr txBox="1"/>
          <p:nvPr>
            <p:ph idx="2" type="body"/>
          </p:nvPr>
        </p:nvSpPr>
        <p:spPr>
          <a:xfrm>
            <a:off x="3670625" y="2856575"/>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800"/>
              <a:buFont typeface="Plus Jakarta Sans SemiBold"/>
              <a:buNone/>
              <a:defRPr>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4" name="Google Shape;114;g3f723343625_0_13"/>
          <p:cNvSpPr/>
          <p:nvPr/>
        </p:nvSpPr>
        <p:spPr>
          <a:xfrm>
            <a:off x="7524900" y="4748600"/>
            <a:ext cx="1239900" cy="210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Left | Twilight">
  <p:cSld name="4_Custom Layout_2_1_1">
    <p:bg>
      <p:bgPr>
        <a:solidFill>
          <a:schemeClr val="dk1"/>
        </a:solidFill>
      </p:bgPr>
    </p:bg>
    <p:spTree>
      <p:nvGrpSpPr>
        <p:cNvPr id="115" name="Shape 115"/>
        <p:cNvGrpSpPr/>
        <p:nvPr/>
      </p:nvGrpSpPr>
      <p:grpSpPr>
        <a:xfrm>
          <a:off x="0" y="0"/>
          <a:ext cx="0" cy="0"/>
          <a:chOff x="0" y="0"/>
          <a:chExt cx="0" cy="0"/>
        </a:xfrm>
      </p:grpSpPr>
      <p:sp>
        <p:nvSpPr>
          <p:cNvPr id="116" name="Google Shape;116;g3f723343625_0_22"/>
          <p:cNvSpPr/>
          <p:nvPr/>
        </p:nvSpPr>
        <p:spPr>
          <a:xfrm>
            <a:off x="261600" y="4630175"/>
            <a:ext cx="2553000" cy="468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17" name="Google Shape;117;g3f723343625_0_22"/>
          <p:cNvSpPr txBox="1"/>
          <p:nvPr>
            <p:ph idx="1" type="body"/>
          </p:nvPr>
        </p:nvSpPr>
        <p:spPr>
          <a:xfrm>
            <a:off x="3670625"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300"/>
              <a:buFont typeface="Plus Jakarta Sans"/>
              <a:buNone/>
              <a:defRPr b="0" i="0" sz="1300">
                <a:solidFill>
                  <a:schemeClr val="lt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SzPts val="1320"/>
              <a:buFont typeface="Plus Jakarta Sans"/>
              <a:buNone/>
              <a:defRPr>
                <a:solidFill>
                  <a:schemeClr val="lt1"/>
                </a:solidFill>
              </a:defRPr>
            </a:lvl2pPr>
            <a:lvl3pPr indent="-304800" lvl="2" marL="1371600" algn="l">
              <a:lnSpc>
                <a:spcPct val="100000"/>
              </a:lnSpc>
              <a:spcBef>
                <a:spcPts val="200"/>
              </a:spcBef>
              <a:spcAft>
                <a:spcPts val="0"/>
              </a:spcAft>
              <a:buSzPts val="1200"/>
              <a:buChar char="•"/>
              <a:defRPr>
                <a:solidFill>
                  <a:schemeClr val="lt1"/>
                </a:solidFill>
              </a:defRPr>
            </a:lvl3pPr>
            <a:lvl4pPr indent="-279400" lvl="3" marL="1828800" algn="l">
              <a:lnSpc>
                <a:spcPct val="100000"/>
              </a:lnSpc>
              <a:spcBef>
                <a:spcPts val="160"/>
              </a:spcBef>
              <a:spcAft>
                <a:spcPts val="0"/>
              </a:spcAft>
              <a:buClr>
                <a:schemeClr val="lt1"/>
              </a:buClr>
              <a:buSzPts val="800"/>
              <a:buChar char="–"/>
              <a:defRPr>
                <a:solidFill>
                  <a:schemeClr val="lt1"/>
                </a:solidFill>
              </a:defRPr>
            </a:lvl4pPr>
            <a:lvl5pPr indent="-279400" lvl="4" marL="2286000" algn="l">
              <a:lnSpc>
                <a:spcPct val="100000"/>
              </a:lnSpc>
              <a:spcBef>
                <a:spcPts val="160"/>
              </a:spcBef>
              <a:spcAft>
                <a:spcPts val="0"/>
              </a:spcAft>
              <a:buClr>
                <a:schemeClr val="lt1"/>
              </a:buClr>
              <a:buSzPts val="8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18" name="Google Shape;118;g3f723343625_0_22"/>
          <p:cNvSpPr/>
          <p:nvPr/>
        </p:nvSpPr>
        <p:spPr>
          <a:xfrm>
            <a:off x="529300" y="1027300"/>
            <a:ext cx="1306200" cy="4041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id="119" name="Google Shape;119;g3f723343625_0_22"/>
          <p:cNvPicPr preferRelativeResize="0"/>
          <p:nvPr/>
        </p:nvPicPr>
        <p:blipFill rotWithShape="1">
          <a:blip r:embed="rId2">
            <a:alphaModFix/>
          </a:blip>
          <a:srcRect b="0" l="0" r="0" t="0"/>
          <a:stretch/>
        </p:blipFill>
        <p:spPr>
          <a:xfrm>
            <a:off x="3670625" y="1363032"/>
            <a:ext cx="2321469" cy="285093"/>
          </a:xfrm>
          <a:prstGeom prst="rect">
            <a:avLst/>
          </a:prstGeom>
          <a:noFill/>
          <a:ln>
            <a:noFill/>
          </a:ln>
        </p:spPr>
      </p:pic>
      <p:pic>
        <p:nvPicPr>
          <p:cNvPr id="120" name="Google Shape;120;g3f723343625_0_22"/>
          <p:cNvPicPr preferRelativeResize="0"/>
          <p:nvPr/>
        </p:nvPicPr>
        <p:blipFill rotWithShape="1">
          <a:blip r:embed="rId3">
            <a:alphaModFix/>
          </a:blip>
          <a:srcRect b="9176" l="-43" r="28736" t="23552"/>
          <a:stretch/>
        </p:blipFill>
        <p:spPr>
          <a:xfrm rot="10800000">
            <a:off x="4301" y="-4301"/>
            <a:ext cx="3102049" cy="5155101"/>
          </a:xfrm>
          <a:prstGeom prst="rect">
            <a:avLst/>
          </a:prstGeom>
          <a:noFill/>
          <a:ln>
            <a:noFill/>
          </a:ln>
        </p:spPr>
      </p:pic>
      <p:sp>
        <p:nvSpPr>
          <p:cNvPr id="121" name="Google Shape;121;g3f723343625_0_22"/>
          <p:cNvSpPr txBox="1"/>
          <p:nvPr>
            <p:ph type="title"/>
          </p:nvPr>
        </p:nvSpPr>
        <p:spPr>
          <a:xfrm>
            <a:off x="3670625" y="2160475"/>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2" name="Google Shape;122;g3f723343625_0_22"/>
          <p:cNvSpPr txBox="1"/>
          <p:nvPr>
            <p:ph idx="2" type="body"/>
          </p:nvPr>
        </p:nvSpPr>
        <p:spPr>
          <a:xfrm>
            <a:off x="3670625" y="2856575"/>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23" name="Google Shape;123;g3f723343625_0_22"/>
          <p:cNvSpPr/>
          <p:nvPr/>
        </p:nvSpPr>
        <p:spPr>
          <a:xfrm>
            <a:off x="7524900" y="4748600"/>
            <a:ext cx="1239900" cy="210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 Nodes at the Bottom | Orange">
  <p:cSld name="4_Custom Layout_1_1">
    <p:bg>
      <p:bgPr>
        <a:solidFill>
          <a:schemeClr val="accent1"/>
        </a:solidFill>
      </p:bgPr>
    </p:bg>
    <p:spTree>
      <p:nvGrpSpPr>
        <p:cNvPr id="124" name="Shape 124"/>
        <p:cNvGrpSpPr/>
        <p:nvPr/>
      </p:nvGrpSpPr>
      <p:grpSpPr>
        <a:xfrm>
          <a:off x="0" y="0"/>
          <a:ext cx="0" cy="0"/>
          <a:chOff x="0" y="0"/>
          <a:chExt cx="0" cy="0"/>
        </a:xfrm>
      </p:grpSpPr>
      <p:sp>
        <p:nvSpPr>
          <p:cNvPr id="125" name="Google Shape;125;g3f723343625_0_31"/>
          <p:cNvSpPr/>
          <p:nvPr/>
        </p:nvSpPr>
        <p:spPr>
          <a:xfrm>
            <a:off x="261600" y="4630175"/>
            <a:ext cx="2553000" cy="468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id="126" name="Google Shape;126;g3f723343625_0_31"/>
          <p:cNvPicPr preferRelativeResize="0"/>
          <p:nvPr/>
        </p:nvPicPr>
        <p:blipFill rotWithShape="1">
          <a:blip r:embed="rId2">
            <a:alphaModFix/>
          </a:blip>
          <a:srcRect b="3387" l="16421" r="40904" t="662"/>
          <a:stretch/>
        </p:blipFill>
        <p:spPr>
          <a:xfrm rot="5400000">
            <a:off x="2756549" y="-1247399"/>
            <a:ext cx="3630903" cy="9150900"/>
          </a:xfrm>
          <a:prstGeom prst="rect">
            <a:avLst/>
          </a:prstGeom>
          <a:noFill/>
          <a:ln>
            <a:noFill/>
          </a:ln>
        </p:spPr>
      </p:pic>
      <p:sp>
        <p:nvSpPr>
          <p:cNvPr id="127" name="Google Shape;127;g3f723343625_0_31"/>
          <p:cNvSpPr/>
          <p:nvPr/>
        </p:nvSpPr>
        <p:spPr>
          <a:xfrm>
            <a:off x="150" y="1473425"/>
            <a:ext cx="9144000" cy="3630900"/>
          </a:xfrm>
          <a:prstGeom prst="rect">
            <a:avLst/>
          </a:prstGeom>
          <a:gradFill>
            <a:gsLst>
              <a:gs pos="0">
                <a:schemeClr val="accent1"/>
              </a:gs>
              <a:gs pos="25000">
                <a:schemeClr val="accent1"/>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28" name="Google Shape;128;g3f723343625_0_31"/>
          <p:cNvSpPr txBox="1"/>
          <p:nvPr>
            <p:ph type="title"/>
          </p:nvPr>
        </p:nvSpPr>
        <p:spPr>
          <a:xfrm>
            <a:off x="457200" y="1938688"/>
            <a:ext cx="76200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3300"/>
              <a:buFont typeface="Plus Jakarta Sans"/>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29" name="Google Shape;129;g3f723343625_0_31"/>
          <p:cNvSpPr txBox="1"/>
          <p:nvPr>
            <p:ph idx="1" type="body"/>
          </p:nvPr>
        </p:nvSpPr>
        <p:spPr>
          <a:xfrm>
            <a:off x="457200" y="2634807"/>
            <a:ext cx="75438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800"/>
              <a:buFont typeface="Plus Jakarta Sans SemiBold"/>
              <a:buNone/>
              <a:defRPr>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130" name="Google Shape;130;g3f723343625_0_31"/>
          <p:cNvPicPr preferRelativeResize="0"/>
          <p:nvPr/>
        </p:nvPicPr>
        <p:blipFill rotWithShape="1">
          <a:blip r:embed="rId3">
            <a:alphaModFix/>
          </a:blip>
          <a:srcRect b="0" l="0" r="0" t="0"/>
          <a:stretch/>
        </p:blipFill>
        <p:spPr>
          <a:xfrm>
            <a:off x="609600" y="686457"/>
            <a:ext cx="2321469" cy="285093"/>
          </a:xfrm>
          <a:prstGeom prst="rect">
            <a:avLst/>
          </a:prstGeom>
          <a:noFill/>
          <a:ln>
            <a:noFill/>
          </a:ln>
        </p:spPr>
      </p:pic>
      <p:pic>
        <p:nvPicPr>
          <p:cNvPr id="131" name="Google Shape;131;g3f723343625_0_31"/>
          <p:cNvPicPr preferRelativeResize="0"/>
          <p:nvPr/>
        </p:nvPicPr>
        <p:blipFill rotWithShape="1">
          <a:blip r:embed="rId4">
            <a:alphaModFix/>
          </a:blip>
          <a:srcRect b="0" l="0" r="0" t="0"/>
          <a:stretch/>
        </p:blipFill>
        <p:spPr>
          <a:xfrm>
            <a:off x="457200" y="686452"/>
            <a:ext cx="2321475" cy="285098"/>
          </a:xfrm>
          <a:prstGeom prst="rect">
            <a:avLst/>
          </a:prstGeom>
          <a:noFill/>
          <a:ln>
            <a:noFill/>
          </a:ln>
        </p:spPr>
      </p:pic>
      <p:sp>
        <p:nvSpPr>
          <p:cNvPr id="132" name="Google Shape;132;g3f723343625_0_31"/>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a:t>
            </a:r>
            <a:endParaRPr b="0" i="0" sz="600" u="none" cap="none" strike="noStrik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Blue Nodes on the Right">
  <p:cSld name="3_Custom Layout">
    <p:spTree>
      <p:nvGrpSpPr>
        <p:cNvPr id="133" name="Shape 133"/>
        <p:cNvGrpSpPr/>
        <p:nvPr/>
      </p:nvGrpSpPr>
      <p:grpSpPr>
        <a:xfrm>
          <a:off x="0" y="0"/>
          <a:ext cx="0" cy="0"/>
          <a:chOff x="0" y="0"/>
          <a:chExt cx="0" cy="0"/>
        </a:xfrm>
      </p:grpSpPr>
      <p:sp>
        <p:nvSpPr>
          <p:cNvPr id="134" name="Google Shape;134;g3f723343625_0_40"/>
          <p:cNvSpPr txBox="1"/>
          <p:nvPr>
            <p:ph idx="1" type="body"/>
          </p:nvPr>
        </p:nvSpPr>
        <p:spPr>
          <a:xfrm>
            <a:off x="457200"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3"/>
              </a:buClr>
              <a:buSzPts val="1300"/>
              <a:buFont typeface="Plus Jakarta Sans"/>
              <a:buNone/>
              <a:defRPr b="0" i="0" sz="1300">
                <a:solidFill>
                  <a:schemeClr val="accent3"/>
                </a:solidFill>
                <a:latin typeface="Plus Jakarta Sans"/>
                <a:ea typeface="Plus Jakarta Sans"/>
                <a:cs typeface="Plus Jakarta Sans"/>
                <a:sym typeface="Plus Jakarta Sans"/>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135" name="Google Shape;135;g3f723343625_0_40"/>
          <p:cNvPicPr preferRelativeResize="0"/>
          <p:nvPr/>
        </p:nvPicPr>
        <p:blipFill rotWithShape="1">
          <a:blip r:embed="rId2">
            <a:alphaModFix/>
          </a:blip>
          <a:srcRect b="0" l="0" r="0" t="0"/>
          <a:stretch/>
        </p:blipFill>
        <p:spPr>
          <a:xfrm>
            <a:off x="457200" y="686457"/>
            <a:ext cx="2321469" cy="285093"/>
          </a:xfrm>
          <a:prstGeom prst="rect">
            <a:avLst/>
          </a:prstGeom>
          <a:noFill/>
          <a:ln>
            <a:noFill/>
          </a:ln>
        </p:spPr>
      </p:pic>
      <p:sp>
        <p:nvSpPr>
          <p:cNvPr id="136" name="Google Shape;136;g3f723343625_0_40"/>
          <p:cNvSpPr txBox="1"/>
          <p:nvPr>
            <p:ph idx="2" type="body"/>
          </p:nvPr>
        </p:nvSpPr>
        <p:spPr>
          <a:xfrm>
            <a:off x="457200" y="2604207"/>
            <a:ext cx="75438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800"/>
              <a:buFont typeface="Plus Jakarta Sans SemiBold"/>
              <a:buNone/>
              <a:defRPr>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137" name="Google Shape;137;g3f723343625_0_40"/>
          <p:cNvPicPr preferRelativeResize="0"/>
          <p:nvPr/>
        </p:nvPicPr>
        <p:blipFill rotWithShape="1">
          <a:blip r:embed="rId3">
            <a:alphaModFix/>
          </a:blip>
          <a:srcRect b="1168" l="36260" r="-4651" t="3129"/>
          <a:stretch/>
        </p:blipFill>
        <p:spPr>
          <a:xfrm rot="5400000">
            <a:off x="6285751" y="-113456"/>
            <a:ext cx="2744888" cy="2971799"/>
          </a:xfrm>
          <a:prstGeom prst="rect">
            <a:avLst/>
          </a:prstGeom>
          <a:noFill/>
          <a:ln>
            <a:noFill/>
          </a:ln>
        </p:spPr>
      </p:pic>
      <p:sp>
        <p:nvSpPr>
          <p:cNvPr id="138" name="Google Shape;138;g3f723343625_0_40"/>
          <p:cNvSpPr/>
          <p:nvPr/>
        </p:nvSpPr>
        <p:spPr>
          <a:xfrm>
            <a:off x="347525" y="4749625"/>
            <a:ext cx="1795500" cy="285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39" name="Google Shape;139;g3f723343625_0_40"/>
          <p:cNvSpPr txBox="1"/>
          <p:nvPr>
            <p:ph type="title"/>
          </p:nvPr>
        </p:nvSpPr>
        <p:spPr>
          <a:xfrm>
            <a:off x="457200" y="1908088"/>
            <a:ext cx="76200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0" name="Google Shape;140;g3f723343625_0_40"/>
          <p:cNvSpPr/>
          <p:nvPr/>
        </p:nvSpPr>
        <p:spPr>
          <a:xfrm>
            <a:off x="7492100" y="4709250"/>
            <a:ext cx="1299000" cy="308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White ">
  <p:cSld name="30_Title and Content">
    <p:spTree>
      <p:nvGrpSpPr>
        <p:cNvPr id="141" name="Shape 141"/>
        <p:cNvGrpSpPr/>
        <p:nvPr/>
      </p:nvGrpSpPr>
      <p:grpSpPr>
        <a:xfrm>
          <a:off x="0" y="0"/>
          <a:ext cx="0" cy="0"/>
          <a:chOff x="0" y="0"/>
          <a:chExt cx="0" cy="0"/>
        </a:xfrm>
      </p:grpSpPr>
      <p:pic>
        <p:nvPicPr>
          <p:cNvPr id="142" name="Google Shape;142;g3f723343625_0_48"/>
          <p:cNvPicPr preferRelativeResize="0"/>
          <p:nvPr/>
        </p:nvPicPr>
        <p:blipFill rotWithShape="1">
          <a:blip r:embed="rId2">
            <a:alphaModFix/>
          </a:blip>
          <a:srcRect b="0" l="0" r="0" t="0"/>
          <a:stretch/>
        </p:blipFill>
        <p:spPr>
          <a:xfrm>
            <a:off x="3634355" y="4452254"/>
            <a:ext cx="1875288" cy="230299"/>
          </a:xfrm>
          <a:prstGeom prst="rect">
            <a:avLst/>
          </a:prstGeom>
          <a:noFill/>
          <a:ln>
            <a:noFill/>
          </a:ln>
        </p:spPr>
      </p:pic>
      <p:sp>
        <p:nvSpPr>
          <p:cNvPr id="143" name="Google Shape;143;g3f723343625_0_48"/>
          <p:cNvSpPr/>
          <p:nvPr/>
        </p:nvSpPr>
        <p:spPr>
          <a:xfrm>
            <a:off x="381000" y="209550"/>
            <a:ext cx="381000" cy="609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144" name="Google Shape;144;g3f723343625_0_48"/>
          <p:cNvPicPr preferRelativeResize="0"/>
          <p:nvPr/>
        </p:nvPicPr>
        <p:blipFill rotWithShape="1">
          <a:blip r:embed="rId3">
            <a:alphaModFix/>
          </a:blip>
          <a:srcRect b="47312" l="110" r="31190" t="17598"/>
          <a:stretch/>
        </p:blipFill>
        <p:spPr>
          <a:xfrm rot="-5400000">
            <a:off x="6830600" y="238375"/>
            <a:ext cx="2567650" cy="2078200"/>
          </a:xfrm>
          <a:prstGeom prst="rect">
            <a:avLst/>
          </a:prstGeom>
          <a:noFill/>
          <a:ln>
            <a:noFill/>
          </a:ln>
        </p:spPr>
      </p:pic>
      <p:sp>
        <p:nvSpPr>
          <p:cNvPr id="145" name="Google Shape;145;g3f723343625_0_48"/>
          <p:cNvSpPr/>
          <p:nvPr/>
        </p:nvSpPr>
        <p:spPr>
          <a:xfrm>
            <a:off x="347525" y="4749625"/>
            <a:ext cx="1795500" cy="285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46" name="Google Shape;146;g3f723343625_0_48"/>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rgbClr val="5555FA"/>
              </a:buClr>
              <a:buSzPts val="1400"/>
              <a:buFont typeface="Plus Jakarta Sans SemiBold"/>
              <a:buNone/>
              <a:defRPr i="0">
                <a:solidFill>
                  <a:srgbClr val="5555FA"/>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SzPts val="1260"/>
              <a:buFont typeface="Arial"/>
              <a:buNone/>
              <a:defRPr sz="1050">
                <a:latin typeface="Arial"/>
                <a:ea typeface="Arial"/>
                <a:cs typeface="Arial"/>
                <a:sym typeface="Arial"/>
              </a:defRPr>
            </a:lvl2pPr>
            <a:lvl3pPr indent="-228600" lvl="2" marL="1371600" algn="l">
              <a:lnSpc>
                <a:spcPct val="100000"/>
              </a:lnSpc>
              <a:spcBef>
                <a:spcPts val="210"/>
              </a:spcBef>
              <a:spcAft>
                <a:spcPts val="0"/>
              </a:spcAft>
              <a:buSzPts val="1260"/>
              <a:buFont typeface="Arial"/>
              <a:buNone/>
              <a:defRPr sz="1050">
                <a:latin typeface="Arial"/>
                <a:ea typeface="Arial"/>
                <a:cs typeface="Arial"/>
                <a:sym typeface="Arial"/>
              </a:defRPr>
            </a:lvl3pPr>
            <a:lvl4pPr indent="-228600" lvl="3" marL="1828800" algn="l">
              <a:lnSpc>
                <a:spcPct val="100000"/>
              </a:lnSpc>
              <a:spcBef>
                <a:spcPts val="210"/>
              </a:spcBef>
              <a:spcAft>
                <a:spcPts val="0"/>
              </a:spcAft>
              <a:buClr>
                <a:srgbClr val="4F22FE"/>
              </a:buClr>
              <a:buSzPts val="1050"/>
              <a:buFont typeface="Arial"/>
              <a:buNone/>
              <a:defRPr sz="1050">
                <a:latin typeface="Arial"/>
                <a:ea typeface="Arial"/>
                <a:cs typeface="Arial"/>
                <a:sym typeface="Arial"/>
              </a:defRPr>
            </a:lvl4pPr>
            <a:lvl5pPr indent="-228600" lvl="4" marL="2286000" algn="l">
              <a:lnSpc>
                <a:spcPct val="100000"/>
              </a:lnSpc>
              <a:spcBef>
                <a:spcPts val="210"/>
              </a:spcBef>
              <a:spcAft>
                <a:spcPts val="0"/>
              </a:spcAft>
              <a:buClr>
                <a:srgbClr val="4F22FE"/>
              </a:buClr>
              <a:buSzPts val="1050"/>
              <a:buFont typeface="Arial"/>
              <a:buNone/>
              <a:defRPr sz="105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47" name="Google Shape;147;g3f723343625_0_48"/>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rgbClr val="120046"/>
              </a:buClr>
              <a:buSzPts val="3300"/>
              <a:buFont typeface="Plus Jakarta Sans"/>
              <a:buNone/>
              <a:defRPr b="0" i="0" sz="2300">
                <a:solidFill>
                  <a:srgbClr val="12004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8" name="Google Shape;148;g3f723343625_0_48"/>
          <p:cNvSpPr/>
          <p:nvPr/>
        </p:nvSpPr>
        <p:spPr>
          <a:xfrm>
            <a:off x="7492100" y="4709250"/>
            <a:ext cx="1299000" cy="308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Orange">
  <p:cSld name="38_Title and Content">
    <p:bg>
      <p:bgPr>
        <a:solidFill>
          <a:schemeClr val="accent1"/>
        </a:solidFill>
      </p:bgPr>
    </p:bg>
    <p:spTree>
      <p:nvGrpSpPr>
        <p:cNvPr id="149" name="Shape 149"/>
        <p:cNvGrpSpPr/>
        <p:nvPr/>
      </p:nvGrpSpPr>
      <p:grpSpPr>
        <a:xfrm>
          <a:off x="0" y="0"/>
          <a:ext cx="0" cy="0"/>
          <a:chOff x="0" y="0"/>
          <a:chExt cx="0" cy="0"/>
        </a:xfrm>
      </p:grpSpPr>
      <p:pic>
        <p:nvPicPr>
          <p:cNvPr id="150" name="Google Shape;150;g3f723343625_0_56"/>
          <p:cNvPicPr preferRelativeResize="0"/>
          <p:nvPr/>
        </p:nvPicPr>
        <p:blipFill rotWithShape="1">
          <a:blip r:embed="rId2">
            <a:alphaModFix/>
          </a:blip>
          <a:srcRect b="47335" l="0" r="31295" t="17801"/>
          <a:stretch/>
        </p:blipFill>
        <p:spPr>
          <a:xfrm rot="-5400000">
            <a:off x="6833599" y="250900"/>
            <a:ext cx="2561301" cy="2059499"/>
          </a:xfrm>
          <a:prstGeom prst="rect">
            <a:avLst/>
          </a:prstGeom>
          <a:noFill/>
          <a:ln>
            <a:noFill/>
          </a:ln>
        </p:spPr>
      </p:pic>
      <p:sp>
        <p:nvSpPr>
          <p:cNvPr id="151" name="Google Shape;151;g3f723343625_0_56"/>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indent="-228600" lvl="2" marL="1371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indent="-228600" lvl="3" marL="18288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indent="-228600" lvl="4" marL="22860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152" name="Google Shape;152;g3f723343625_0_56"/>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chemeClr val="lt1"/>
              </a:buClr>
              <a:buSzPts val="3300"/>
              <a:buFont typeface="Plus Jakarta Sans"/>
              <a:buNone/>
              <a:defRPr b="0" i="0"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153" name="Google Shape;153;g3f723343625_0_56"/>
          <p:cNvPicPr preferRelativeResize="0"/>
          <p:nvPr/>
        </p:nvPicPr>
        <p:blipFill rotWithShape="1">
          <a:blip r:embed="rId3">
            <a:alphaModFix/>
          </a:blip>
          <a:srcRect b="0" l="0" r="0" t="0"/>
          <a:stretch/>
        </p:blipFill>
        <p:spPr>
          <a:xfrm>
            <a:off x="3634350" y="4452250"/>
            <a:ext cx="1875325" cy="230300"/>
          </a:xfrm>
          <a:prstGeom prst="rect">
            <a:avLst/>
          </a:prstGeom>
          <a:noFill/>
          <a:ln>
            <a:noFill/>
          </a:ln>
        </p:spPr>
      </p:pic>
      <p:sp>
        <p:nvSpPr>
          <p:cNvPr id="154" name="Google Shape;154;g3f723343625_0_56"/>
          <p:cNvSpPr/>
          <p:nvPr/>
        </p:nvSpPr>
        <p:spPr>
          <a:xfrm>
            <a:off x="261600" y="4630175"/>
            <a:ext cx="2553000" cy="468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_Title &amp; Body | White">
  <p:cSld name="6_Title Only_3_1">
    <p:spTree>
      <p:nvGrpSpPr>
        <p:cNvPr id="155" name="Shape 155"/>
        <p:cNvGrpSpPr/>
        <p:nvPr/>
      </p:nvGrpSpPr>
      <p:grpSpPr>
        <a:xfrm>
          <a:off x="0" y="0"/>
          <a:ext cx="0" cy="0"/>
          <a:chOff x="0" y="0"/>
          <a:chExt cx="0" cy="0"/>
        </a:xfrm>
      </p:grpSpPr>
      <p:sp>
        <p:nvSpPr>
          <p:cNvPr id="156" name="Google Shape;156;g3f723343625_0_6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57" name="Google Shape;157;g3f723343625_0_6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8" name="Google Shape;158;g3f723343625_0_69"/>
          <p:cNvSpPr txBox="1"/>
          <p:nvPr>
            <p:ph idx="1" type="body"/>
          </p:nvPr>
        </p:nvSpPr>
        <p:spPr>
          <a:xfrm>
            <a:off x="457200" y="1375775"/>
            <a:ext cx="41382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159" name="Google Shape;159;g3f723343625_0_69"/>
          <p:cNvSpPr txBox="1"/>
          <p:nvPr>
            <p:ph idx="2" type="subTitle"/>
          </p:nvPr>
        </p:nvSpPr>
        <p:spPr>
          <a:xfrm>
            <a:off x="457200" y="631950"/>
            <a:ext cx="259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extLst>
    <p:ext uri="{DCECCB84-F9BA-43D5-87BE-67443E8EF086}">
      <p15:sldGuideLst>
        <p15:guide id="1" orient="horz" pos="954">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 Twilight">
  <p:cSld name="6_Title Only_3_1_2">
    <p:bg>
      <p:bgPr>
        <a:solidFill>
          <a:schemeClr val="dk1"/>
        </a:solidFill>
      </p:bgPr>
    </p:bg>
    <p:spTree>
      <p:nvGrpSpPr>
        <p:cNvPr id="160" name="Shape 160"/>
        <p:cNvGrpSpPr/>
        <p:nvPr/>
      </p:nvGrpSpPr>
      <p:grpSpPr>
        <a:xfrm>
          <a:off x="0" y="0"/>
          <a:ext cx="0" cy="0"/>
          <a:chOff x="0" y="0"/>
          <a:chExt cx="0" cy="0"/>
        </a:xfrm>
      </p:grpSpPr>
      <p:sp>
        <p:nvSpPr>
          <p:cNvPr id="161" name="Google Shape;161;g3f723343625_0_7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62" name="Google Shape;162;g3f723343625_0_78"/>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163" name="Google Shape;163;g3f723343625_0_78"/>
          <p:cNvSpPr txBox="1"/>
          <p:nvPr>
            <p:ph idx="1" type="body"/>
          </p:nvPr>
        </p:nvSpPr>
        <p:spPr>
          <a:xfrm>
            <a:off x="457200" y="1369992"/>
            <a:ext cx="42009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164" name="Google Shape;164;g3f723343625_0_78"/>
          <p:cNvSpPr txBox="1"/>
          <p:nvPr>
            <p:ph idx="2" type="subTitle"/>
          </p:nvPr>
        </p:nvSpPr>
        <p:spPr>
          <a:xfrm>
            <a:off x="457200" y="631950"/>
            <a:ext cx="259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Text | Twilight">
  <p:cSld name="6_Title Only_3_1_1_1">
    <p:bg>
      <p:bgPr>
        <a:solidFill>
          <a:schemeClr val="dk1"/>
        </a:solidFill>
      </p:bgPr>
    </p:bg>
    <p:spTree>
      <p:nvGrpSpPr>
        <p:cNvPr id="165" name="Shape 165"/>
        <p:cNvGrpSpPr/>
        <p:nvPr/>
      </p:nvGrpSpPr>
      <p:grpSpPr>
        <a:xfrm>
          <a:off x="0" y="0"/>
          <a:ext cx="0" cy="0"/>
          <a:chOff x="0" y="0"/>
          <a:chExt cx="0" cy="0"/>
        </a:xfrm>
      </p:grpSpPr>
      <p:sp>
        <p:nvSpPr>
          <p:cNvPr id="166" name="Google Shape;166;g3f723343625_0_89"/>
          <p:cNvSpPr txBox="1"/>
          <p:nvPr>
            <p:ph idx="1" type="body"/>
          </p:nvPr>
        </p:nvSpPr>
        <p:spPr>
          <a:xfrm>
            <a:off x="457200" y="1267650"/>
            <a:ext cx="38364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167" name="Google Shape;167;g3f723343625_0_8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68" name="Google Shape;168;g3f723343625_0_8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169" name="Google Shape;169;g3f723343625_0_89"/>
          <p:cNvSpPr txBox="1"/>
          <p:nvPr>
            <p:ph idx="2" type="body"/>
          </p:nvPr>
        </p:nvSpPr>
        <p:spPr>
          <a:xfrm>
            <a:off x="47559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170" name="Google Shape;170;g3f723343625_0_89"/>
          <p:cNvSpPr txBox="1"/>
          <p:nvPr>
            <p:ph idx="3" type="subTitle"/>
          </p:nvPr>
        </p:nvSpPr>
        <p:spPr>
          <a:xfrm>
            <a:off x="457200" y="631950"/>
            <a:ext cx="42477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body">
  <p:cSld name="6_Title Only_2_4">
    <p:spTree>
      <p:nvGrpSpPr>
        <p:cNvPr id="171" name="Shape 171"/>
        <p:cNvGrpSpPr/>
        <p:nvPr/>
      </p:nvGrpSpPr>
      <p:grpSpPr>
        <a:xfrm>
          <a:off x="0" y="0"/>
          <a:ext cx="0" cy="0"/>
          <a:chOff x="0" y="0"/>
          <a:chExt cx="0" cy="0"/>
        </a:xfrm>
      </p:grpSpPr>
      <p:sp>
        <p:nvSpPr>
          <p:cNvPr id="172" name="Google Shape;172;g3f723343625_0_10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173" name="Google Shape;173;g3f723343625_0_101"/>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174" name="Google Shape;174;g3f723343625_0_101"/>
          <p:cNvSpPr txBox="1"/>
          <p:nvPr>
            <p:ph idx="1" type="body"/>
          </p:nvPr>
        </p:nvSpPr>
        <p:spPr>
          <a:xfrm>
            <a:off x="32323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5" name="Google Shape;175;g3f723343625_0_101"/>
          <p:cNvSpPr txBox="1"/>
          <p:nvPr>
            <p:ph idx="2" type="body"/>
          </p:nvPr>
        </p:nvSpPr>
        <p:spPr>
          <a:xfrm>
            <a:off x="57457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176" name="Google Shape;176;g3f723343625_0_101"/>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
  <p:cSld name="6_Title Only_2_4_2">
    <p:spTree>
      <p:nvGrpSpPr>
        <p:cNvPr id="177" name="Shape 177"/>
        <p:cNvGrpSpPr/>
        <p:nvPr/>
      </p:nvGrpSpPr>
      <p:grpSpPr>
        <a:xfrm>
          <a:off x="0" y="0"/>
          <a:ext cx="0" cy="0"/>
          <a:chOff x="0" y="0"/>
          <a:chExt cx="0" cy="0"/>
        </a:xfrm>
      </p:grpSpPr>
      <p:sp>
        <p:nvSpPr>
          <p:cNvPr id="178" name="Google Shape;178;g3f723343625_0_10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79" name="Google Shape;179;g3f723343625_0_107"/>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0" name="Google Shape;180;g3f723343625_0_107"/>
          <p:cNvSpPr/>
          <p:nvPr>
            <p:ph idx="2" type="pic"/>
          </p:nvPr>
        </p:nvSpPr>
        <p:spPr>
          <a:xfrm>
            <a:off x="3486875" y="487250"/>
            <a:ext cx="4138200" cy="4053300"/>
          </a:xfrm>
          <a:prstGeom prst="roundRect">
            <a:avLst>
              <a:gd fmla="val 5883" name="adj"/>
            </a:avLst>
          </a:prstGeom>
          <a:noFill/>
          <a:ln>
            <a:noFill/>
          </a:ln>
        </p:spPr>
      </p:sp>
    </p:spTree>
  </p:cSld>
  <p:clrMapOvr>
    <a:masterClrMapping/>
  </p:clrMapOvr>
  <p:transition spd="slow">
    <p:push/>
  </p:transition>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s">
  <p:cSld name="6_Title Only_2_4_1">
    <p:spTree>
      <p:nvGrpSpPr>
        <p:cNvPr id="181" name="Shape 181"/>
        <p:cNvGrpSpPr/>
        <p:nvPr/>
      </p:nvGrpSpPr>
      <p:grpSpPr>
        <a:xfrm>
          <a:off x="0" y="0"/>
          <a:ext cx="0" cy="0"/>
          <a:chOff x="0" y="0"/>
          <a:chExt cx="0" cy="0"/>
        </a:xfrm>
      </p:grpSpPr>
      <p:sp>
        <p:nvSpPr>
          <p:cNvPr id="182" name="Google Shape;182;g3f723343625_0_11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183" name="Google Shape;183;g3f723343625_0_111"/>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184" name="Google Shape;184;g3f723343625_0_111"/>
          <p:cNvSpPr/>
          <p:nvPr>
            <p:ph idx="2" type="pic"/>
          </p:nvPr>
        </p:nvSpPr>
        <p:spPr>
          <a:xfrm>
            <a:off x="5630325" y="497825"/>
            <a:ext cx="1884000" cy="1884000"/>
          </a:xfrm>
          <a:prstGeom prst="roundRect">
            <a:avLst>
              <a:gd fmla="val 8989" name="adj"/>
            </a:avLst>
          </a:prstGeom>
          <a:noFill/>
          <a:ln>
            <a:noFill/>
          </a:ln>
        </p:spPr>
      </p:sp>
      <p:sp>
        <p:nvSpPr>
          <p:cNvPr id="185" name="Google Shape;185;g3f723343625_0_111"/>
          <p:cNvSpPr/>
          <p:nvPr>
            <p:ph idx="3" type="pic"/>
          </p:nvPr>
        </p:nvSpPr>
        <p:spPr>
          <a:xfrm>
            <a:off x="3471325" y="497825"/>
            <a:ext cx="1884000" cy="1884000"/>
          </a:xfrm>
          <a:prstGeom prst="roundRect">
            <a:avLst>
              <a:gd fmla="val 8989" name="adj"/>
            </a:avLst>
          </a:prstGeom>
          <a:noFill/>
          <a:ln>
            <a:noFill/>
          </a:ln>
        </p:spPr>
      </p:sp>
      <p:sp>
        <p:nvSpPr>
          <p:cNvPr id="186" name="Google Shape;186;g3f723343625_0_111"/>
          <p:cNvSpPr/>
          <p:nvPr>
            <p:ph idx="4" type="pic"/>
          </p:nvPr>
        </p:nvSpPr>
        <p:spPr>
          <a:xfrm>
            <a:off x="5630325" y="2603900"/>
            <a:ext cx="1884000" cy="1884000"/>
          </a:xfrm>
          <a:prstGeom prst="roundRect">
            <a:avLst>
              <a:gd fmla="val 8989" name="adj"/>
            </a:avLst>
          </a:prstGeom>
          <a:noFill/>
          <a:ln>
            <a:noFill/>
          </a:ln>
        </p:spPr>
      </p:sp>
      <p:sp>
        <p:nvSpPr>
          <p:cNvPr id="187" name="Google Shape;187;g3f723343625_0_111"/>
          <p:cNvSpPr/>
          <p:nvPr>
            <p:ph idx="5" type="pic"/>
          </p:nvPr>
        </p:nvSpPr>
        <p:spPr>
          <a:xfrm>
            <a:off x="3471325" y="2603900"/>
            <a:ext cx="1884000" cy="1884000"/>
          </a:xfrm>
          <a:prstGeom prst="roundRect">
            <a:avLst>
              <a:gd fmla="val 8989" name="adj"/>
            </a:avLst>
          </a:prstGeom>
          <a:noFill/>
          <a:ln>
            <a:noFill/>
          </a:ln>
        </p:spPr>
      </p:sp>
      <p:sp>
        <p:nvSpPr>
          <p:cNvPr id="188" name="Google Shape;188;g3f723343625_0_111"/>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body _Twilight">
  <p:cSld name="6_Title Only_2_4_3">
    <p:bg>
      <p:bgPr>
        <a:solidFill>
          <a:schemeClr val="accent3"/>
        </a:solidFill>
      </p:bgPr>
    </p:bg>
    <p:spTree>
      <p:nvGrpSpPr>
        <p:cNvPr id="189" name="Shape 189"/>
        <p:cNvGrpSpPr/>
        <p:nvPr/>
      </p:nvGrpSpPr>
      <p:grpSpPr>
        <a:xfrm>
          <a:off x="0" y="0"/>
          <a:ext cx="0" cy="0"/>
          <a:chOff x="0" y="0"/>
          <a:chExt cx="0" cy="0"/>
        </a:xfrm>
      </p:grpSpPr>
      <p:sp>
        <p:nvSpPr>
          <p:cNvPr id="190" name="Google Shape;190;g3f723343625_0_11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91" name="Google Shape;191;g3f723343625_0_119"/>
          <p:cNvSpPr txBox="1"/>
          <p:nvPr>
            <p:ph idx="1" type="body"/>
          </p:nvPr>
        </p:nvSpPr>
        <p:spPr>
          <a:xfrm>
            <a:off x="32323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192" name="Google Shape;192;g3f723343625_0_119"/>
          <p:cNvSpPr txBox="1"/>
          <p:nvPr>
            <p:ph idx="2" type="body"/>
          </p:nvPr>
        </p:nvSpPr>
        <p:spPr>
          <a:xfrm>
            <a:off x="57457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193" name="Google Shape;193;g3f723343625_0_119"/>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2"/>
              </a:buClr>
              <a:buSzPts val="3100"/>
              <a:buNone/>
              <a:defRPr sz="31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 1 _Twilight">
  <p:cSld name="6_Title Only_2_4_2_1">
    <p:bg>
      <p:bgPr>
        <a:solidFill>
          <a:schemeClr val="accent3"/>
        </a:solidFill>
      </p:bgPr>
    </p:bg>
    <p:spTree>
      <p:nvGrpSpPr>
        <p:cNvPr id="194" name="Shape 194"/>
        <p:cNvGrpSpPr/>
        <p:nvPr/>
      </p:nvGrpSpPr>
      <p:grpSpPr>
        <a:xfrm>
          <a:off x="0" y="0"/>
          <a:ext cx="0" cy="0"/>
          <a:chOff x="0" y="0"/>
          <a:chExt cx="0" cy="0"/>
        </a:xfrm>
      </p:grpSpPr>
      <p:sp>
        <p:nvSpPr>
          <p:cNvPr id="195" name="Google Shape;195;g3f723343625_0_12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196" name="Google Shape;196;g3f723343625_0_124"/>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197" name="Google Shape;197;g3f723343625_0_124"/>
          <p:cNvSpPr/>
          <p:nvPr>
            <p:ph idx="2" type="pic"/>
          </p:nvPr>
        </p:nvSpPr>
        <p:spPr>
          <a:xfrm>
            <a:off x="3486875" y="487250"/>
            <a:ext cx="4138200" cy="4053300"/>
          </a:xfrm>
          <a:prstGeom prst="roundRect">
            <a:avLst>
              <a:gd fmla="val 5883" name="adj"/>
            </a:avLst>
          </a:prstGeom>
          <a:noFill/>
          <a:ln>
            <a:noFill/>
          </a:ln>
        </p:spPr>
      </p:sp>
    </p:spTree>
  </p:cSld>
  <p:clrMapOvr>
    <a:masterClrMapping/>
  </p:clrMapOvr>
  <p:transition spd="slow">
    <p:push/>
  </p:transition>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s 1  _Twilight">
  <p:cSld name="6_Title Only_2_4_1_1">
    <p:bg>
      <p:bgPr>
        <a:solidFill>
          <a:schemeClr val="accent3"/>
        </a:solidFill>
      </p:bgPr>
    </p:bg>
    <p:spTree>
      <p:nvGrpSpPr>
        <p:cNvPr id="198" name="Shape 198"/>
        <p:cNvGrpSpPr/>
        <p:nvPr/>
      </p:nvGrpSpPr>
      <p:grpSpPr>
        <a:xfrm>
          <a:off x="0" y="0"/>
          <a:ext cx="0" cy="0"/>
          <a:chOff x="0" y="0"/>
          <a:chExt cx="0" cy="0"/>
        </a:xfrm>
      </p:grpSpPr>
      <p:sp>
        <p:nvSpPr>
          <p:cNvPr id="199" name="Google Shape;199;g3f723343625_0_12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00" name="Google Shape;200;g3f723343625_0_128"/>
          <p:cNvSpPr/>
          <p:nvPr>
            <p:ph idx="2" type="pic"/>
          </p:nvPr>
        </p:nvSpPr>
        <p:spPr>
          <a:xfrm>
            <a:off x="5630325" y="497825"/>
            <a:ext cx="1884000" cy="1884000"/>
          </a:xfrm>
          <a:prstGeom prst="roundRect">
            <a:avLst>
              <a:gd fmla="val 8989" name="adj"/>
            </a:avLst>
          </a:prstGeom>
          <a:noFill/>
          <a:ln>
            <a:noFill/>
          </a:ln>
        </p:spPr>
      </p:sp>
      <p:sp>
        <p:nvSpPr>
          <p:cNvPr id="201" name="Google Shape;201;g3f723343625_0_128"/>
          <p:cNvSpPr/>
          <p:nvPr>
            <p:ph idx="3" type="pic"/>
          </p:nvPr>
        </p:nvSpPr>
        <p:spPr>
          <a:xfrm>
            <a:off x="3471325" y="497825"/>
            <a:ext cx="1884000" cy="1884000"/>
          </a:xfrm>
          <a:prstGeom prst="roundRect">
            <a:avLst>
              <a:gd fmla="val 8989" name="adj"/>
            </a:avLst>
          </a:prstGeom>
          <a:noFill/>
          <a:ln>
            <a:noFill/>
          </a:ln>
        </p:spPr>
      </p:sp>
      <p:sp>
        <p:nvSpPr>
          <p:cNvPr id="202" name="Google Shape;202;g3f723343625_0_128"/>
          <p:cNvSpPr/>
          <p:nvPr>
            <p:ph idx="4" type="pic"/>
          </p:nvPr>
        </p:nvSpPr>
        <p:spPr>
          <a:xfrm>
            <a:off x="5630325" y="2603900"/>
            <a:ext cx="1884000" cy="1884000"/>
          </a:xfrm>
          <a:prstGeom prst="roundRect">
            <a:avLst>
              <a:gd fmla="val 8989" name="adj"/>
            </a:avLst>
          </a:prstGeom>
          <a:noFill/>
          <a:ln>
            <a:noFill/>
          </a:ln>
        </p:spPr>
      </p:sp>
      <p:sp>
        <p:nvSpPr>
          <p:cNvPr id="203" name="Google Shape;203;g3f723343625_0_128"/>
          <p:cNvSpPr/>
          <p:nvPr>
            <p:ph idx="5" type="pic"/>
          </p:nvPr>
        </p:nvSpPr>
        <p:spPr>
          <a:xfrm>
            <a:off x="3471325" y="2603900"/>
            <a:ext cx="1884000" cy="1884000"/>
          </a:xfrm>
          <a:prstGeom prst="roundRect">
            <a:avLst>
              <a:gd fmla="val 8989" name="adj"/>
            </a:avLst>
          </a:prstGeom>
          <a:noFill/>
          <a:ln>
            <a:noFill/>
          </a:ln>
        </p:spPr>
      </p:sp>
      <p:sp>
        <p:nvSpPr>
          <p:cNvPr id="204" name="Google Shape;204;g3f723343625_0_128"/>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Twilight">
  <p:cSld name="6_Title Only_2_3">
    <p:bg>
      <p:bgPr>
        <a:solidFill>
          <a:schemeClr val="accent3"/>
        </a:solidFill>
      </p:bgPr>
    </p:bg>
    <p:spTree>
      <p:nvGrpSpPr>
        <p:cNvPr id="205" name="Shape 205"/>
        <p:cNvGrpSpPr/>
        <p:nvPr/>
      </p:nvGrpSpPr>
      <p:grpSpPr>
        <a:xfrm>
          <a:off x="0" y="0"/>
          <a:ext cx="0" cy="0"/>
          <a:chOff x="0" y="0"/>
          <a:chExt cx="0" cy="0"/>
        </a:xfrm>
      </p:grpSpPr>
      <p:sp>
        <p:nvSpPr>
          <p:cNvPr id="206" name="Google Shape;206;g3f723343625_0_13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07" name="Google Shape;207;g3f723343625_0_135"/>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8" name="Google Shape;208;g3f723343625_0_135"/>
          <p:cNvSpPr txBox="1"/>
          <p:nvPr>
            <p:ph idx="1"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White">
  <p:cSld name="6_Title Only_2_3_1">
    <p:spTree>
      <p:nvGrpSpPr>
        <p:cNvPr id="209" name="Shape 209"/>
        <p:cNvGrpSpPr/>
        <p:nvPr/>
      </p:nvGrpSpPr>
      <p:grpSpPr>
        <a:xfrm>
          <a:off x="0" y="0"/>
          <a:ext cx="0" cy="0"/>
          <a:chOff x="0" y="0"/>
          <a:chExt cx="0" cy="0"/>
        </a:xfrm>
      </p:grpSpPr>
      <p:sp>
        <p:nvSpPr>
          <p:cNvPr id="210" name="Google Shape;210;g3f723343625_0_13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11" name="Google Shape;211;g3f723343625_0_13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2" name="Google Shape;212;g3f723343625_0_139"/>
          <p:cNvSpPr txBox="1"/>
          <p:nvPr>
            <p:ph idx="1"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line Image on the Right">
  <p:cSld name="6_Title Only_1">
    <p:spTree>
      <p:nvGrpSpPr>
        <p:cNvPr id="213" name="Shape 213"/>
        <p:cNvGrpSpPr/>
        <p:nvPr/>
      </p:nvGrpSpPr>
      <p:grpSpPr>
        <a:xfrm>
          <a:off x="0" y="0"/>
          <a:ext cx="0" cy="0"/>
          <a:chOff x="0" y="0"/>
          <a:chExt cx="0" cy="0"/>
        </a:xfrm>
      </p:grpSpPr>
      <p:sp>
        <p:nvSpPr>
          <p:cNvPr id="214" name="Google Shape;214;g3f723343625_0_149"/>
          <p:cNvSpPr txBox="1"/>
          <p:nvPr>
            <p:ph idx="1" type="body"/>
          </p:nvPr>
        </p:nvSpPr>
        <p:spPr>
          <a:xfrm>
            <a:off x="457200" y="1267650"/>
            <a:ext cx="39996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15" name="Google Shape;215;g3f723343625_0_149"/>
          <p:cNvSpPr/>
          <p:nvPr>
            <p:ph idx="2" type="pic"/>
          </p:nvPr>
        </p:nvSpPr>
        <p:spPr>
          <a:xfrm>
            <a:off x="4600100" y="1283925"/>
            <a:ext cx="4064100" cy="3261600"/>
          </a:xfrm>
          <a:prstGeom prst="roundRect">
            <a:avLst>
              <a:gd fmla="val 6744" name="adj"/>
            </a:avLst>
          </a:prstGeom>
          <a:noFill/>
          <a:ln>
            <a:noFill/>
          </a:ln>
        </p:spPr>
      </p:sp>
      <p:sp>
        <p:nvSpPr>
          <p:cNvPr id="216" name="Google Shape;216;g3f723343625_0_14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descr=" " id="217" name="Google Shape;217;g3f723343625_0_149"/>
          <p:cNvPicPr preferRelativeResize="0"/>
          <p:nvPr/>
        </p:nvPicPr>
        <p:blipFill rotWithShape="1">
          <a:blip r:embed="rId2">
            <a:alphaModFix/>
          </a:blip>
          <a:srcRect b="0" l="0" r="0" t="0"/>
          <a:stretch/>
        </p:blipFill>
        <p:spPr>
          <a:xfrm>
            <a:off x="7553310" y="4766314"/>
            <a:ext cx="1133484" cy="142859"/>
          </a:xfrm>
          <a:prstGeom prst="rect">
            <a:avLst/>
          </a:prstGeom>
          <a:noFill/>
          <a:ln>
            <a:noFill/>
          </a:ln>
        </p:spPr>
      </p:pic>
      <p:sp>
        <p:nvSpPr>
          <p:cNvPr id="218" name="Google Shape;218;g3f723343625_0_14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9" name="Google Shape;219;g3f723343625_0_149"/>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line Image on the Right | Twilight">
  <p:cSld name="6_Title Only_1_2">
    <p:bg>
      <p:bgPr>
        <a:solidFill>
          <a:schemeClr val="dk1"/>
        </a:solidFill>
      </p:bgPr>
    </p:bg>
    <p:spTree>
      <p:nvGrpSpPr>
        <p:cNvPr id="220" name="Shape 220"/>
        <p:cNvGrpSpPr/>
        <p:nvPr/>
      </p:nvGrpSpPr>
      <p:grpSpPr>
        <a:xfrm>
          <a:off x="0" y="0"/>
          <a:ext cx="0" cy="0"/>
          <a:chOff x="0" y="0"/>
          <a:chExt cx="0" cy="0"/>
        </a:xfrm>
      </p:grpSpPr>
      <p:sp>
        <p:nvSpPr>
          <p:cNvPr id="221" name="Google Shape;221;g3f723343625_0_156"/>
          <p:cNvSpPr txBox="1"/>
          <p:nvPr>
            <p:ph idx="1" type="body"/>
          </p:nvPr>
        </p:nvSpPr>
        <p:spPr>
          <a:xfrm>
            <a:off x="457200" y="1267650"/>
            <a:ext cx="39693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22" name="Google Shape;222;g3f723343625_0_156"/>
          <p:cNvSpPr/>
          <p:nvPr>
            <p:ph idx="2" type="pic"/>
          </p:nvPr>
        </p:nvSpPr>
        <p:spPr>
          <a:xfrm>
            <a:off x="4600100" y="1283925"/>
            <a:ext cx="4064100" cy="3261600"/>
          </a:xfrm>
          <a:prstGeom prst="roundRect">
            <a:avLst>
              <a:gd fmla="val 6744" name="adj"/>
            </a:avLst>
          </a:prstGeom>
          <a:noFill/>
          <a:ln>
            <a:noFill/>
          </a:ln>
        </p:spPr>
      </p:sp>
      <p:sp>
        <p:nvSpPr>
          <p:cNvPr id="223" name="Google Shape;223;g3f723343625_0_156"/>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24" name="Google Shape;224;g3f723343625_0_156"/>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225" name="Google Shape;225;g3f723343625_0_156"/>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line Image on the Left">
  <p:cSld name="6_Title Only_1_1">
    <p:spTree>
      <p:nvGrpSpPr>
        <p:cNvPr id="226" name="Shape 226"/>
        <p:cNvGrpSpPr/>
        <p:nvPr/>
      </p:nvGrpSpPr>
      <p:grpSpPr>
        <a:xfrm>
          <a:off x="0" y="0"/>
          <a:ext cx="0" cy="0"/>
          <a:chOff x="0" y="0"/>
          <a:chExt cx="0" cy="0"/>
        </a:xfrm>
      </p:grpSpPr>
      <p:sp>
        <p:nvSpPr>
          <p:cNvPr id="227" name="Google Shape;227;g3f723343625_0_162"/>
          <p:cNvSpPr txBox="1"/>
          <p:nvPr>
            <p:ph idx="1" type="body"/>
          </p:nvPr>
        </p:nvSpPr>
        <p:spPr>
          <a:xfrm>
            <a:off x="4594200" y="1157967"/>
            <a:ext cx="37665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28" name="Google Shape;228;g3f723343625_0_162"/>
          <p:cNvSpPr/>
          <p:nvPr>
            <p:ph idx="2" type="pic"/>
          </p:nvPr>
        </p:nvSpPr>
        <p:spPr>
          <a:xfrm>
            <a:off x="457200" y="1181567"/>
            <a:ext cx="4064100" cy="3261600"/>
          </a:xfrm>
          <a:prstGeom prst="roundRect">
            <a:avLst>
              <a:gd fmla="val 3945" name="adj"/>
            </a:avLst>
          </a:prstGeom>
          <a:noFill/>
          <a:ln>
            <a:noFill/>
          </a:ln>
        </p:spPr>
      </p:sp>
      <p:sp>
        <p:nvSpPr>
          <p:cNvPr id="229" name="Google Shape;229;g3f723343625_0_16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30" name="Google Shape;230;g3f723343625_0_162"/>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1" name="Google Shape;231;g3f723343625_0_162"/>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Layout">
  <p:cSld name="10_Title Only">
    <p:spTree>
      <p:nvGrpSpPr>
        <p:cNvPr id="232" name="Shape 232"/>
        <p:cNvGrpSpPr/>
        <p:nvPr/>
      </p:nvGrpSpPr>
      <p:grpSpPr>
        <a:xfrm>
          <a:off x="0" y="0"/>
          <a:ext cx="0" cy="0"/>
          <a:chOff x="0" y="0"/>
          <a:chExt cx="0" cy="0"/>
        </a:xfrm>
      </p:grpSpPr>
      <p:sp>
        <p:nvSpPr>
          <p:cNvPr id="233" name="Google Shape;233;g3f723343625_0_168"/>
          <p:cNvSpPr txBox="1"/>
          <p:nvPr>
            <p:ph idx="1" type="body"/>
          </p:nvPr>
        </p:nvSpPr>
        <p:spPr>
          <a:xfrm>
            <a:off x="453513"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4" name="Google Shape;234;g3f723343625_0_168"/>
          <p:cNvSpPr txBox="1"/>
          <p:nvPr>
            <p:ph idx="2" type="body"/>
          </p:nvPr>
        </p:nvSpPr>
        <p:spPr>
          <a:xfrm>
            <a:off x="3086099"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5" name="Google Shape;235;g3f723343625_0_168"/>
          <p:cNvSpPr txBox="1"/>
          <p:nvPr>
            <p:ph idx="3" type="body"/>
          </p:nvPr>
        </p:nvSpPr>
        <p:spPr>
          <a:xfrm>
            <a:off x="5718688"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36" name="Google Shape;236;g3f723343625_0_16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37" name="Google Shape;237;g3f723343625_0_168"/>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8" name="Google Shape;238;g3f723343625_0_168"/>
          <p:cNvSpPr txBox="1"/>
          <p:nvPr>
            <p:ph idx="4"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Layout | Twilight">
  <p:cSld name="10_Title Only_1">
    <p:bg>
      <p:bgPr>
        <a:solidFill>
          <a:schemeClr val="dk1"/>
        </a:solidFill>
      </p:bgPr>
    </p:bg>
    <p:spTree>
      <p:nvGrpSpPr>
        <p:cNvPr id="239" name="Shape 239"/>
        <p:cNvGrpSpPr/>
        <p:nvPr/>
      </p:nvGrpSpPr>
      <p:grpSpPr>
        <a:xfrm>
          <a:off x="0" y="0"/>
          <a:ext cx="0" cy="0"/>
          <a:chOff x="0" y="0"/>
          <a:chExt cx="0" cy="0"/>
        </a:xfrm>
      </p:grpSpPr>
      <p:sp>
        <p:nvSpPr>
          <p:cNvPr id="240" name="Google Shape;240;g3f723343625_0_175"/>
          <p:cNvSpPr txBox="1"/>
          <p:nvPr>
            <p:ph idx="1" type="body"/>
          </p:nvPr>
        </p:nvSpPr>
        <p:spPr>
          <a:xfrm>
            <a:off x="453513"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41" name="Google Shape;241;g3f723343625_0_175"/>
          <p:cNvSpPr txBox="1"/>
          <p:nvPr>
            <p:ph idx="2" type="body"/>
          </p:nvPr>
        </p:nvSpPr>
        <p:spPr>
          <a:xfrm>
            <a:off x="3086099"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42" name="Google Shape;242;g3f723343625_0_175"/>
          <p:cNvSpPr txBox="1"/>
          <p:nvPr>
            <p:ph idx="3" type="body"/>
          </p:nvPr>
        </p:nvSpPr>
        <p:spPr>
          <a:xfrm>
            <a:off x="5718688"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43" name="Google Shape;243;g3f723343625_0_17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44" name="Google Shape;244;g3f723343625_0_175"/>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245" name="Google Shape;245;g3f723343625_0_175"/>
          <p:cNvSpPr txBox="1"/>
          <p:nvPr>
            <p:ph idx="4"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2">
  <p:cSld name="7_Title Only">
    <p:spTree>
      <p:nvGrpSpPr>
        <p:cNvPr id="246" name="Shape 246"/>
        <p:cNvGrpSpPr/>
        <p:nvPr/>
      </p:nvGrpSpPr>
      <p:grpSpPr>
        <a:xfrm>
          <a:off x="0" y="0"/>
          <a:ext cx="0" cy="0"/>
          <a:chOff x="0" y="0"/>
          <a:chExt cx="0" cy="0"/>
        </a:xfrm>
      </p:grpSpPr>
      <p:sp>
        <p:nvSpPr>
          <p:cNvPr id="247" name="Google Shape;247;g3f723343625_0_182"/>
          <p:cNvSpPr txBox="1"/>
          <p:nvPr>
            <p:ph type="title"/>
          </p:nvPr>
        </p:nvSpPr>
        <p:spPr>
          <a:xfrm>
            <a:off x="4267200" y="284250"/>
            <a:ext cx="45582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8" name="Google Shape;248;g3f723343625_0_182"/>
          <p:cNvSpPr txBox="1"/>
          <p:nvPr>
            <p:ph idx="1" type="body"/>
          </p:nvPr>
        </p:nvSpPr>
        <p:spPr>
          <a:xfrm>
            <a:off x="4267200" y="1370012"/>
            <a:ext cx="39624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9" name="Google Shape;249;g3f723343625_0_182"/>
          <p:cNvSpPr/>
          <p:nvPr/>
        </p:nvSpPr>
        <p:spPr>
          <a:xfrm>
            <a:off x="381000" y="897026"/>
            <a:ext cx="762000" cy="226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0" name="Google Shape;250;g3f723343625_0_18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51" name="Google Shape;251;g3f723343625_0_182"/>
          <p:cNvSpPr txBox="1"/>
          <p:nvPr>
            <p:ph idx="2" type="subTitle"/>
          </p:nvPr>
        </p:nvSpPr>
        <p:spPr>
          <a:xfrm>
            <a:off x="4267200" y="631950"/>
            <a:ext cx="46944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2 1">
  <p:cSld name="7_Title Only_2">
    <p:bg>
      <p:bgPr>
        <a:solidFill>
          <a:schemeClr val="dk1"/>
        </a:solidFill>
      </p:bgPr>
    </p:bg>
    <p:spTree>
      <p:nvGrpSpPr>
        <p:cNvPr id="252" name="Shape 252"/>
        <p:cNvGrpSpPr/>
        <p:nvPr/>
      </p:nvGrpSpPr>
      <p:grpSpPr>
        <a:xfrm>
          <a:off x="0" y="0"/>
          <a:ext cx="0" cy="0"/>
          <a:chOff x="0" y="0"/>
          <a:chExt cx="0" cy="0"/>
        </a:xfrm>
      </p:grpSpPr>
      <p:sp>
        <p:nvSpPr>
          <p:cNvPr id="253" name="Google Shape;253;g3f723343625_0_188"/>
          <p:cNvSpPr txBox="1"/>
          <p:nvPr>
            <p:ph type="title"/>
          </p:nvPr>
        </p:nvSpPr>
        <p:spPr>
          <a:xfrm>
            <a:off x="4267200" y="284250"/>
            <a:ext cx="45582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254" name="Google Shape;254;g3f723343625_0_188"/>
          <p:cNvSpPr txBox="1"/>
          <p:nvPr>
            <p:ph idx="1" type="body"/>
          </p:nvPr>
        </p:nvSpPr>
        <p:spPr>
          <a:xfrm>
            <a:off x="4267200" y="1370012"/>
            <a:ext cx="39624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55" name="Google Shape;255;g3f723343625_0_18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56" name="Google Shape;256;g3f723343625_0_188"/>
          <p:cNvSpPr txBox="1"/>
          <p:nvPr>
            <p:ph idx="2" type="subTitle"/>
          </p:nvPr>
        </p:nvSpPr>
        <p:spPr>
          <a:xfrm>
            <a:off x="4267200" y="631950"/>
            <a:ext cx="385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Left Side Image Right">
  <p:cSld name="7_Title Only_1">
    <p:spTree>
      <p:nvGrpSpPr>
        <p:cNvPr id="257" name="Shape 257"/>
        <p:cNvGrpSpPr/>
        <p:nvPr/>
      </p:nvGrpSpPr>
      <p:grpSpPr>
        <a:xfrm>
          <a:off x="0" y="0"/>
          <a:ext cx="0" cy="0"/>
          <a:chOff x="0" y="0"/>
          <a:chExt cx="0" cy="0"/>
        </a:xfrm>
      </p:grpSpPr>
      <p:sp>
        <p:nvSpPr>
          <p:cNvPr id="258" name="Google Shape;258;g3f723343625_0_193"/>
          <p:cNvSpPr/>
          <p:nvPr>
            <p:ph idx="2" type="pic"/>
          </p:nvPr>
        </p:nvSpPr>
        <p:spPr>
          <a:xfrm>
            <a:off x="5350350" y="-20975"/>
            <a:ext cx="3793800" cy="5102100"/>
          </a:xfrm>
          <a:prstGeom prst="rect">
            <a:avLst/>
          </a:prstGeom>
          <a:noFill/>
          <a:ln>
            <a:noFill/>
          </a:ln>
        </p:spPr>
      </p:sp>
      <p:sp>
        <p:nvSpPr>
          <p:cNvPr id="259" name="Google Shape;259;g3f723343625_0_193"/>
          <p:cNvSpPr txBox="1"/>
          <p:nvPr>
            <p:ph idx="1" type="body"/>
          </p:nvPr>
        </p:nvSpPr>
        <p:spPr>
          <a:xfrm>
            <a:off x="457200" y="1267650"/>
            <a:ext cx="40257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60" name="Google Shape;260;g3f723343625_0_19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61" name="Google Shape;261;g3f723343625_0_193"/>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2" name="Google Shape;262;g3f723343625_0_193"/>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Left Side Image Right | Twilight">
  <p:cSld name="7_Title Only_1_3">
    <p:bg>
      <p:bgPr>
        <a:solidFill>
          <a:schemeClr val="dk1"/>
        </a:solidFill>
      </p:bgPr>
    </p:bg>
    <p:spTree>
      <p:nvGrpSpPr>
        <p:cNvPr id="263" name="Shape 263"/>
        <p:cNvGrpSpPr/>
        <p:nvPr/>
      </p:nvGrpSpPr>
      <p:grpSpPr>
        <a:xfrm>
          <a:off x="0" y="0"/>
          <a:ext cx="0" cy="0"/>
          <a:chOff x="0" y="0"/>
          <a:chExt cx="0" cy="0"/>
        </a:xfrm>
      </p:grpSpPr>
      <p:sp>
        <p:nvSpPr>
          <p:cNvPr id="264" name="Google Shape;264;g3f723343625_0_199"/>
          <p:cNvSpPr/>
          <p:nvPr>
            <p:ph idx="2" type="pic"/>
          </p:nvPr>
        </p:nvSpPr>
        <p:spPr>
          <a:xfrm>
            <a:off x="5350350" y="-20975"/>
            <a:ext cx="3793800" cy="5102100"/>
          </a:xfrm>
          <a:prstGeom prst="rect">
            <a:avLst/>
          </a:prstGeom>
          <a:noFill/>
          <a:ln>
            <a:noFill/>
          </a:ln>
        </p:spPr>
      </p:sp>
      <p:sp>
        <p:nvSpPr>
          <p:cNvPr id="265" name="Google Shape;265;g3f723343625_0_199"/>
          <p:cNvSpPr txBox="1"/>
          <p:nvPr>
            <p:ph idx="1" type="body"/>
          </p:nvPr>
        </p:nvSpPr>
        <p:spPr>
          <a:xfrm>
            <a:off x="457200" y="1254859"/>
            <a:ext cx="39624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66" name="Google Shape;266;g3f723343625_0_19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67" name="Google Shape;267;g3f723343625_0_19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268" name="Google Shape;268;g3f723343625_0_199"/>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Right Side Image Left">
  <p:cSld name="7_Title Only_1_2">
    <p:spTree>
      <p:nvGrpSpPr>
        <p:cNvPr id="269" name="Shape 269"/>
        <p:cNvGrpSpPr/>
        <p:nvPr/>
      </p:nvGrpSpPr>
      <p:grpSpPr>
        <a:xfrm>
          <a:off x="0" y="0"/>
          <a:ext cx="0" cy="0"/>
          <a:chOff x="0" y="0"/>
          <a:chExt cx="0" cy="0"/>
        </a:xfrm>
      </p:grpSpPr>
      <p:sp>
        <p:nvSpPr>
          <p:cNvPr id="270" name="Google Shape;270;g3f723343625_0_205"/>
          <p:cNvSpPr txBox="1"/>
          <p:nvPr>
            <p:ph type="title"/>
          </p:nvPr>
        </p:nvSpPr>
        <p:spPr>
          <a:xfrm>
            <a:off x="4135300" y="284250"/>
            <a:ext cx="44649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1" name="Google Shape;271;g3f723343625_0_205"/>
          <p:cNvSpPr txBox="1"/>
          <p:nvPr>
            <p:ph idx="1" type="body"/>
          </p:nvPr>
        </p:nvSpPr>
        <p:spPr>
          <a:xfrm>
            <a:off x="4135300" y="1370000"/>
            <a:ext cx="44649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72" name="Google Shape;272;g3f723343625_0_20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73" name="Google Shape;273;g3f723343625_0_205"/>
          <p:cNvSpPr/>
          <p:nvPr>
            <p:ph idx="2" type="pic"/>
          </p:nvPr>
        </p:nvSpPr>
        <p:spPr>
          <a:xfrm>
            <a:off x="0" y="-20975"/>
            <a:ext cx="3793800" cy="5102100"/>
          </a:xfrm>
          <a:prstGeom prst="rect">
            <a:avLst/>
          </a:prstGeom>
          <a:noFill/>
          <a:ln>
            <a:noFill/>
          </a:ln>
        </p:spPr>
      </p:sp>
      <p:sp>
        <p:nvSpPr>
          <p:cNvPr id="274" name="Google Shape;274;g3f723343625_0_205"/>
          <p:cNvSpPr txBox="1"/>
          <p:nvPr>
            <p:ph idx="3" type="subTitle"/>
          </p:nvPr>
        </p:nvSpPr>
        <p:spPr>
          <a:xfrm>
            <a:off x="4135300" y="631950"/>
            <a:ext cx="41058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Right Side Image Left | Twilight">
  <p:cSld name="7_Title Only_1_2_1">
    <p:bg>
      <p:bgPr>
        <a:solidFill>
          <a:schemeClr val="dk1"/>
        </a:solidFill>
      </p:bgPr>
    </p:bg>
    <p:spTree>
      <p:nvGrpSpPr>
        <p:cNvPr id="275" name="Shape 275"/>
        <p:cNvGrpSpPr/>
        <p:nvPr/>
      </p:nvGrpSpPr>
      <p:grpSpPr>
        <a:xfrm>
          <a:off x="0" y="0"/>
          <a:ext cx="0" cy="0"/>
          <a:chOff x="0" y="0"/>
          <a:chExt cx="0" cy="0"/>
        </a:xfrm>
      </p:grpSpPr>
      <p:sp>
        <p:nvSpPr>
          <p:cNvPr id="276" name="Google Shape;276;g3f723343625_0_211"/>
          <p:cNvSpPr txBox="1"/>
          <p:nvPr>
            <p:ph type="title"/>
          </p:nvPr>
        </p:nvSpPr>
        <p:spPr>
          <a:xfrm>
            <a:off x="4135300" y="284250"/>
            <a:ext cx="44649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277" name="Google Shape;277;g3f723343625_0_211"/>
          <p:cNvSpPr txBox="1"/>
          <p:nvPr>
            <p:ph idx="1" type="body"/>
          </p:nvPr>
        </p:nvSpPr>
        <p:spPr>
          <a:xfrm>
            <a:off x="4135300" y="1370000"/>
            <a:ext cx="44649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78" name="Google Shape;278;g3f723343625_0_21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79" name="Google Shape;279;g3f723343625_0_211"/>
          <p:cNvSpPr/>
          <p:nvPr>
            <p:ph idx="2" type="pic"/>
          </p:nvPr>
        </p:nvSpPr>
        <p:spPr>
          <a:xfrm>
            <a:off x="0" y="-20975"/>
            <a:ext cx="3793800" cy="5102100"/>
          </a:xfrm>
          <a:prstGeom prst="rect">
            <a:avLst/>
          </a:prstGeom>
          <a:noFill/>
          <a:ln>
            <a:noFill/>
          </a:ln>
        </p:spPr>
      </p:sp>
      <p:sp>
        <p:nvSpPr>
          <p:cNvPr id="280" name="Google Shape;280;g3f723343625_0_211"/>
          <p:cNvSpPr txBox="1"/>
          <p:nvPr>
            <p:ph idx="3" type="subTitle"/>
          </p:nvPr>
        </p:nvSpPr>
        <p:spPr>
          <a:xfrm>
            <a:off x="4135300" y="631950"/>
            <a:ext cx="32031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Image | White">
  <p:cSld name="7_Title Only_1_1">
    <p:spTree>
      <p:nvGrpSpPr>
        <p:cNvPr id="281" name="Shape 281"/>
        <p:cNvGrpSpPr/>
        <p:nvPr/>
      </p:nvGrpSpPr>
      <p:grpSpPr>
        <a:xfrm>
          <a:off x="0" y="0"/>
          <a:ext cx="0" cy="0"/>
          <a:chOff x="0" y="0"/>
          <a:chExt cx="0" cy="0"/>
        </a:xfrm>
      </p:grpSpPr>
      <p:cxnSp>
        <p:nvCxnSpPr>
          <p:cNvPr id="282" name="Google Shape;282;g3f723343625_0_217"/>
          <p:cNvCxnSpPr/>
          <p:nvPr/>
        </p:nvCxnSpPr>
        <p:spPr>
          <a:xfrm rot="10800000">
            <a:off x="468509" y="3480538"/>
            <a:ext cx="502800" cy="0"/>
          </a:xfrm>
          <a:prstGeom prst="straightConnector1">
            <a:avLst/>
          </a:prstGeom>
          <a:noFill/>
          <a:ln cap="flat" cmpd="sng" w="19050">
            <a:solidFill>
              <a:srgbClr val="FF550C"/>
            </a:solidFill>
            <a:prstDash val="solid"/>
            <a:round/>
            <a:headEnd len="sm" w="sm" type="none"/>
            <a:tailEnd len="sm" w="sm" type="none"/>
          </a:ln>
        </p:spPr>
      </p:cxnSp>
      <p:sp>
        <p:nvSpPr>
          <p:cNvPr id="283" name="Google Shape;283;g3f723343625_0_217"/>
          <p:cNvSpPr txBox="1"/>
          <p:nvPr>
            <p:ph idx="1" type="body"/>
          </p:nvPr>
        </p:nvSpPr>
        <p:spPr>
          <a:xfrm>
            <a:off x="477625" y="3652682"/>
            <a:ext cx="3962400" cy="687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4" name="Google Shape;284;g3f723343625_0_217"/>
          <p:cNvSpPr txBox="1"/>
          <p:nvPr>
            <p:ph idx="2" type="body"/>
          </p:nvPr>
        </p:nvSpPr>
        <p:spPr>
          <a:xfrm>
            <a:off x="477625" y="3978509"/>
            <a:ext cx="3962400" cy="324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85" name="Google Shape;285;g3f723343625_0_217"/>
          <p:cNvSpPr txBox="1"/>
          <p:nvPr>
            <p:ph idx="3" type="body"/>
          </p:nvPr>
        </p:nvSpPr>
        <p:spPr>
          <a:xfrm>
            <a:off x="477625" y="1490884"/>
            <a:ext cx="3725400" cy="1506600"/>
          </a:xfrm>
          <a:prstGeom prst="rect">
            <a:avLst/>
          </a:prstGeom>
          <a:noFill/>
          <a:ln>
            <a:noFill/>
          </a:ln>
        </p:spPr>
        <p:txBody>
          <a:bodyPr anchorCtr="0" anchor="t" bIns="45700" lIns="0" spcFirstLastPara="1" rIns="91425" wrap="square" tIns="45700">
            <a:noAutofit/>
          </a:bodyPr>
          <a:lstStyle>
            <a:lvl1pPr indent="-228600" lvl="0" marL="457200" algn="l">
              <a:lnSpc>
                <a:spcPct val="115000"/>
              </a:lnSpc>
              <a:spcBef>
                <a:spcPts val="0"/>
              </a:spcBef>
              <a:spcAft>
                <a:spcPts val="0"/>
              </a:spcAft>
              <a:buClr>
                <a:srgbClr val="000000"/>
              </a:buClr>
              <a:buSzPts val="2200"/>
              <a:buNone/>
              <a:defRPr sz="1800"/>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286" name="Google Shape;286;g3f723343625_0_21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87" name="Google Shape;287;g3f723343625_0_217"/>
          <p:cNvSpPr/>
          <p:nvPr>
            <p:ph idx="4" type="pic"/>
          </p:nvPr>
        </p:nvSpPr>
        <p:spPr>
          <a:xfrm>
            <a:off x="5350350" y="-20975"/>
            <a:ext cx="3793800" cy="5102100"/>
          </a:xfrm>
          <a:prstGeom prst="rect">
            <a:avLst/>
          </a:prstGeom>
          <a:noFill/>
          <a:ln>
            <a:noFill/>
          </a:ln>
        </p:spPr>
      </p:sp>
      <p:sp>
        <p:nvSpPr>
          <p:cNvPr id="288" name="Google Shape;288;g3f723343625_0_217"/>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9" name="Google Shape;289;g3f723343625_0_217"/>
          <p:cNvSpPr txBox="1"/>
          <p:nvPr>
            <p:ph idx="5"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Image | Twilight">
  <p:cSld name="7_Title Only_1_1_2">
    <p:bg>
      <p:bgPr>
        <a:solidFill>
          <a:schemeClr val="dk1"/>
        </a:solidFill>
      </p:bgPr>
    </p:bg>
    <p:spTree>
      <p:nvGrpSpPr>
        <p:cNvPr id="290" name="Shape 290"/>
        <p:cNvGrpSpPr/>
        <p:nvPr/>
      </p:nvGrpSpPr>
      <p:grpSpPr>
        <a:xfrm>
          <a:off x="0" y="0"/>
          <a:ext cx="0" cy="0"/>
          <a:chOff x="0" y="0"/>
          <a:chExt cx="0" cy="0"/>
        </a:xfrm>
      </p:grpSpPr>
      <p:cxnSp>
        <p:nvCxnSpPr>
          <p:cNvPr id="291" name="Google Shape;291;g3f723343625_0_226"/>
          <p:cNvCxnSpPr/>
          <p:nvPr/>
        </p:nvCxnSpPr>
        <p:spPr>
          <a:xfrm rot="10800000">
            <a:off x="457195" y="3480538"/>
            <a:ext cx="502800" cy="0"/>
          </a:xfrm>
          <a:prstGeom prst="straightConnector1">
            <a:avLst/>
          </a:prstGeom>
          <a:noFill/>
          <a:ln cap="flat" cmpd="sng" w="19050">
            <a:solidFill>
              <a:srgbClr val="FF550C"/>
            </a:solidFill>
            <a:prstDash val="solid"/>
            <a:round/>
            <a:headEnd len="sm" w="sm" type="none"/>
            <a:tailEnd len="sm" w="sm" type="none"/>
          </a:ln>
        </p:spPr>
      </p:cxnSp>
      <p:sp>
        <p:nvSpPr>
          <p:cNvPr id="292" name="Google Shape;292;g3f723343625_0_226"/>
          <p:cNvSpPr txBox="1"/>
          <p:nvPr>
            <p:ph idx="1" type="body"/>
          </p:nvPr>
        </p:nvSpPr>
        <p:spPr>
          <a:xfrm>
            <a:off x="477625" y="3652682"/>
            <a:ext cx="3962400" cy="687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2000"/>
              <a:buFont typeface="Plus Jakarta Sans SemiBold"/>
              <a:buNone/>
              <a:defRPr sz="16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293" name="Google Shape;293;g3f723343625_0_226"/>
          <p:cNvSpPr txBox="1"/>
          <p:nvPr>
            <p:ph idx="2" type="body"/>
          </p:nvPr>
        </p:nvSpPr>
        <p:spPr>
          <a:xfrm>
            <a:off x="477625" y="3978509"/>
            <a:ext cx="3962400" cy="324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94" name="Google Shape;294;g3f723343625_0_226"/>
          <p:cNvSpPr txBox="1"/>
          <p:nvPr>
            <p:ph idx="3" type="body"/>
          </p:nvPr>
        </p:nvSpPr>
        <p:spPr>
          <a:xfrm>
            <a:off x="477625" y="1595988"/>
            <a:ext cx="3725400" cy="1506600"/>
          </a:xfrm>
          <a:prstGeom prst="rect">
            <a:avLst/>
          </a:prstGeom>
          <a:noFill/>
          <a:ln>
            <a:noFill/>
          </a:ln>
        </p:spPr>
        <p:txBody>
          <a:bodyPr anchorCtr="0" anchor="t" bIns="45700" lIns="0" spcFirstLastPara="1" rIns="91425" wrap="square" tIns="45700">
            <a:noAutofit/>
          </a:bodyPr>
          <a:lstStyle>
            <a:lvl1pPr indent="-228600" lvl="0" marL="457200" algn="l">
              <a:lnSpc>
                <a:spcPct val="115000"/>
              </a:lnSpc>
              <a:spcBef>
                <a:spcPts val="0"/>
              </a:spcBef>
              <a:spcAft>
                <a:spcPts val="0"/>
              </a:spcAft>
              <a:buClr>
                <a:schemeClr val="lt1"/>
              </a:buClr>
              <a:buSzPts val="2200"/>
              <a:buNone/>
              <a:defRPr sz="1800">
                <a:solidFill>
                  <a:schemeClr val="lt1"/>
                </a:solidFill>
              </a:defRPr>
            </a:lvl1pPr>
            <a:lvl2pPr indent="-228600" lvl="1" marL="914400" algn="l">
              <a:lnSpc>
                <a:spcPct val="150000"/>
              </a:lnSpc>
              <a:spcBef>
                <a:spcPts val="400"/>
              </a:spcBef>
              <a:spcAft>
                <a:spcPts val="0"/>
              </a:spcAft>
              <a:buClr>
                <a:schemeClr val="lt1"/>
              </a:buClr>
              <a:buSzPts val="2160"/>
              <a:buNone/>
              <a:defRPr>
                <a:solidFill>
                  <a:schemeClr val="lt1"/>
                </a:solidFill>
              </a:defRPr>
            </a:lvl2pPr>
            <a:lvl3pPr indent="-365760" lvl="2" marL="1371600" algn="l">
              <a:lnSpc>
                <a:spcPct val="150000"/>
              </a:lnSpc>
              <a:spcBef>
                <a:spcPts val="360"/>
              </a:spcBef>
              <a:spcAft>
                <a:spcPts val="0"/>
              </a:spcAft>
              <a:buClr>
                <a:schemeClr val="lt1"/>
              </a:buClr>
              <a:buSzPts val="2160"/>
              <a:buChar char="•"/>
              <a:defRPr>
                <a:solidFill>
                  <a:schemeClr val="lt1"/>
                </a:solidFill>
              </a:defRPr>
            </a:lvl3pPr>
            <a:lvl4pPr indent="-342900" lvl="3" marL="1828800" algn="l">
              <a:lnSpc>
                <a:spcPct val="150000"/>
              </a:lnSpc>
              <a:spcBef>
                <a:spcPts val="360"/>
              </a:spcBef>
              <a:spcAft>
                <a:spcPts val="0"/>
              </a:spcAft>
              <a:buClr>
                <a:schemeClr val="lt1"/>
              </a:buClr>
              <a:buSzPts val="1800"/>
              <a:buChar char="–"/>
              <a:defRPr>
                <a:solidFill>
                  <a:schemeClr val="lt1"/>
                </a:solidFill>
              </a:defRPr>
            </a:lvl4pPr>
            <a:lvl5pPr indent="-342900" lvl="4" marL="2286000" algn="l">
              <a:lnSpc>
                <a:spcPct val="150000"/>
              </a:lnSpc>
              <a:spcBef>
                <a:spcPts val="360"/>
              </a:spcBef>
              <a:spcAft>
                <a:spcPts val="0"/>
              </a:spcAft>
              <a:buClr>
                <a:schemeClr val="lt1"/>
              </a:buClr>
              <a:buSzPts val="1800"/>
              <a:buChar char="»"/>
              <a:defRPr>
                <a:solidFill>
                  <a:schemeClr val="lt1"/>
                </a:solidFill>
              </a:defRPr>
            </a:lvl5pPr>
            <a:lvl6pPr indent="-342900" lvl="5" marL="2743200" algn="l">
              <a:lnSpc>
                <a:spcPct val="150000"/>
              </a:lnSpc>
              <a:spcBef>
                <a:spcPts val="360"/>
              </a:spcBef>
              <a:spcAft>
                <a:spcPts val="0"/>
              </a:spcAft>
              <a:buClr>
                <a:schemeClr val="lt1"/>
              </a:buClr>
              <a:buSzPts val="1800"/>
              <a:buChar char="•"/>
              <a:defRPr>
                <a:solidFill>
                  <a:schemeClr val="lt1"/>
                </a:solidFill>
              </a:defRPr>
            </a:lvl6pPr>
            <a:lvl7pPr indent="-342900" lvl="6" marL="3200400" algn="l">
              <a:lnSpc>
                <a:spcPct val="150000"/>
              </a:lnSpc>
              <a:spcBef>
                <a:spcPts val="360"/>
              </a:spcBef>
              <a:spcAft>
                <a:spcPts val="0"/>
              </a:spcAft>
              <a:buClr>
                <a:schemeClr val="lt1"/>
              </a:buClr>
              <a:buSzPts val="1800"/>
              <a:buChar char="•"/>
              <a:defRPr>
                <a:solidFill>
                  <a:schemeClr val="lt1"/>
                </a:solidFill>
              </a:defRPr>
            </a:lvl7pPr>
            <a:lvl8pPr indent="-342900" lvl="7" marL="3657600" algn="l">
              <a:lnSpc>
                <a:spcPct val="150000"/>
              </a:lnSpc>
              <a:spcBef>
                <a:spcPts val="360"/>
              </a:spcBef>
              <a:spcAft>
                <a:spcPts val="0"/>
              </a:spcAft>
              <a:buClr>
                <a:schemeClr val="lt1"/>
              </a:buClr>
              <a:buSzPts val="1800"/>
              <a:buChar char="•"/>
              <a:defRPr>
                <a:solidFill>
                  <a:schemeClr val="lt1"/>
                </a:solidFill>
              </a:defRPr>
            </a:lvl8pPr>
            <a:lvl9pPr indent="-342900" lvl="8" marL="4114800" algn="l">
              <a:lnSpc>
                <a:spcPct val="150000"/>
              </a:lnSpc>
              <a:spcBef>
                <a:spcPts val="360"/>
              </a:spcBef>
              <a:spcAft>
                <a:spcPts val="0"/>
              </a:spcAft>
              <a:buClr>
                <a:schemeClr val="lt1"/>
              </a:buClr>
              <a:buSzPts val="1800"/>
              <a:buChar char="•"/>
              <a:defRPr>
                <a:solidFill>
                  <a:schemeClr val="lt1"/>
                </a:solidFill>
              </a:defRPr>
            </a:lvl9pPr>
          </a:lstStyle>
          <a:p/>
        </p:txBody>
      </p:sp>
      <p:sp>
        <p:nvSpPr>
          <p:cNvPr id="295" name="Google Shape;295;g3f723343625_0_226"/>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296" name="Google Shape;296;g3f723343625_0_226"/>
          <p:cNvSpPr/>
          <p:nvPr>
            <p:ph idx="4" type="pic"/>
          </p:nvPr>
        </p:nvSpPr>
        <p:spPr>
          <a:xfrm>
            <a:off x="5350350" y="-20975"/>
            <a:ext cx="3793800" cy="5102100"/>
          </a:xfrm>
          <a:prstGeom prst="rect">
            <a:avLst/>
          </a:prstGeom>
          <a:noFill/>
          <a:ln>
            <a:noFill/>
          </a:ln>
        </p:spPr>
      </p:sp>
      <p:sp>
        <p:nvSpPr>
          <p:cNvPr id="297" name="Google Shape;297;g3f723343625_0_226"/>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8" name="Google Shape;298;g3f723343625_0_226"/>
          <p:cNvSpPr txBox="1"/>
          <p:nvPr>
            <p:ph idx="5"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wilight">
  <p:cSld name="7_Title Only_1_1_1">
    <p:bg>
      <p:bgPr>
        <a:solidFill>
          <a:schemeClr val="dk1"/>
        </a:solidFill>
      </p:bgPr>
    </p:bg>
    <p:spTree>
      <p:nvGrpSpPr>
        <p:cNvPr id="299" name="Shape 299"/>
        <p:cNvGrpSpPr/>
        <p:nvPr/>
      </p:nvGrpSpPr>
      <p:grpSpPr>
        <a:xfrm>
          <a:off x="0" y="0"/>
          <a:ext cx="0" cy="0"/>
          <a:chOff x="0" y="0"/>
          <a:chExt cx="0" cy="0"/>
        </a:xfrm>
      </p:grpSpPr>
      <p:pic>
        <p:nvPicPr>
          <p:cNvPr id="300" name="Google Shape;300;g3f723343625_0_235"/>
          <p:cNvPicPr preferRelativeResize="0"/>
          <p:nvPr/>
        </p:nvPicPr>
        <p:blipFill rotWithShape="1">
          <a:blip r:embed="rId2">
            <a:alphaModFix/>
          </a:blip>
          <a:srcRect b="7630" l="0" r="0" t="0"/>
          <a:stretch/>
        </p:blipFill>
        <p:spPr>
          <a:xfrm>
            <a:off x="0" y="4326801"/>
            <a:ext cx="9144000" cy="754400"/>
          </a:xfrm>
          <a:prstGeom prst="rect">
            <a:avLst/>
          </a:prstGeom>
          <a:noFill/>
          <a:ln>
            <a:noFill/>
          </a:ln>
        </p:spPr>
      </p:pic>
      <p:cxnSp>
        <p:nvCxnSpPr>
          <p:cNvPr id="301" name="Google Shape;301;g3f723343625_0_235"/>
          <p:cNvCxnSpPr/>
          <p:nvPr/>
        </p:nvCxnSpPr>
        <p:spPr>
          <a:xfrm rot="10800000">
            <a:off x="713220" y="1047750"/>
            <a:ext cx="502800" cy="0"/>
          </a:xfrm>
          <a:prstGeom prst="straightConnector1">
            <a:avLst/>
          </a:prstGeom>
          <a:noFill/>
          <a:ln cap="flat" cmpd="sng" w="19050">
            <a:solidFill>
              <a:srgbClr val="FF550C"/>
            </a:solidFill>
            <a:prstDash val="solid"/>
            <a:round/>
            <a:headEnd len="sm" w="sm" type="none"/>
            <a:tailEnd len="sm" w="sm" type="none"/>
          </a:ln>
        </p:spPr>
      </p:cxnSp>
      <p:sp>
        <p:nvSpPr>
          <p:cNvPr id="302" name="Google Shape;302;g3f723343625_0_235"/>
          <p:cNvSpPr/>
          <p:nvPr/>
        </p:nvSpPr>
        <p:spPr>
          <a:xfrm>
            <a:off x="600100" y="943775"/>
            <a:ext cx="675000" cy="193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lus Jakarta Sans"/>
              <a:ea typeface="Plus Jakarta Sans"/>
              <a:cs typeface="Plus Jakarta Sans"/>
              <a:sym typeface="Plus Jakarta Sans"/>
            </a:endParaRPr>
          </a:p>
        </p:txBody>
      </p:sp>
      <p:pic>
        <p:nvPicPr>
          <p:cNvPr id="303" name="Google Shape;303;g3f723343625_0_235"/>
          <p:cNvPicPr preferRelativeResize="0"/>
          <p:nvPr/>
        </p:nvPicPr>
        <p:blipFill rotWithShape="1">
          <a:blip r:embed="rId3">
            <a:alphaModFix/>
          </a:blip>
          <a:srcRect b="0" l="0" r="0" t="0"/>
          <a:stretch/>
        </p:blipFill>
        <p:spPr>
          <a:xfrm>
            <a:off x="400525" y="572375"/>
            <a:ext cx="753875" cy="608450"/>
          </a:xfrm>
          <a:prstGeom prst="rect">
            <a:avLst/>
          </a:prstGeom>
          <a:noFill/>
          <a:ln>
            <a:noFill/>
          </a:ln>
        </p:spPr>
      </p:pic>
      <p:cxnSp>
        <p:nvCxnSpPr>
          <p:cNvPr id="304" name="Google Shape;304;g3f723343625_0_235"/>
          <p:cNvCxnSpPr/>
          <p:nvPr/>
        </p:nvCxnSpPr>
        <p:spPr>
          <a:xfrm rot="10800000">
            <a:off x="1818095" y="3384463"/>
            <a:ext cx="502800" cy="0"/>
          </a:xfrm>
          <a:prstGeom prst="straightConnector1">
            <a:avLst/>
          </a:prstGeom>
          <a:noFill/>
          <a:ln cap="flat" cmpd="sng" w="19050">
            <a:solidFill>
              <a:schemeClr val="accent1"/>
            </a:solidFill>
            <a:prstDash val="solid"/>
            <a:round/>
            <a:headEnd len="sm" w="sm" type="none"/>
            <a:tailEnd len="sm" w="sm" type="none"/>
          </a:ln>
        </p:spPr>
      </p:cxnSp>
      <p:sp>
        <p:nvSpPr>
          <p:cNvPr id="305" name="Google Shape;305;g3f723343625_0_235"/>
          <p:cNvSpPr txBox="1"/>
          <p:nvPr>
            <p:ph idx="1" type="body"/>
          </p:nvPr>
        </p:nvSpPr>
        <p:spPr>
          <a:xfrm>
            <a:off x="1741775" y="3556607"/>
            <a:ext cx="3962400" cy="68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306" name="Google Shape;306;g3f723343625_0_235"/>
          <p:cNvSpPr txBox="1"/>
          <p:nvPr>
            <p:ph idx="2" type="body"/>
          </p:nvPr>
        </p:nvSpPr>
        <p:spPr>
          <a:xfrm>
            <a:off x="1741775" y="3882434"/>
            <a:ext cx="39624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307" name="Google Shape;307;g3f723343625_0_235"/>
          <p:cNvSpPr txBox="1"/>
          <p:nvPr>
            <p:ph idx="3" type="body"/>
          </p:nvPr>
        </p:nvSpPr>
        <p:spPr>
          <a:xfrm>
            <a:off x="1741775" y="961075"/>
            <a:ext cx="5686800" cy="2324400"/>
          </a:xfrm>
          <a:prstGeom prst="rect">
            <a:avLst/>
          </a:prstGeom>
          <a:noFill/>
          <a:ln>
            <a:noFill/>
          </a:ln>
        </p:spPr>
        <p:txBody>
          <a:bodyPr anchorCtr="0" anchor="t" bIns="45700" lIns="91425" spcFirstLastPara="1" rIns="91425" wrap="square" tIns="45700">
            <a:noAutofit/>
          </a:bodyPr>
          <a:lstStyle>
            <a:lvl1pPr indent="-228600" lvl="0" marL="457200" algn="l">
              <a:lnSpc>
                <a:spcPct val="115000"/>
              </a:lnSpc>
              <a:spcBef>
                <a:spcPts val="0"/>
              </a:spcBef>
              <a:spcAft>
                <a:spcPts val="0"/>
              </a:spcAft>
              <a:buClr>
                <a:schemeClr val="lt1"/>
              </a:buClr>
              <a:buSzPts val="2900"/>
              <a:buFont typeface="Plus Jakarta Sans SemiBold"/>
              <a:buNone/>
              <a:defRPr sz="25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308" name="Google Shape;308;g3f723343625_0_23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09" name="Google Shape;309;g3f723343625_0_235"/>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 </a:t>
            </a:r>
            <a:endParaRPr b="0" i="0" sz="600" u="none" cap="none" strike="noStrike">
              <a:solidFill>
                <a:schemeClr val="lt1"/>
              </a:solidFill>
              <a:latin typeface="Plus Jakarta Sans"/>
              <a:ea typeface="Plus Jakarta Sans"/>
              <a:cs typeface="Plus Jakarta Sans"/>
              <a:sym typeface="Plus Jakarta Sans"/>
            </a:endParaRPr>
          </a:p>
        </p:txBody>
      </p:sp>
      <p:pic>
        <p:nvPicPr>
          <p:cNvPr descr=" " id="310" name="Google Shape;310;g3f723343625_0_235"/>
          <p:cNvPicPr preferRelativeResize="0"/>
          <p:nvPr/>
        </p:nvPicPr>
        <p:blipFill rotWithShape="1">
          <a:blip r:embed="rId4">
            <a:alphaModFix/>
          </a:blip>
          <a:srcRect b="0" l="0" r="0" t="0"/>
          <a:stretch/>
        </p:blipFill>
        <p:spPr>
          <a:xfrm>
            <a:off x="7553310" y="4766314"/>
            <a:ext cx="1133484" cy="142859"/>
          </a:xfrm>
          <a:prstGeom prst="rect">
            <a:avLst/>
          </a:prstGeom>
          <a:noFill/>
          <a:ln>
            <a:noFill/>
          </a:ln>
        </p:spPr>
      </p:pic>
    </p:spTree>
  </p:cSld>
  <p:clrMapOvr>
    <a:masterClrMapping/>
  </p:clrMapOvr>
  <p:transition spd="slow">
    <p:push/>
  </p:transition>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Orange">
  <p:cSld name="7_Title Only_1_1_1_1">
    <p:bg>
      <p:bgPr>
        <a:solidFill>
          <a:schemeClr val="accent1"/>
        </a:solidFill>
      </p:bgPr>
    </p:bg>
    <p:spTree>
      <p:nvGrpSpPr>
        <p:cNvPr id="311" name="Shape 311"/>
        <p:cNvGrpSpPr/>
        <p:nvPr/>
      </p:nvGrpSpPr>
      <p:grpSpPr>
        <a:xfrm>
          <a:off x="0" y="0"/>
          <a:ext cx="0" cy="0"/>
          <a:chOff x="0" y="0"/>
          <a:chExt cx="0" cy="0"/>
        </a:xfrm>
      </p:grpSpPr>
      <p:pic>
        <p:nvPicPr>
          <p:cNvPr id="312" name="Google Shape;312;g3f723343625_0_247"/>
          <p:cNvPicPr preferRelativeResize="0"/>
          <p:nvPr/>
        </p:nvPicPr>
        <p:blipFill rotWithShape="1">
          <a:blip r:embed="rId2">
            <a:alphaModFix/>
          </a:blip>
          <a:srcRect b="0" l="0" r="0" t="0"/>
          <a:stretch/>
        </p:blipFill>
        <p:spPr>
          <a:xfrm>
            <a:off x="0" y="4326811"/>
            <a:ext cx="9144000" cy="816678"/>
          </a:xfrm>
          <a:prstGeom prst="rect">
            <a:avLst/>
          </a:prstGeom>
          <a:noFill/>
          <a:ln>
            <a:noFill/>
          </a:ln>
        </p:spPr>
      </p:pic>
      <p:cxnSp>
        <p:nvCxnSpPr>
          <p:cNvPr id="313" name="Google Shape;313;g3f723343625_0_247"/>
          <p:cNvCxnSpPr/>
          <p:nvPr/>
        </p:nvCxnSpPr>
        <p:spPr>
          <a:xfrm rot="10800000">
            <a:off x="713220" y="1047750"/>
            <a:ext cx="502800" cy="0"/>
          </a:xfrm>
          <a:prstGeom prst="straightConnector1">
            <a:avLst/>
          </a:prstGeom>
          <a:noFill/>
          <a:ln cap="flat" cmpd="sng" w="19050">
            <a:solidFill>
              <a:srgbClr val="FF550C"/>
            </a:solidFill>
            <a:prstDash val="solid"/>
            <a:round/>
            <a:headEnd len="sm" w="sm" type="none"/>
            <a:tailEnd len="sm" w="sm" type="none"/>
          </a:ln>
        </p:spPr>
      </p:cxnSp>
      <p:sp>
        <p:nvSpPr>
          <p:cNvPr id="314" name="Google Shape;314;g3f723343625_0_247"/>
          <p:cNvSpPr/>
          <p:nvPr/>
        </p:nvSpPr>
        <p:spPr>
          <a:xfrm>
            <a:off x="600100" y="943775"/>
            <a:ext cx="675000" cy="193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Plus Jakarta Sans"/>
              <a:ea typeface="Plus Jakarta Sans"/>
              <a:cs typeface="Plus Jakarta Sans"/>
              <a:sym typeface="Plus Jakarta Sans"/>
            </a:endParaRPr>
          </a:p>
        </p:txBody>
      </p:sp>
      <p:pic>
        <p:nvPicPr>
          <p:cNvPr id="315" name="Google Shape;315;g3f723343625_0_247"/>
          <p:cNvPicPr preferRelativeResize="0"/>
          <p:nvPr/>
        </p:nvPicPr>
        <p:blipFill rotWithShape="1">
          <a:blip r:embed="rId3">
            <a:alphaModFix/>
          </a:blip>
          <a:srcRect b="0" l="0" r="0" t="0"/>
          <a:stretch/>
        </p:blipFill>
        <p:spPr>
          <a:xfrm>
            <a:off x="400525" y="572375"/>
            <a:ext cx="753875" cy="608450"/>
          </a:xfrm>
          <a:prstGeom prst="rect">
            <a:avLst/>
          </a:prstGeom>
          <a:noFill/>
          <a:ln>
            <a:noFill/>
          </a:ln>
        </p:spPr>
      </p:pic>
      <p:cxnSp>
        <p:nvCxnSpPr>
          <p:cNvPr id="316" name="Google Shape;316;g3f723343625_0_247"/>
          <p:cNvCxnSpPr/>
          <p:nvPr/>
        </p:nvCxnSpPr>
        <p:spPr>
          <a:xfrm rot="10800000">
            <a:off x="1818095" y="3384463"/>
            <a:ext cx="502800" cy="0"/>
          </a:xfrm>
          <a:prstGeom prst="straightConnector1">
            <a:avLst/>
          </a:prstGeom>
          <a:noFill/>
          <a:ln cap="flat" cmpd="sng" w="19050">
            <a:solidFill>
              <a:schemeClr val="dk1"/>
            </a:solidFill>
            <a:prstDash val="solid"/>
            <a:round/>
            <a:headEnd len="sm" w="sm" type="none"/>
            <a:tailEnd len="sm" w="sm" type="none"/>
          </a:ln>
        </p:spPr>
      </p:cxnSp>
      <p:sp>
        <p:nvSpPr>
          <p:cNvPr id="317" name="Google Shape;317;g3f723343625_0_247"/>
          <p:cNvSpPr txBox="1"/>
          <p:nvPr>
            <p:ph idx="1" type="body"/>
          </p:nvPr>
        </p:nvSpPr>
        <p:spPr>
          <a:xfrm>
            <a:off x="1741775" y="3556607"/>
            <a:ext cx="3962400" cy="68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Font typeface="Plus Jakarta Sans SemiBold"/>
              <a:buNone/>
              <a:defRPr sz="16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318" name="Google Shape;318;g3f723343625_0_247"/>
          <p:cNvSpPr txBox="1"/>
          <p:nvPr>
            <p:ph idx="2" type="body"/>
          </p:nvPr>
        </p:nvSpPr>
        <p:spPr>
          <a:xfrm>
            <a:off x="1741775" y="3882434"/>
            <a:ext cx="39624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400"/>
              <a:buNone/>
              <a:defRPr sz="1000">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319" name="Google Shape;319;g3f723343625_0_247"/>
          <p:cNvSpPr txBox="1"/>
          <p:nvPr>
            <p:ph idx="3" type="body"/>
          </p:nvPr>
        </p:nvSpPr>
        <p:spPr>
          <a:xfrm>
            <a:off x="1741775" y="961075"/>
            <a:ext cx="5686800" cy="2324400"/>
          </a:xfrm>
          <a:prstGeom prst="rect">
            <a:avLst/>
          </a:prstGeom>
          <a:noFill/>
          <a:ln>
            <a:noFill/>
          </a:ln>
        </p:spPr>
        <p:txBody>
          <a:bodyPr anchorCtr="0" anchor="t" bIns="45700" lIns="91425" spcFirstLastPara="1" rIns="91425" wrap="square" tIns="45700">
            <a:noAutofit/>
          </a:bodyPr>
          <a:lstStyle>
            <a:lvl1pPr indent="-228600" lvl="0" marL="457200" algn="l">
              <a:lnSpc>
                <a:spcPct val="115000"/>
              </a:lnSpc>
              <a:spcBef>
                <a:spcPts val="0"/>
              </a:spcBef>
              <a:spcAft>
                <a:spcPts val="0"/>
              </a:spcAft>
              <a:buClr>
                <a:schemeClr val="lt1"/>
              </a:buClr>
              <a:buSzPts val="2900"/>
              <a:buFont typeface="Plus Jakarta Sans SemiBold"/>
              <a:buNone/>
              <a:defRPr sz="25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320" name="Google Shape;320;g3f723343625_0_247"/>
          <p:cNvSpPr/>
          <p:nvPr/>
        </p:nvSpPr>
        <p:spPr>
          <a:xfrm rot="-5400000">
            <a:off x="4542000" y="539200"/>
            <a:ext cx="73500" cy="9157500"/>
          </a:xfrm>
          <a:prstGeom prst="rect">
            <a:avLst/>
          </a:prstGeom>
          <a:solidFill>
            <a:schemeClr val="lt1"/>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21" name="Google Shape;321;g3f723343625_0_247"/>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 </a:t>
            </a:r>
            <a:endParaRPr b="0" i="0" sz="600" u="none" cap="none" strike="noStrike">
              <a:solidFill>
                <a:schemeClr val="lt1"/>
              </a:solidFill>
              <a:latin typeface="Plus Jakarta Sans"/>
              <a:ea typeface="Plus Jakarta Sans"/>
              <a:cs typeface="Plus Jakarta Sans"/>
              <a:sym typeface="Plus Jakarta Sans"/>
            </a:endParaRPr>
          </a:p>
        </p:txBody>
      </p:sp>
      <p:pic>
        <p:nvPicPr>
          <p:cNvPr descr=" " id="322" name="Google Shape;322;g3f723343625_0_247"/>
          <p:cNvPicPr preferRelativeResize="0"/>
          <p:nvPr/>
        </p:nvPicPr>
        <p:blipFill rotWithShape="1">
          <a:blip r:embed="rId4">
            <a:alphaModFix/>
          </a:blip>
          <a:srcRect b="0" l="0" r="0" t="0"/>
          <a:stretch/>
        </p:blipFill>
        <p:spPr>
          <a:xfrm>
            <a:off x="7553310" y="4766314"/>
            <a:ext cx="1133484" cy="142859"/>
          </a:xfrm>
          <a:prstGeom prst="rect">
            <a:avLst/>
          </a:prstGeom>
          <a:noFill/>
          <a:ln>
            <a:noFill/>
          </a:ln>
        </p:spPr>
      </p:pic>
    </p:spTree>
  </p:cSld>
  <p:clrMapOvr>
    <a:masterClrMapping/>
  </p:clrMapOvr>
  <p:transition spd="slow">
    <p:push/>
  </p:transition>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7_Title Only_1_1_1_1_1">
    <p:bg>
      <p:bgPr>
        <a:solidFill>
          <a:schemeClr val="lt1"/>
        </a:solidFill>
      </p:bgPr>
    </p:bg>
    <p:spTree>
      <p:nvGrpSpPr>
        <p:cNvPr id="323" name="Shape 323"/>
        <p:cNvGrpSpPr/>
        <p:nvPr/>
      </p:nvGrpSpPr>
      <p:grpSpPr>
        <a:xfrm>
          <a:off x="0" y="0"/>
          <a:ext cx="0" cy="0"/>
          <a:chOff x="0" y="0"/>
          <a:chExt cx="0" cy="0"/>
        </a:xfrm>
      </p:grpSpPr>
      <p:pic>
        <p:nvPicPr>
          <p:cNvPr id="324" name="Google Shape;324;g3f723343625_0_259"/>
          <p:cNvPicPr preferRelativeResize="0"/>
          <p:nvPr/>
        </p:nvPicPr>
        <p:blipFill rotWithShape="1">
          <a:blip r:embed="rId2">
            <a:alphaModFix/>
          </a:blip>
          <a:srcRect b="416" l="0" r="0" t="426"/>
          <a:stretch/>
        </p:blipFill>
        <p:spPr>
          <a:xfrm>
            <a:off x="0" y="4326811"/>
            <a:ext cx="9144000" cy="816678"/>
          </a:xfrm>
          <a:prstGeom prst="rect">
            <a:avLst/>
          </a:prstGeom>
          <a:noFill/>
          <a:ln>
            <a:noFill/>
          </a:ln>
        </p:spPr>
      </p:pic>
      <p:cxnSp>
        <p:nvCxnSpPr>
          <p:cNvPr id="325" name="Google Shape;325;g3f723343625_0_259"/>
          <p:cNvCxnSpPr/>
          <p:nvPr/>
        </p:nvCxnSpPr>
        <p:spPr>
          <a:xfrm rot="10800000">
            <a:off x="713220" y="1047750"/>
            <a:ext cx="502800" cy="0"/>
          </a:xfrm>
          <a:prstGeom prst="straightConnector1">
            <a:avLst/>
          </a:prstGeom>
          <a:noFill/>
          <a:ln cap="flat" cmpd="sng" w="19050">
            <a:solidFill>
              <a:srgbClr val="FF550C"/>
            </a:solidFill>
            <a:prstDash val="solid"/>
            <a:round/>
            <a:headEnd len="sm" w="sm" type="none"/>
            <a:tailEnd len="sm" w="sm" type="none"/>
          </a:ln>
        </p:spPr>
      </p:cxnSp>
      <p:sp>
        <p:nvSpPr>
          <p:cNvPr id="326" name="Google Shape;326;g3f723343625_0_259"/>
          <p:cNvSpPr/>
          <p:nvPr/>
        </p:nvSpPr>
        <p:spPr>
          <a:xfrm>
            <a:off x="600100" y="943775"/>
            <a:ext cx="675000" cy="193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Plus Jakarta Sans"/>
              <a:ea typeface="Plus Jakarta Sans"/>
              <a:cs typeface="Plus Jakarta Sans"/>
              <a:sym typeface="Plus Jakarta Sans"/>
            </a:endParaRPr>
          </a:p>
        </p:txBody>
      </p:sp>
      <p:pic>
        <p:nvPicPr>
          <p:cNvPr id="327" name="Google Shape;327;g3f723343625_0_259"/>
          <p:cNvPicPr preferRelativeResize="0"/>
          <p:nvPr/>
        </p:nvPicPr>
        <p:blipFill rotWithShape="1">
          <a:blip r:embed="rId3">
            <a:alphaModFix/>
          </a:blip>
          <a:srcRect b="0" l="0" r="0" t="0"/>
          <a:stretch/>
        </p:blipFill>
        <p:spPr>
          <a:xfrm>
            <a:off x="400525" y="572375"/>
            <a:ext cx="753875" cy="608450"/>
          </a:xfrm>
          <a:prstGeom prst="rect">
            <a:avLst/>
          </a:prstGeom>
          <a:noFill/>
          <a:ln>
            <a:noFill/>
          </a:ln>
        </p:spPr>
      </p:pic>
      <p:cxnSp>
        <p:nvCxnSpPr>
          <p:cNvPr id="328" name="Google Shape;328;g3f723343625_0_259"/>
          <p:cNvCxnSpPr/>
          <p:nvPr/>
        </p:nvCxnSpPr>
        <p:spPr>
          <a:xfrm rot="10800000">
            <a:off x="1818095" y="3384463"/>
            <a:ext cx="502800" cy="0"/>
          </a:xfrm>
          <a:prstGeom prst="straightConnector1">
            <a:avLst/>
          </a:prstGeom>
          <a:noFill/>
          <a:ln cap="flat" cmpd="sng" w="19050">
            <a:solidFill>
              <a:schemeClr val="accent1"/>
            </a:solidFill>
            <a:prstDash val="solid"/>
            <a:round/>
            <a:headEnd len="sm" w="sm" type="none"/>
            <a:tailEnd len="sm" w="sm" type="none"/>
          </a:ln>
        </p:spPr>
      </p:cxnSp>
      <p:sp>
        <p:nvSpPr>
          <p:cNvPr id="329" name="Google Shape;329;g3f723343625_0_259"/>
          <p:cNvSpPr txBox="1"/>
          <p:nvPr>
            <p:ph idx="1" type="body"/>
          </p:nvPr>
        </p:nvSpPr>
        <p:spPr>
          <a:xfrm>
            <a:off x="1741775" y="961075"/>
            <a:ext cx="5692800" cy="2324400"/>
          </a:xfrm>
          <a:prstGeom prst="rect">
            <a:avLst/>
          </a:prstGeom>
          <a:noFill/>
          <a:ln>
            <a:noFill/>
          </a:ln>
        </p:spPr>
        <p:txBody>
          <a:bodyPr anchorCtr="0" anchor="t" bIns="45700" lIns="91425" spcFirstLastPara="1" rIns="91425" wrap="square" tIns="45700">
            <a:noAutofit/>
          </a:bodyPr>
          <a:lstStyle>
            <a:lvl1pPr indent="-228600" lvl="0" marL="457200" algn="l">
              <a:lnSpc>
                <a:spcPct val="115000"/>
              </a:lnSpc>
              <a:spcBef>
                <a:spcPts val="0"/>
              </a:spcBef>
              <a:spcAft>
                <a:spcPts val="0"/>
              </a:spcAft>
              <a:buSzPts val="2900"/>
              <a:buFont typeface="Plus Jakarta Sans SemiBold"/>
              <a:buNone/>
              <a:defRPr sz="2500">
                <a:latin typeface="Plus Jakarta Sans SemiBold"/>
                <a:ea typeface="Plus Jakarta Sans SemiBold"/>
                <a:cs typeface="Plus Jakarta Sans SemiBold"/>
                <a:sym typeface="Plus Jakarta Sans SemiBold"/>
              </a:defRPr>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330" name="Google Shape;330;g3f723343625_0_259"/>
          <p:cNvSpPr txBox="1"/>
          <p:nvPr>
            <p:ph idx="2" type="body"/>
          </p:nvPr>
        </p:nvSpPr>
        <p:spPr>
          <a:xfrm>
            <a:off x="1741775" y="3556607"/>
            <a:ext cx="3962400" cy="68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331" name="Google Shape;331;g3f723343625_0_259"/>
          <p:cNvSpPr txBox="1"/>
          <p:nvPr>
            <p:ph idx="3" type="body"/>
          </p:nvPr>
        </p:nvSpPr>
        <p:spPr>
          <a:xfrm>
            <a:off x="1741775" y="3882434"/>
            <a:ext cx="39624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332" name="Google Shape;332;g3f723343625_0_25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33" name="Google Shape;333;g3f723343625_0_259"/>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888892"/>
                </a:solidFill>
                <a:latin typeface="Plus Jakarta Sans"/>
                <a:ea typeface="Plus Jakarta Sans"/>
                <a:cs typeface="Plus Jakarta Sans"/>
                <a:sym typeface="Plus Jakarta Sans"/>
              </a:rPr>
              <a:t>©2026 Cloudera, Inc. All Rights Reserved. </a:t>
            </a:r>
            <a:endParaRPr b="0" i="0" sz="600" u="none" cap="none" strike="noStrike">
              <a:solidFill>
                <a:srgbClr val="888892"/>
              </a:solidFill>
              <a:latin typeface="Plus Jakarta Sans"/>
              <a:ea typeface="Plus Jakarta Sans"/>
              <a:cs typeface="Plus Jakarta Sans"/>
              <a:sym typeface="Plus Jakarta Sans"/>
            </a:endParaRPr>
          </a:p>
        </p:txBody>
      </p:sp>
      <p:pic>
        <p:nvPicPr>
          <p:cNvPr descr=" " id="334" name="Google Shape;334;g3f723343625_0_259"/>
          <p:cNvPicPr preferRelativeResize="0"/>
          <p:nvPr/>
        </p:nvPicPr>
        <p:blipFill rotWithShape="1">
          <a:blip r:embed="rId4">
            <a:alphaModFix/>
          </a:blip>
          <a:srcRect b="0" l="0" r="0" t="0"/>
          <a:stretch/>
        </p:blipFill>
        <p:spPr>
          <a:xfrm>
            <a:off x="7553310" y="4766314"/>
            <a:ext cx="1133484" cy="142859"/>
          </a:xfrm>
          <a:prstGeom prst="rect">
            <a:avLst/>
          </a:prstGeom>
          <a:noFill/>
          <a:ln>
            <a:noFill/>
          </a:ln>
        </p:spPr>
      </p:pic>
    </p:spTree>
  </p:cSld>
  <p:clrMapOvr>
    <a:masterClrMapping/>
  </p:clrMapOvr>
  <p:transition spd="slow">
    <p:push/>
  </p:transition>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1">
  <p:cSld name="8_Title Only">
    <p:spTree>
      <p:nvGrpSpPr>
        <p:cNvPr id="335" name="Shape 335"/>
        <p:cNvGrpSpPr/>
        <p:nvPr/>
      </p:nvGrpSpPr>
      <p:grpSpPr>
        <a:xfrm>
          <a:off x="0" y="0"/>
          <a:ext cx="0" cy="0"/>
          <a:chOff x="0" y="0"/>
          <a:chExt cx="0" cy="0"/>
        </a:xfrm>
      </p:grpSpPr>
      <p:sp>
        <p:nvSpPr>
          <p:cNvPr id="336" name="Google Shape;336;g3f723343625_0_271"/>
          <p:cNvSpPr txBox="1"/>
          <p:nvPr>
            <p:ph type="title"/>
          </p:nvPr>
        </p:nvSpPr>
        <p:spPr>
          <a:xfrm>
            <a:off x="5715000" y="284250"/>
            <a:ext cx="40170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7" name="Google Shape;337;g3f723343625_0_271"/>
          <p:cNvSpPr txBox="1"/>
          <p:nvPr>
            <p:ph idx="1" type="body"/>
          </p:nvPr>
        </p:nvSpPr>
        <p:spPr>
          <a:xfrm>
            <a:off x="5715000" y="1903412"/>
            <a:ext cx="3124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38" name="Google Shape;338;g3f723343625_0_271"/>
          <p:cNvSpPr/>
          <p:nvPr/>
        </p:nvSpPr>
        <p:spPr>
          <a:xfrm>
            <a:off x="381000" y="0"/>
            <a:ext cx="381000" cy="102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9" name="Google Shape;339;g3f723343625_0_271"/>
          <p:cNvSpPr/>
          <p:nvPr/>
        </p:nvSpPr>
        <p:spPr>
          <a:xfrm>
            <a:off x="381000" y="897026"/>
            <a:ext cx="762000" cy="226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40" name="Google Shape;340;g3f723343625_0_27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41" name="Google Shape;341;g3f723343625_0_271"/>
          <p:cNvSpPr txBox="1"/>
          <p:nvPr>
            <p:ph idx="2" type="subTitle"/>
          </p:nvPr>
        </p:nvSpPr>
        <p:spPr>
          <a:xfrm>
            <a:off x="5715000" y="631950"/>
            <a:ext cx="25428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1 1">
  <p:cSld name="8_Title Only_1">
    <p:bg>
      <p:bgPr>
        <a:solidFill>
          <a:schemeClr val="dk1"/>
        </a:solidFill>
      </p:bgPr>
    </p:bg>
    <p:spTree>
      <p:nvGrpSpPr>
        <p:cNvPr id="342" name="Shape 342"/>
        <p:cNvGrpSpPr/>
        <p:nvPr/>
      </p:nvGrpSpPr>
      <p:grpSpPr>
        <a:xfrm>
          <a:off x="0" y="0"/>
          <a:ext cx="0" cy="0"/>
          <a:chOff x="0" y="0"/>
          <a:chExt cx="0" cy="0"/>
        </a:xfrm>
      </p:grpSpPr>
      <p:sp>
        <p:nvSpPr>
          <p:cNvPr id="343" name="Google Shape;343;g3f723343625_0_278"/>
          <p:cNvSpPr txBox="1"/>
          <p:nvPr>
            <p:ph type="title"/>
          </p:nvPr>
        </p:nvSpPr>
        <p:spPr>
          <a:xfrm>
            <a:off x="5715000" y="284250"/>
            <a:ext cx="45636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344" name="Google Shape;344;g3f723343625_0_278"/>
          <p:cNvSpPr txBox="1"/>
          <p:nvPr>
            <p:ph idx="1" type="body"/>
          </p:nvPr>
        </p:nvSpPr>
        <p:spPr>
          <a:xfrm>
            <a:off x="5715000" y="1903412"/>
            <a:ext cx="3124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345" name="Google Shape;345;g3f723343625_0_27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46" name="Google Shape;346;g3f723343625_0_278"/>
          <p:cNvSpPr txBox="1"/>
          <p:nvPr>
            <p:ph idx="2" type="subTitle"/>
          </p:nvPr>
        </p:nvSpPr>
        <p:spPr>
          <a:xfrm>
            <a:off x="5715000" y="631950"/>
            <a:ext cx="25842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ckground Nodes Top Right 2">
  <p:cSld name="32_Title and Content_1">
    <p:bg>
      <p:bgPr>
        <a:solidFill>
          <a:schemeClr val="accent1"/>
        </a:solidFill>
      </p:bgPr>
    </p:bg>
    <p:spTree>
      <p:nvGrpSpPr>
        <p:cNvPr id="347" name="Shape 347"/>
        <p:cNvGrpSpPr/>
        <p:nvPr/>
      </p:nvGrpSpPr>
      <p:grpSpPr>
        <a:xfrm>
          <a:off x="0" y="0"/>
          <a:ext cx="0" cy="0"/>
          <a:chOff x="0" y="0"/>
          <a:chExt cx="0" cy="0"/>
        </a:xfrm>
      </p:grpSpPr>
      <p:sp>
        <p:nvSpPr>
          <p:cNvPr id="348" name="Google Shape;348;g3f723343625_0_283"/>
          <p:cNvSpPr txBox="1"/>
          <p:nvPr>
            <p:ph idx="1" type="body"/>
          </p:nvPr>
        </p:nvSpPr>
        <p:spPr>
          <a:xfrm>
            <a:off x="457200" y="1264922"/>
            <a:ext cx="70236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400"/>
              <a:buFont typeface="Plus Jakarta Sans"/>
              <a:buNone/>
              <a:defRPr>
                <a:solidFill>
                  <a:schemeClr val="lt1"/>
                </a:solidFill>
              </a:defRPr>
            </a:lvl1pPr>
            <a:lvl2pPr indent="-228600" lvl="1" marL="914400" algn="l">
              <a:lnSpc>
                <a:spcPct val="118333"/>
              </a:lnSpc>
              <a:spcBef>
                <a:spcPts val="400"/>
              </a:spcBef>
              <a:spcAft>
                <a:spcPts val="0"/>
              </a:spcAft>
              <a:buSzPts val="1440"/>
              <a:buFont typeface="Plus Jakarta Sans"/>
              <a:buNone/>
              <a:defRPr>
                <a:solidFill>
                  <a:schemeClr val="lt1"/>
                </a:solidFill>
              </a:defRPr>
            </a:lvl2pPr>
            <a:lvl3pPr indent="-304800" lvl="2" marL="1371600" algn="l">
              <a:lnSpc>
                <a:spcPct val="100000"/>
              </a:lnSpc>
              <a:spcBef>
                <a:spcPts val="200"/>
              </a:spcBef>
              <a:spcAft>
                <a:spcPts val="0"/>
              </a:spcAft>
              <a:buClr>
                <a:schemeClr val="lt1"/>
              </a:buClr>
              <a:buSzPts val="1200"/>
              <a:buChar char="•"/>
              <a:defRPr>
                <a:solidFill>
                  <a:schemeClr val="lt1"/>
                </a:solidFill>
              </a:defRPr>
            </a:lvl3pPr>
            <a:lvl4pPr indent="-292100" lvl="3" marL="1828800" algn="l">
              <a:lnSpc>
                <a:spcPct val="100000"/>
              </a:lnSpc>
              <a:spcBef>
                <a:spcPts val="200"/>
              </a:spcBef>
              <a:spcAft>
                <a:spcPts val="0"/>
              </a:spcAft>
              <a:buClr>
                <a:schemeClr val="lt1"/>
              </a:buClr>
              <a:buSzPts val="1000"/>
              <a:buChar char="–"/>
              <a:defRPr>
                <a:solidFill>
                  <a:schemeClr val="lt1"/>
                </a:solidFill>
              </a:defRPr>
            </a:lvl4pPr>
            <a:lvl5pPr indent="-292100" lvl="4" marL="2286000" algn="l">
              <a:lnSpc>
                <a:spcPct val="100000"/>
              </a:lnSpc>
              <a:spcBef>
                <a:spcPts val="200"/>
              </a:spcBef>
              <a:spcAft>
                <a:spcPts val="0"/>
              </a:spcAft>
              <a:buClr>
                <a:schemeClr val="lt1"/>
              </a:buClr>
              <a:buSzPts val="10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49" name="Google Shape;349;g3f723343625_0_283"/>
          <p:cNvSpPr/>
          <p:nvPr/>
        </p:nvSpPr>
        <p:spPr>
          <a:xfrm rot="-5400000">
            <a:off x="4542000" y="539200"/>
            <a:ext cx="73500" cy="9157500"/>
          </a:xfrm>
          <a:prstGeom prst="rect">
            <a:avLst/>
          </a:prstGeom>
          <a:solidFill>
            <a:schemeClr val="lt1"/>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50" name="Google Shape;350;g3f723343625_0_283"/>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351" name="Google Shape;351;g3f723343625_0_283"/>
          <p:cNvPicPr preferRelativeResize="0"/>
          <p:nvPr/>
        </p:nvPicPr>
        <p:blipFill rotWithShape="1">
          <a:blip r:embed="rId2">
            <a:alphaModFix amt="30000"/>
          </a:blip>
          <a:srcRect b="0" l="0" r="0" t="0"/>
          <a:stretch/>
        </p:blipFill>
        <p:spPr>
          <a:xfrm>
            <a:off x="7611575" y="0"/>
            <a:ext cx="1532425" cy="3244899"/>
          </a:xfrm>
          <a:prstGeom prst="rect">
            <a:avLst/>
          </a:prstGeom>
          <a:noFill/>
          <a:ln>
            <a:noFill/>
          </a:ln>
        </p:spPr>
      </p:pic>
      <p:sp>
        <p:nvSpPr>
          <p:cNvPr id="352" name="Google Shape;352;g3f723343625_0_283"/>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 </a:t>
            </a:r>
            <a:endParaRPr b="0" i="0" sz="600" u="none" cap="none" strike="noStrike">
              <a:solidFill>
                <a:schemeClr val="lt1"/>
              </a:solidFill>
              <a:latin typeface="Plus Jakarta Sans"/>
              <a:ea typeface="Plus Jakarta Sans"/>
              <a:cs typeface="Plus Jakarta Sans"/>
              <a:sym typeface="Plus Jakarta Sans"/>
            </a:endParaRPr>
          </a:p>
        </p:txBody>
      </p:sp>
      <p:pic>
        <p:nvPicPr>
          <p:cNvPr descr=" " id="353" name="Google Shape;353;g3f723343625_0_283"/>
          <p:cNvPicPr preferRelativeResize="0"/>
          <p:nvPr/>
        </p:nvPicPr>
        <p:blipFill rotWithShape="1">
          <a:blip r:embed="rId3">
            <a:alphaModFix/>
          </a:blip>
          <a:srcRect b="0" l="0" r="0" t="0"/>
          <a:stretch/>
        </p:blipFill>
        <p:spPr>
          <a:xfrm>
            <a:off x="7553310" y="4766314"/>
            <a:ext cx="1133484" cy="142859"/>
          </a:xfrm>
          <a:prstGeom prst="rect">
            <a:avLst/>
          </a:prstGeom>
          <a:noFill/>
          <a:ln>
            <a:noFill/>
          </a:ln>
        </p:spPr>
      </p:pic>
      <p:sp>
        <p:nvSpPr>
          <p:cNvPr id="354" name="Google Shape;354;g3f723343625_0_283"/>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ilight Background Nodes Top Right 2">
  <p:cSld name="41_Title and Content_1">
    <p:bg>
      <p:bgPr>
        <a:solidFill>
          <a:schemeClr val="dk1"/>
        </a:solidFill>
      </p:bgPr>
    </p:bg>
    <p:spTree>
      <p:nvGrpSpPr>
        <p:cNvPr id="355" name="Shape 355"/>
        <p:cNvGrpSpPr/>
        <p:nvPr/>
      </p:nvGrpSpPr>
      <p:grpSpPr>
        <a:xfrm>
          <a:off x="0" y="0"/>
          <a:ext cx="0" cy="0"/>
          <a:chOff x="0" y="0"/>
          <a:chExt cx="0" cy="0"/>
        </a:xfrm>
      </p:grpSpPr>
      <p:sp>
        <p:nvSpPr>
          <p:cNvPr id="356" name="Google Shape;356;g3f723343625_0_291"/>
          <p:cNvSpPr txBox="1"/>
          <p:nvPr>
            <p:ph idx="1" type="body"/>
          </p:nvPr>
        </p:nvSpPr>
        <p:spPr>
          <a:xfrm>
            <a:off x="457200" y="1370025"/>
            <a:ext cx="69729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400"/>
              <a:buFont typeface="Plus Jakarta Sans"/>
              <a:buNone/>
              <a:defRPr>
                <a:solidFill>
                  <a:schemeClr val="lt1"/>
                </a:solidFill>
              </a:defRPr>
            </a:lvl1pPr>
            <a:lvl2pPr indent="-228600" lvl="1" marL="914400" algn="l">
              <a:lnSpc>
                <a:spcPct val="118333"/>
              </a:lnSpc>
              <a:spcBef>
                <a:spcPts val="400"/>
              </a:spcBef>
              <a:spcAft>
                <a:spcPts val="0"/>
              </a:spcAft>
              <a:buSzPts val="1440"/>
              <a:buFont typeface="Plus Jakarta Sans"/>
              <a:buNone/>
              <a:defRPr>
                <a:solidFill>
                  <a:schemeClr val="lt1"/>
                </a:solidFill>
              </a:defRPr>
            </a:lvl2pPr>
            <a:lvl3pPr indent="-304800" lvl="2" marL="1371600" algn="l">
              <a:lnSpc>
                <a:spcPct val="100000"/>
              </a:lnSpc>
              <a:spcBef>
                <a:spcPts val="200"/>
              </a:spcBef>
              <a:spcAft>
                <a:spcPts val="0"/>
              </a:spcAft>
              <a:buClr>
                <a:schemeClr val="lt1"/>
              </a:buClr>
              <a:buSzPts val="1200"/>
              <a:buChar char="•"/>
              <a:defRPr>
                <a:solidFill>
                  <a:schemeClr val="lt1"/>
                </a:solidFill>
              </a:defRPr>
            </a:lvl3pPr>
            <a:lvl4pPr indent="-292100" lvl="3" marL="1828800" algn="l">
              <a:lnSpc>
                <a:spcPct val="100000"/>
              </a:lnSpc>
              <a:spcBef>
                <a:spcPts val="200"/>
              </a:spcBef>
              <a:spcAft>
                <a:spcPts val="0"/>
              </a:spcAft>
              <a:buClr>
                <a:schemeClr val="lt1"/>
              </a:buClr>
              <a:buSzPts val="1000"/>
              <a:buChar char="–"/>
              <a:defRPr>
                <a:solidFill>
                  <a:schemeClr val="lt1"/>
                </a:solidFill>
              </a:defRPr>
            </a:lvl4pPr>
            <a:lvl5pPr indent="-292100" lvl="4" marL="2286000" algn="l">
              <a:lnSpc>
                <a:spcPct val="100000"/>
              </a:lnSpc>
              <a:spcBef>
                <a:spcPts val="200"/>
              </a:spcBef>
              <a:spcAft>
                <a:spcPts val="0"/>
              </a:spcAft>
              <a:buClr>
                <a:schemeClr val="lt1"/>
              </a:buClr>
              <a:buSzPts val="10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57" name="Google Shape;357;g3f723343625_0_29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58" name="Google Shape;358;g3f723343625_0_291"/>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359" name="Google Shape;359;g3f723343625_0_291"/>
          <p:cNvPicPr preferRelativeResize="0"/>
          <p:nvPr/>
        </p:nvPicPr>
        <p:blipFill rotWithShape="1">
          <a:blip r:embed="rId2">
            <a:alphaModFix/>
          </a:blip>
          <a:srcRect b="0" l="0" r="0" t="0"/>
          <a:stretch/>
        </p:blipFill>
        <p:spPr>
          <a:xfrm>
            <a:off x="7611575" y="0"/>
            <a:ext cx="1532425" cy="3244899"/>
          </a:xfrm>
          <a:prstGeom prst="rect">
            <a:avLst/>
          </a:prstGeom>
          <a:noFill/>
          <a:ln>
            <a:noFill/>
          </a:ln>
        </p:spPr>
      </p:pic>
      <p:sp>
        <p:nvSpPr>
          <p:cNvPr id="360" name="Google Shape;360;g3f723343625_0_291"/>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_rounded">
  <p:cSld name="15_Title Only_1_2">
    <p:spTree>
      <p:nvGrpSpPr>
        <p:cNvPr id="361" name="Shape 361"/>
        <p:cNvGrpSpPr/>
        <p:nvPr/>
      </p:nvGrpSpPr>
      <p:grpSpPr>
        <a:xfrm>
          <a:off x="0" y="0"/>
          <a:ext cx="0" cy="0"/>
          <a:chOff x="0" y="0"/>
          <a:chExt cx="0" cy="0"/>
        </a:xfrm>
      </p:grpSpPr>
      <p:sp>
        <p:nvSpPr>
          <p:cNvPr id="362" name="Google Shape;362;g3f723343625_0_313"/>
          <p:cNvSpPr/>
          <p:nvPr/>
        </p:nvSpPr>
        <p:spPr>
          <a:xfrm>
            <a:off x="-20225" y="5039775"/>
            <a:ext cx="9177600" cy="103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363" name="Google Shape;363;g3f723343625_0_313"/>
          <p:cNvSpPr/>
          <p:nvPr/>
        </p:nvSpPr>
        <p:spPr>
          <a:xfrm>
            <a:off x="526900" y="976075"/>
            <a:ext cx="709200" cy="18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descr=" " id="364" name="Google Shape;364;g3f723343625_0_313"/>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
        <p:nvSpPr>
          <p:cNvPr id="365" name="Google Shape;365;g3f723343625_0_313"/>
          <p:cNvSpPr/>
          <p:nvPr>
            <p:ph idx="2" type="pic"/>
          </p:nvPr>
        </p:nvSpPr>
        <p:spPr>
          <a:xfrm>
            <a:off x="103350" y="81900"/>
            <a:ext cx="8950800" cy="4979700"/>
          </a:xfrm>
          <a:prstGeom prst="roundRect">
            <a:avLst>
              <a:gd fmla="val 3798" name="adj"/>
            </a:avLst>
          </a:prstGeom>
          <a:noFill/>
          <a:ln>
            <a:noFill/>
          </a:ln>
        </p:spPr>
      </p:sp>
    </p:spTree>
  </p:cSld>
  <p:clrMapOvr>
    <a:masterClrMapping/>
  </p:clrMapOvr>
  <p:transition spd="slow">
    <p:push/>
  </p:transition>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_bleed">
  <p:cSld name="15_Title Only_1_2_1">
    <p:spTree>
      <p:nvGrpSpPr>
        <p:cNvPr id="366" name="Shape 366"/>
        <p:cNvGrpSpPr/>
        <p:nvPr/>
      </p:nvGrpSpPr>
      <p:grpSpPr>
        <a:xfrm>
          <a:off x="0" y="0"/>
          <a:ext cx="0" cy="0"/>
          <a:chOff x="0" y="0"/>
          <a:chExt cx="0" cy="0"/>
        </a:xfrm>
      </p:grpSpPr>
      <p:sp>
        <p:nvSpPr>
          <p:cNvPr id="367" name="Google Shape;367;g3f723343625_0_318"/>
          <p:cNvSpPr/>
          <p:nvPr/>
        </p:nvSpPr>
        <p:spPr>
          <a:xfrm>
            <a:off x="526900" y="976075"/>
            <a:ext cx="709200" cy="18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descr=" " id="368" name="Google Shape;368;g3f723343625_0_318"/>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
        <p:nvSpPr>
          <p:cNvPr id="369" name="Google Shape;369;g3f723343625_0_318"/>
          <p:cNvSpPr/>
          <p:nvPr>
            <p:ph idx="2" type="pic"/>
          </p:nvPr>
        </p:nvSpPr>
        <p:spPr>
          <a:xfrm>
            <a:off x="-6700" y="325"/>
            <a:ext cx="9144000" cy="5143500"/>
          </a:xfrm>
          <a:prstGeom prst="rect">
            <a:avLst/>
          </a:prstGeom>
          <a:noFill/>
          <a:ln>
            <a:noFill/>
          </a:ln>
        </p:spPr>
      </p:sp>
    </p:spTree>
  </p:cSld>
  <p:clrMapOvr>
    <a:masterClrMapping/>
  </p:clrMapOvr>
  <p:transition spd="slow">
    <p:push/>
  </p:transition>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logo 1">
  <p:cSld name="15_Title Only_1_1">
    <p:bg>
      <p:bgPr>
        <a:solidFill>
          <a:schemeClr val="dk1"/>
        </a:solidFill>
      </p:bgPr>
    </p:bg>
    <p:spTree>
      <p:nvGrpSpPr>
        <p:cNvPr id="370" name="Shape 370"/>
        <p:cNvGrpSpPr/>
        <p:nvPr/>
      </p:nvGrpSpPr>
      <p:grpSpPr>
        <a:xfrm>
          <a:off x="0" y="0"/>
          <a:ext cx="0" cy="0"/>
          <a:chOff x="0" y="0"/>
          <a:chExt cx="0" cy="0"/>
        </a:xfrm>
      </p:grpSpPr>
      <p:sp>
        <p:nvSpPr>
          <p:cNvPr id="371" name="Google Shape;371;g3f723343625_0_32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title | Twilight 3">
  <p:cSld name="6_Title Only_2_3_4">
    <p:bg>
      <p:bgPr>
        <a:solidFill>
          <a:schemeClr val="accent3"/>
        </a:solidFill>
      </p:bgPr>
    </p:bg>
    <p:spTree>
      <p:nvGrpSpPr>
        <p:cNvPr id="372" name="Shape 372"/>
        <p:cNvGrpSpPr/>
        <p:nvPr/>
      </p:nvGrpSpPr>
      <p:grpSpPr>
        <a:xfrm>
          <a:off x="0" y="0"/>
          <a:ext cx="0" cy="0"/>
          <a:chOff x="0" y="0"/>
          <a:chExt cx="0" cy="0"/>
        </a:xfrm>
      </p:grpSpPr>
      <p:sp>
        <p:nvSpPr>
          <p:cNvPr id="373" name="Google Shape;373;g3f723343625_0_32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Twilight 3 1">
  <p:cSld name="6_Title Only_2_3_4_1">
    <p:bg>
      <p:bgPr>
        <a:solidFill>
          <a:schemeClr val="accent3"/>
        </a:solidFill>
      </p:bgPr>
    </p:bg>
    <p:spTree>
      <p:nvGrpSpPr>
        <p:cNvPr id="374" name="Shape 374"/>
        <p:cNvGrpSpPr/>
        <p:nvPr/>
      </p:nvGrpSpPr>
      <p:grpSpPr>
        <a:xfrm>
          <a:off x="0" y="0"/>
          <a:ext cx="0" cy="0"/>
          <a:chOff x="0" y="0"/>
          <a:chExt cx="0" cy="0"/>
        </a:xfrm>
      </p:grpSpPr>
      <p:sp>
        <p:nvSpPr>
          <p:cNvPr id="375" name="Google Shape;375;g3f723343625_0_326"/>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76" name="Google Shape;376;g3f723343625_0_326"/>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7" name="Google Shape;377;g3f723343625_0_326"/>
          <p:cNvSpPr txBox="1"/>
          <p:nvPr>
            <p:ph idx="1"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Nodes Top Right 1 1">
  <p:cSld name="16_Title Only_1_1">
    <p:spTree>
      <p:nvGrpSpPr>
        <p:cNvPr id="383" name="Shape 383"/>
        <p:cNvGrpSpPr/>
        <p:nvPr/>
      </p:nvGrpSpPr>
      <p:grpSpPr>
        <a:xfrm>
          <a:off x="0" y="0"/>
          <a:ext cx="0" cy="0"/>
          <a:chOff x="0" y="0"/>
          <a:chExt cx="0" cy="0"/>
        </a:xfrm>
      </p:grpSpPr>
      <p:sp>
        <p:nvSpPr>
          <p:cNvPr id="384" name="Google Shape;384;g3f9df32ea02_0_794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85" name="Google Shape;385;g3f9df32ea02_0_7949"/>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6" name="Google Shape;386;g3f9df32ea02_0_7949"/>
          <p:cNvSpPr txBox="1"/>
          <p:nvPr>
            <p:ph idx="1"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4"/>
              </a:buClr>
              <a:buSzPts val="1100"/>
              <a:buFont typeface="Plus Jakarta Sans SemiBold"/>
              <a:buNone/>
              <a:defRPr i="0" sz="1100">
                <a:solidFill>
                  <a:schemeClr val="accent4"/>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400"/>
              </a:spcBef>
              <a:spcAft>
                <a:spcPts val="0"/>
              </a:spcAft>
              <a:buSzPts val="1260"/>
              <a:buFont typeface="Arial"/>
              <a:buNone/>
              <a:defRPr sz="1050">
                <a:latin typeface="Arial"/>
                <a:ea typeface="Arial"/>
                <a:cs typeface="Arial"/>
                <a:sym typeface="Arial"/>
              </a:defRPr>
            </a:lvl2pPr>
            <a:lvl3pPr indent="-228600" lvl="2" marL="1371600" algn="l">
              <a:lnSpc>
                <a:spcPct val="100000"/>
              </a:lnSpc>
              <a:spcBef>
                <a:spcPts val="210"/>
              </a:spcBef>
              <a:spcAft>
                <a:spcPts val="0"/>
              </a:spcAft>
              <a:buSzPts val="1260"/>
              <a:buFont typeface="Arial"/>
              <a:buNone/>
              <a:defRPr sz="1050">
                <a:latin typeface="Arial"/>
                <a:ea typeface="Arial"/>
                <a:cs typeface="Arial"/>
                <a:sym typeface="Arial"/>
              </a:defRPr>
            </a:lvl3pPr>
            <a:lvl4pPr indent="-228600" lvl="3" marL="18288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indent="-228600" lvl="4" marL="22860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87" name="Google Shape;387;g3f9df32ea02_0_7949"/>
          <p:cNvSpPr txBox="1"/>
          <p:nvPr>
            <p:ph idx="2" type="body"/>
          </p:nvPr>
        </p:nvSpPr>
        <p:spPr>
          <a:xfrm>
            <a:off x="533400" y="1370025"/>
            <a:ext cx="7074600" cy="32622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400"/>
              <a:buFont typeface="Plus Jakarta Sans"/>
              <a:buNone/>
              <a:defRPr/>
            </a:lvl1pPr>
            <a:lvl2pPr indent="-228600" lvl="1" marL="914400" algn="l">
              <a:lnSpc>
                <a:spcPct val="118333"/>
              </a:lnSpc>
              <a:spcBef>
                <a:spcPts val="400"/>
              </a:spcBef>
              <a:spcAft>
                <a:spcPts val="0"/>
              </a:spcAft>
              <a:buClr>
                <a:srgbClr val="000000"/>
              </a:buClr>
              <a:buSzPts val="1440"/>
              <a:buFont typeface="Plus Jakarta Sans"/>
              <a:buNone/>
              <a:defRPr/>
            </a:lvl2pPr>
            <a:lvl3pPr indent="-304800" lvl="2" marL="1371600" algn="l">
              <a:lnSpc>
                <a:spcPct val="100000"/>
              </a:lnSpc>
              <a:spcBef>
                <a:spcPts val="200"/>
              </a:spcBef>
              <a:spcAft>
                <a:spcPts val="0"/>
              </a:spcAft>
              <a:buClr>
                <a:srgbClr val="000000"/>
              </a:buClr>
              <a:buSzPts val="1200"/>
              <a:buChar char="•"/>
              <a:defRPr>
                <a:solidFill>
                  <a:srgbClr val="000000"/>
                </a:solidFill>
              </a:defRPr>
            </a:lvl3pPr>
            <a:lvl4pPr indent="-292100" lvl="3" marL="1828800" algn="l">
              <a:lnSpc>
                <a:spcPct val="100000"/>
              </a:lnSpc>
              <a:spcBef>
                <a:spcPts val="200"/>
              </a:spcBef>
              <a:spcAft>
                <a:spcPts val="0"/>
              </a:spcAft>
              <a:buClr>
                <a:srgbClr val="000000"/>
              </a:buClr>
              <a:buSzPts val="1000"/>
              <a:buChar char="–"/>
              <a:defRPr>
                <a:solidFill>
                  <a:srgbClr val="000000"/>
                </a:solidFill>
              </a:defRPr>
            </a:lvl4pPr>
            <a:lvl5pPr indent="-292100" lvl="4" marL="2286000" algn="l">
              <a:lnSpc>
                <a:spcPct val="100000"/>
              </a:lnSpc>
              <a:spcBef>
                <a:spcPts val="200"/>
              </a:spcBef>
              <a:spcAft>
                <a:spcPts val="0"/>
              </a:spcAft>
              <a:buClr>
                <a:srgbClr val="000000"/>
              </a:buClr>
              <a:buSzPts val="10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pic>
        <p:nvPicPr>
          <p:cNvPr id="388" name="Google Shape;388;g3f9df32ea02_0_7949"/>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Nodes Bottom Left">
  <p:cSld name="6_Title Only_2_1">
    <p:spTree>
      <p:nvGrpSpPr>
        <p:cNvPr id="389" name="Shape 389"/>
        <p:cNvGrpSpPr/>
        <p:nvPr/>
      </p:nvGrpSpPr>
      <p:grpSpPr>
        <a:xfrm>
          <a:off x="0" y="0"/>
          <a:ext cx="0" cy="0"/>
          <a:chOff x="0" y="0"/>
          <a:chExt cx="0" cy="0"/>
        </a:xfrm>
      </p:grpSpPr>
      <p:pic>
        <p:nvPicPr>
          <p:cNvPr id="390" name="Google Shape;390;g3f9df32ea02_0_7963"/>
          <p:cNvPicPr preferRelativeResize="0"/>
          <p:nvPr/>
        </p:nvPicPr>
        <p:blipFill rotWithShape="1">
          <a:blip r:embed="rId2">
            <a:alphaModFix amt="30000"/>
          </a:blip>
          <a:srcRect b="0" l="0" r="39650" t="24294"/>
          <a:stretch/>
        </p:blipFill>
        <p:spPr>
          <a:xfrm rot="10800000">
            <a:off x="-1846" y="1080190"/>
            <a:ext cx="2431271" cy="3894077"/>
          </a:xfrm>
          <a:prstGeom prst="rect">
            <a:avLst/>
          </a:prstGeom>
          <a:noFill/>
          <a:ln>
            <a:noFill/>
          </a:ln>
        </p:spPr>
      </p:pic>
      <p:sp>
        <p:nvSpPr>
          <p:cNvPr id="391" name="Google Shape;391;g3f9df32ea02_0_7963"/>
          <p:cNvSpPr txBox="1"/>
          <p:nvPr>
            <p:ph idx="1" type="body"/>
          </p:nvPr>
        </p:nvSpPr>
        <p:spPr>
          <a:xfrm>
            <a:off x="457200" y="1267650"/>
            <a:ext cx="8077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2" name="Google Shape;392;g3f9df32ea02_0_796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393" name="Google Shape;393;g3f9df32ea02_0_7963"/>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4" name="Google Shape;394;g3f9df32ea02_0_7963"/>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6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Left | Twilight 1">
  <p:cSld name="4_Custom Layout_2_1_1_1">
    <p:bg>
      <p:bgPr>
        <a:solidFill>
          <a:schemeClr val="dk1"/>
        </a:solidFill>
      </p:bgPr>
    </p:bg>
    <p:spTree>
      <p:nvGrpSpPr>
        <p:cNvPr id="395" name="Shape 395"/>
        <p:cNvGrpSpPr/>
        <p:nvPr/>
      </p:nvGrpSpPr>
      <p:grpSpPr>
        <a:xfrm>
          <a:off x="0" y="0"/>
          <a:ext cx="0" cy="0"/>
          <a:chOff x="0" y="0"/>
          <a:chExt cx="0" cy="0"/>
        </a:xfrm>
      </p:grpSpPr>
      <p:sp>
        <p:nvSpPr>
          <p:cNvPr id="396" name="Google Shape;396;g3f9df32ea02_0_7940"/>
          <p:cNvSpPr/>
          <p:nvPr/>
        </p:nvSpPr>
        <p:spPr>
          <a:xfrm>
            <a:off x="261600" y="4630175"/>
            <a:ext cx="2553000" cy="468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397" name="Google Shape;397;g3f9df32ea02_0_7940"/>
          <p:cNvSpPr txBox="1"/>
          <p:nvPr>
            <p:ph idx="1" type="body"/>
          </p:nvPr>
        </p:nvSpPr>
        <p:spPr>
          <a:xfrm>
            <a:off x="3670625"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300"/>
              <a:buFont typeface="Plus Jakarta Sans"/>
              <a:buNone/>
              <a:defRPr b="0" i="0" sz="1300">
                <a:solidFill>
                  <a:schemeClr val="lt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SzPts val="1320"/>
              <a:buFont typeface="Plus Jakarta Sans"/>
              <a:buNone/>
              <a:defRPr>
                <a:solidFill>
                  <a:schemeClr val="lt1"/>
                </a:solidFill>
              </a:defRPr>
            </a:lvl2pPr>
            <a:lvl3pPr indent="-304800" lvl="2" marL="1371600" algn="l">
              <a:lnSpc>
                <a:spcPct val="100000"/>
              </a:lnSpc>
              <a:spcBef>
                <a:spcPts val="200"/>
              </a:spcBef>
              <a:spcAft>
                <a:spcPts val="0"/>
              </a:spcAft>
              <a:buSzPts val="1200"/>
              <a:buChar char="•"/>
              <a:defRPr>
                <a:solidFill>
                  <a:schemeClr val="lt1"/>
                </a:solidFill>
              </a:defRPr>
            </a:lvl3pPr>
            <a:lvl4pPr indent="-279400" lvl="3" marL="1828800" algn="l">
              <a:lnSpc>
                <a:spcPct val="100000"/>
              </a:lnSpc>
              <a:spcBef>
                <a:spcPts val="160"/>
              </a:spcBef>
              <a:spcAft>
                <a:spcPts val="0"/>
              </a:spcAft>
              <a:buClr>
                <a:schemeClr val="lt1"/>
              </a:buClr>
              <a:buSzPts val="800"/>
              <a:buChar char="–"/>
              <a:defRPr>
                <a:solidFill>
                  <a:schemeClr val="lt1"/>
                </a:solidFill>
              </a:defRPr>
            </a:lvl4pPr>
            <a:lvl5pPr indent="-279400" lvl="4" marL="2286000" algn="l">
              <a:lnSpc>
                <a:spcPct val="100000"/>
              </a:lnSpc>
              <a:spcBef>
                <a:spcPts val="160"/>
              </a:spcBef>
              <a:spcAft>
                <a:spcPts val="0"/>
              </a:spcAft>
              <a:buClr>
                <a:schemeClr val="lt1"/>
              </a:buClr>
              <a:buSzPts val="8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398" name="Google Shape;398;g3f9df32ea02_0_7940"/>
          <p:cNvSpPr/>
          <p:nvPr/>
        </p:nvSpPr>
        <p:spPr>
          <a:xfrm>
            <a:off x="529300" y="1027300"/>
            <a:ext cx="1306200" cy="4041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id="399" name="Google Shape;399;g3f9df32ea02_0_7940"/>
          <p:cNvPicPr preferRelativeResize="0"/>
          <p:nvPr/>
        </p:nvPicPr>
        <p:blipFill rotWithShape="1">
          <a:blip r:embed="rId2">
            <a:alphaModFix/>
          </a:blip>
          <a:srcRect b="0" l="0" r="0" t="0"/>
          <a:stretch/>
        </p:blipFill>
        <p:spPr>
          <a:xfrm>
            <a:off x="3670625" y="1363032"/>
            <a:ext cx="2321469" cy="285093"/>
          </a:xfrm>
          <a:prstGeom prst="rect">
            <a:avLst/>
          </a:prstGeom>
          <a:noFill/>
          <a:ln>
            <a:noFill/>
          </a:ln>
        </p:spPr>
      </p:pic>
      <p:pic>
        <p:nvPicPr>
          <p:cNvPr id="400" name="Google Shape;400;g3f9df32ea02_0_7940"/>
          <p:cNvPicPr preferRelativeResize="0"/>
          <p:nvPr/>
        </p:nvPicPr>
        <p:blipFill rotWithShape="1">
          <a:blip r:embed="rId3">
            <a:alphaModFix/>
          </a:blip>
          <a:srcRect b="9176" l="-43" r="28736" t="23552"/>
          <a:stretch/>
        </p:blipFill>
        <p:spPr>
          <a:xfrm rot="10800000">
            <a:off x="4301" y="-4301"/>
            <a:ext cx="3102049" cy="5155101"/>
          </a:xfrm>
          <a:prstGeom prst="rect">
            <a:avLst/>
          </a:prstGeom>
          <a:noFill/>
          <a:ln>
            <a:noFill/>
          </a:ln>
        </p:spPr>
      </p:pic>
      <p:sp>
        <p:nvSpPr>
          <p:cNvPr id="401" name="Google Shape;401;g3f9df32ea02_0_7940"/>
          <p:cNvSpPr txBox="1"/>
          <p:nvPr>
            <p:ph type="title"/>
          </p:nvPr>
        </p:nvSpPr>
        <p:spPr>
          <a:xfrm>
            <a:off x="3670625" y="2160475"/>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2" name="Google Shape;402;g3f9df32ea02_0_7940"/>
          <p:cNvSpPr txBox="1"/>
          <p:nvPr>
            <p:ph idx="2" type="body"/>
          </p:nvPr>
        </p:nvSpPr>
        <p:spPr>
          <a:xfrm>
            <a:off x="3670625" y="2856575"/>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03" name="Google Shape;403;g3f9df32ea02_0_7940"/>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©2025 Cloudera, Inc. All Rights Reserved.</a:t>
            </a:r>
            <a:endParaRPr b="0" i="0" sz="600" u="none" cap="none" strike="noStrik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6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NO Footer (WHITE)">
  <p:cSld name="Blank NO Footer (WHITE)">
    <p:spTree>
      <p:nvGrpSpPr>
        <p:cNvPr id="404" name="Shape 404"/>
        <p:cNvGrpSpPr/>
        <p:nvPr/>
      </p:nvGrpSpPr>
      <p:grpSpPr>
        <a:xfrm>
          <a:off x="0" y="0"/>
          <a:ext cx="0" cy="0"/>
          <a:chOff x="0" y="0"/>
          <a:chExt cx="0" cy="0"/>
        </a:xfrm>
      </p:grpSpPr>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Nodes Top Right 1">
  <p:cSld name="39_Title and Content_1">
    <p:bg>
      <p:bgPr>
        <a:solidFill>
          <a:schemeClr val="lt1"/>
        </a:solidFill>
      </p:bgPr>
    </p:bg>
    <p:spTree>
      <p:nvGrpSpPr>
        <p:cNvPr id="405" name="Shape 405"/>
        <p:cNvGrpSpPr/>
        <p:nvPr/>
      </p:nvGrpSpPr>
      <p:grpSpPr>
        <a:xfrm>
          <a:off x="0" y="0"/>
          <a:ext cx="0" cy="0"/>
          <a:chOff x="0" y="0"/>
          <a:chExt cx="0" cy="0"/>
        </a:xfrm>
      </p:grpSpPr>
      <p:sp>
        <p:nvSpPr>
          <p:cNvPr id="406" name="Google Shape;406;g3f9df32ea02_0_7956"/>
          <p:cNvSpPr txBox="1"/>
          <p:nvPr>
            <p:ph idx="1" type="body"/>
          </p:nvPr>
        </p:nvSpPr>
        <p:spPr>
          <a:xfrm>
            <a:off x="457200" y="1264922"/>
            <a:ext cx="70746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400"/>
              <a:buFont typeface="Plus Jakarta Sans"/>
              <a:buNone/>
              <a:defRPr/>
            </a:lvl1pPr>
            <a:lvl2pPr indent="-228600" lvl="1" marL="914400" algn="l">
              <a:lnSpc>
                <a:spcPct val="118333"/>
              </a:lnSpc>
              <a:spcBef>
                <a:spcPts val="400"/>
              </a:spcBef>
              <a:spcAft>
                <a:spcPts val="0"/>
              </a:spcAft>
              <a:buClr>
                <a:srgbClr val="000000"/>
              </a:buClr>
              <a:buSzPts val="1440"/>
              <a:buFont typeface="Plus Jakarta Sans"/>
              <a:buNone/>
              <a:defRPr/>
            </a:lvl2pPr>
            <a:lvl3pPr indent="-304800" lvl="2" marL="1371600" algn="l">
              <a:lnSpc>
                <a:spcPct val="100000"/>
              </a:lnSpc>
              <a:spcBef>
                <a:spcPts val="200"/>
              </a:spcBef>
              <a:spcAft>
                <a:spcPts val="0"/>
              </a:spcAft>
              <a:buClr>
                <a:srgbClr val="000000"/>
              </a:buClr>
              <a:buSzPts val="1200"/>
              <a:buChar char="•"/>
              <a:defRPr>
                <a:solidFill>
                  <a:srgbClr val="000000"/>
                </a:solidFill>
              </a:defRPr>
            </a:lvl3pPr>
            <a:lvl4pPr indent="-292100" lvl="3" marL="1828800" algn="l">
              <a:lnSpc>
                <a:spcPct val="100000"/>
              </a:lnSpc>
              <a:spcBef>
                <a:spcPts val="200"/>
              </a:spcBef>
              <a:spcAft>
                <a:spcPts val="0"/>
              </a:spcAft>
              <a:buClr>
                <a:srgbClr val="000000"/>
              </a:buClr>
              <a:buSzPts val="1000"/>
              <a:buChar char="–"/>
              <a:defRPr>
                <a:solidFill>
                  <a:srgbClr val="000000"/>
                </a:solidFill>
              </a:defRPr>
            </a:lvl4pPr>
            <a:lvl5pPr indent="-292100" lvl="4" marL="2286000" algn="l">
              <a:lnSpc>
                <a:spcPct val="100000"/>
              </a:lnSpc>
              <a:spcBef>
                <a:spcPts val="200"/>
              </a:spcBef>
              <a:spcAft>
                <a:spcPts val="0"/>
              </a:spcAft>
              <a:buClr>
                <a:srgbClr val="000000"/>
              </a:buClr>
              <a:buSzPts val="10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407" name="Google Shape;407;g3f9df32ea02_0_7956"/>
          <p:cNvSpPr txBox="1"/>
          <p:nvPr>
            <p:ph idx="11" type="ftr"/>
          </p:nvPr>
        </p:nvSpPr>
        <p:spPr>
          <a:xfrm>
            <a:off x="106675" y="4795501"/>
            <a:ext cx="6039000" cy="274500"/>
          </a:xfrm>
          <a:prstGeom prst="rect">
            <a:avLst/>
          </a:prstGeom>
          <a:noFill/>
          <a:ln>
            <a:noFill/>
          </a:ln>
        </p:spPr>
        <p:txBody>
          <a:bodyPr anchorCtr="0" anchor="ctr"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400" u="none" cap="none" strike="noStrike">
                <a:solidFill>
                  <a:schemeClr val="lt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400" u="none" cap="none" strike="noStrike">
                <a:solidFill>
                  <a:srgbClr val="000000"/>
                </a:solidFill>
                <a:latin typeface="Arial"/>
                <a:ea typeface="Arial"/>
                <a:cs typeface="Arial"/>
                <a:sym typeface="Arial"/>
              </a:defRPr>
            </a:lvl9pPr>
          </a:lstStyle>
          <a:p/>
        </p:txBody>
      </p:sp>
      <p:sp>
        <p:nvSpPr>
          <p:cNvPr id="408" name="Google Shape;408;g3f9df32ea02_0_7956"/>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09" name="Google Shape;409;g3f9df32ea02_0_7956"/>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10" name="Google Shape;410;g3f9df32ea02_0_7956"/>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411" name="Google Shape;411;g3f9df32ea02_0_7956"/>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6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Nodes Top Right">
  <p:cSld name="6_Title Only_2">
    <p:spTree>
      <p:nvGrpSpPr>
        <p:cNvPr id="412" name="Shape 412"/>
        <p:cNvGrpSpPr/>
        <p:nvPr/>
      </p:nvGrpSpPr>
      <p:grpSpPr>
        <a:xfrm>
          <a:off x="0" y="0"/>
          <a:ext cx="0" cy="0"/>
          <a:chOff x="0" y="0"/>
          <a:chExt cx="0" cy="0"/>
        </a:xfrm>
      </p:grpSpPr>
      <p:sp>
        <p:nvSpPr>
          <p:cNvPr id="413" name="Google Shape;413;g3f9df32ea02_0_7969"/>
          <p:cNvSpPr txBox="1"/>
          <p:nvPr>
            <p:ph idx="1" type="body"/>
          </p:nvPr>
        </p:nvSpPr>
        <p:spPr>
          <a:xfrm>
            <a:off x="457200" y="1267650"/>
            <a:ext cx="8077200" cy="4593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14" name="Google Shape;414;g3f9df32ea02_0_796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15" name="Google Shape;415;g3f9df32ea02_0_796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416" name="Google Shape;416;g3f9df32ea02_0_7969"/>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417" name="Google Shape;417;g3f9df32ea02_0_7969"/>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6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ue Nodes Top Right">
  <p:cSld name="16_Title Only">
    <p:spTree>
      <p:nvGrpSpPr>
        <p:cNvPr id="418" name="Shape 418"/>
        <p:cNvGrpSpPr/>
        <p:nvPr/>
      </p:nvGrpSpPr>
      <p:grpSpPr>
        <a:xfrm>
          <a:off x="0" y="0"/>
          <a:ext cx="0" cy="0"/>
          <a:chOff x="0" y="0"/>
          <a:chExt cx="0" cy="0"/>
        </a:xfrm>
      </p:grpSpPr>
      <p:sp>
        <p:nvSpPr>
          <p:cNvPr id="419" name="Google Shape;419;g3f9df32ea02_0_797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20" name="Google Shape;420;g3f9df32ea02_0_7975"/>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1" name="Google Shape;421;g3f9df32ea02_0_7975"/>
          <p:cNvSpPr txBox="1"/>
          <p:nvPr>
            <p:ph idx="1" type="body"/>
          </p:nvPr>
        </p:nvSpPr>
        <p:spPr>
          <a:xfrm>
            <a:off x="457200" y="1264922"/>
            <a:ext cx="70746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400"/>
              <a:buFont typeface="Plus Jakarta Sans"/>
              <a:buNone/>
              <a:defRPr/>
            </a:lvl1pPr>
            <a:lvl2pPr indent="-228600" lvl="1" marL="914400" algn="l">
              <a:lnSpc>
                <a:spcPct val="118333"/>
              </a:lnSpc>
              <a:spcBef>
                <a:spcPts val="400"/>
              </a:spcBef>
              <a:spcAft>
                <a:spcPts val="0"/>
              </a:spcAft>
              <a:buClr>
                <a:srgbClr val="000000"/>
              </a:buClr>
              <a:buSzPts val="1440"/>
              <a:buFont typeface="Plus Jakarta Sans"/>
              <a:buNone/>
              <a:defRPr/>
            </a:lvl2pPr>
            <a:lvl3pPr indent="-304800" lvl="2" marL="1371600" algn="l">
              <a:lnSpc>
                <a:spcPct val="100000"/>
              </a:lnSpc>
              <a:spcBef>
                <a:spcPts val="200"/>
              </a:spcBef>
              <a:spcAft>
                <a:spcPts val="0"/>
              </a:spcAft>
              <a:buClr>
                <a:srgbClr val="000000"/>
              </a:buClr>
              <a:buSzPts val="1200"/>
              <a:buChar char="•"/>
              <a:defRPr>
                <a:solidFill>
                  <a:srgbClr val="000000"/>
                </a:solidFill>
              </a:defRPr>
            </a:lvl3pPr>
            <a:lvl4pPr indent="-292100" lvl="3" marL="1828800" algn="l">
              <a:lnSpc>
                <a:spcPct val="100000"/>
              </a:lnSpc>
              <a:spcBef>
                <a:spcPts val="200"/>
              </a:spcBef>
              <a:spcAft>
                <a:spcPts val="0"/>
              </a:spcAft>
              <a:buClr>
                <a:srgbClr val="000000"/>
              </a:buClr>
              <a:buSzPts val="1000"/>
              <a:buChar char="–"/>
              <a:defRPr>
                <a:solidFill>
                  <a:srgbClr val="000000"/>
                </a:solidFill>
              </a:defRPr>
            </a:lvl4pPr>
            <a:lvl5pPr indent="-292100" lvl="4" marL="2286000" algn="l">
              <a:lnSpc>
                <a:spcPct val="100000"/>
              </a:lnSpc>
              <a:spcBef>
                <a:spcPts val="200"/>
              </a:spcBef>
              <a:spcAft>
                <a:spcPts val="0"/>
              </a:spcAft>
              <a:buClr>
                <a:srgbClr val="000000"/>
              </a:buClr>
              <a:buSzPts val="10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pic>
        <p:nvPicPr>
          <p:cNvPr id="422" name="Google Shape;422;g3f9df32ea02_0_7975"/>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423" name="Google Shape;423;g3f9df32ea02_0_7975"/>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6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Text">
  <p:cSld name="6_Title Only_3_1_1">
    <p:spTree>
      <p:nvGrpSpPr>
        <p:cNvPr id="424" name="Shape 424"/>
        <p:cNvGrpSpPr/>
        <p:nvPr/>
      </p:nvGrpSpPr>
      <p:grpSpPr>
        <a:xfrm>
          <a:off x="0" y="0"/>
          <a:ext cx="0" cy="0"/>
          <a:chOff x="0" y="0"/>
          <a:chExt cx="0" cy="0"/>
        </a:xfrm>
      </p:grpSpPr>
      <p:sp>
        <p:nvSpPr>
          <p:cNvPr id="425" name="Google Shape;425;g3f9df32ea02_0_7981"/>
          <p:cNvSpPr txBox="1"/>
          <p:nvPr>
            <p:ph idx="1" type="body"/>
          </p:nvPr>
        </p:nvSpPr>
        <p:spPr>
          <a:xfrm>
            <a:off x="457200" y="1370000"/>
            <a:ext cx="38364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426" name="Google Shape;426;g3f9df32ea02_0_798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27" name="Google Shape;427;g3f9df32ea02_0_7981"/>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8" name="Google Shape;428;g3f9df32ea02_0_7981"/>
          <p:cNvSpPr txBox="1"/>
          <p:nvPr>
            <p:ph idx="2" type="body"/>
          </p:nvPr>
        </p:nvSpPr>
        <p:spPr>
          <a:xfrm>
            <a:off x="47559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429" name="Google Shape;429;g3f9df32ea02_0_7981"/>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6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Content">
  <p:cSld name="15_Title Only_1">
    <p:spTree>
      <p:nvGrpSpPr>
        <p:cNvPr id="430" name="Shape 430"/>
        <p:cNvGrpSpPr/>
        <p:nvPr/>
      </p:nvGrpSpPr>
      <p:grpSpPr>
        <a:xfrm>
          <a:off x="0" y="0"/>
          <a:ext cx="0" cy="0"/>
          <a:chOff x="0" y="0"/>
          <a:chExt cx="0" cy="0"/>
        </a:xfrm>
      </p:grpSpPr>
      <p:sp>
        <p:nvSpPr>
          <p:cNvPr id="431" name="Google Shape;431;g3f9df32ea02_0_7987"/>
          <p:cNvSpPr/>
          <p:nvPr/>
        </p:nvSpPr>
        <p:spPr>
          <a:xfrm>
            <a:off x="526900" y="976075"/>
            <a:ext cx="709200" cy="18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432" name="Google Shape;432;g3f9df32ea02_0_798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6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_Title &amp; Sub | White 1">
  <p:cSld name="6_Title Only_3_1_4">
    <p:spTree>
      <p:nvGrpSpPr>
        <p:cNvPr id="433" name="Shape 433"/>
        <p:cNvGrpSpPr/>
        <p:nvPr/>
      </p:nvGrpSpPr>
      <p:grpSpPr>
        <a:xfrm>
          <a:off x="0" y="0"/>
          <a:ext cx="0" cy="0"/>
          <a:chOff x="0" y="0"/>
          <a:chExt cx="0" cy="0"/>
        </a:xfrm>
      </p:grpSpPr>
      <p:sp>
        <p:nvSpPr>
          <p:cNvPr id="434" name="Google Shape;434;g3f9df32ea02_0_7990"/>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35" name="Google Shape;435;g3f9df32ea02_0_7990"/>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6" name="Google Shape;436;g3f9df32ea02_0_7990"/>
          <p:cNvSpPr txBox="1"/>
          <p:nvPr>
            <p:ph idx="1" type="subTitle"/>
          </p:nvPr>
        </p:nvSpPr>
        <p:spPr>
          <a:xfrm>
            <a:off x="457200" y="631950"/>
            <a:ext cx="259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7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Orange 1">
  <p:cSld name="38_Title and Content_1">
    <p:bg>
      <p:bgPr>
        <a:solidFill>
          <a:schemeClr val="accent1"/>
        </a:solidFill>
      </p:bgPr>
    </p:bg>
    <p:spTree>
      <p:nvGrpSpPr>
        <p:cNvPr id="437" name="Shape 437"/>
        <p:cNvGrpSpPr/>
        <p:nvPr/>
      </p:nvGrpSpPr>
      <p:grpSpPr>
        <a:xfrm>
          <a:off x="0" y="0"/>
          <a:ext cx="0" cy="0"/>
          <a:chOff x="0" y="0"/>
          <a:chExt cx="0" cy="0"/>
        </a:xfrm>
      </p:grpSpPr>
      <p:pic>
        <p:nvPicPr>
          <p:cNvPr id="438" name="Google Shape;438;g3f9df32ea02_0_7994"/>
          <p:cNvPicPr preferRelativeResize="0"/>
          <p:nvPr/>
        </p:nvPicPr>
        <p:blipFill rotWithShape="1">
          <a:blip r:embed="rId2">
            <a:alphaModFix/>
          </a:blip>
          <a:srcRect b="47335" l="0" r="31295" t="17801"/>
          <a:stretch/>
        </p:blipFill>
        <p:spPr>
          <a:xfrm rot="-5400000">
            <a:off x="6833599" y="250900"/>
            <a:ext cx="2561301" cy="2059499"/>
          </a:xfrm>
          <a:prstGeom prst="rect">
            <a:avLst/>
          </a:prstGeom>
          <a:noFill/>
          <a:ln>
            <a:noFill/>
          </a:ln>
        </p:spPr>
      </p:pic>
      <p:sp>
        <p:nvSpPr>
          <p:cNvPr id="439" name="Google Shape;439;g3f9df32ea02_0_7994"/>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indent="-228600" lvl="2" marL="1371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indent="-228600" lvl="3" marL="18288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indent="-228600" lvl="4" marL="22860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440" name="Google Shape;440;g3f9df32ea02_0_7994"/>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chemeClr val="lt1"/>
              </a:buClr>
              <a:buSzPts val="3300"/>
              <a:buFont typeface="Plus Jakarta Sans"/>
              <a:buNone/>
              <a:defRPr b="0" i="0"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441" name="Google Shape;441;g3f9df32ea02_0_7994"/>
          <p:cNvPicPr preferRelativeResize="0"/>
          <p:nvPr/>
        </p:nvPicPr>
        <p:blipFill rotWithShape="1">
          <a:blip r:embed="rId3">
            <a:alphaModFix/>
          </a:blip>
          <a:srcRect b="0" l="0" r="0" t="0"/>
          <a:stretch/>
        </p:blipFill>
        <p:spPr>
          <a:xfrm>
            <a:off x="3634350" y="4452250"/>
            <a:ext cx="1875323" cy="230300"/>
          </a:xfrm>
          <a:prstGeom prst="rect">
            <a:avLst/>
          </a:prstGeom>
          <a:noFill/>
          <a:ln>
            <a:noFill/>
          </a:ln>
        </p:spPr>
      </p:pic>
      <p:sp>
        <p:nvSpPr>
          <p:cNvPr id="442" name="Google Shape;442;g3f9df32ea02_0_7994"/>
          <p:cNvSpPr/>
          <p:nvPr/>
        </p:nvSpPr>
        <p:spPr>
          <a:xfrm>
            <a:off x="261600" y="4630175"/>
            <a:ext cx="2553000" cy="468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Text 1">
  <p:cSld name="2 Column Text">
    <p:spTree>
      <p:nvGrpSpPr>
        <p:cNvPr id="443" name="Shape 443"/>
        <p:cNvGrpSpPr/>
        <p:nvPr/>
      </p:nvGrpSpPr>
      <p:grpSpPr>
        <a:xfrm>
          <a:off x="0" y="0"/>
          <a:ext cx="0" cy="0"/>
          <a:chOff x="0" y="0"/>
          <a:chExt cx="0" cy="0"/>
        </a:xfrm>
      </p:grpSpPr>
      <p:sp>
        <p:nvSpPr>
          <p:cNvPr id="444" name="Google Shape;444;g3f9df32ea02_0_8000"/>
          <p:cNvSpPr txBox="1"/>
          <p:nvPr>
            <p:ph idx="1" type="body"/>
          </p:nvPr>
        </p:nvSpPr>
        <p:spPr>
          <a:xfrm>
            <a:off x="5334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445" name="Google Shape;445;g3f9df32ea02_0_8000"/>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446" name="Google Shape;446;g3f9df32ea02_0_8000"/>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7" name="Google Shape;447;g3f9df32ea02_0_8000"/>
          <p:cNvSpPr txBox="1"/>
          <p:nvPr>
            <p:ph idx="2" type="body"/>
          </p:nvPr>
        </p:nvSpPr>
        <p:spPr>
          <a:xfrm>
            <a:off x="5334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448" name="Google Shape;448;g3f9df32ea02_0_8000"/>
          <p:cNvSpPr txBox="1"/>
          <p:nvPr>
            <p:ph idx="3" type="body"/>
          </p:nvPr>
        </p:nvSpPr>
        <p:spPr>
          <a:xfrm>
            <a:off x="47559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449" name="Google Shape;449;g3f9df32ea02_0_8000"/>
          <p:cNvSpPr txBox="1"/>
          <p:nvPr>
            <p:ph idx="4"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4"/>
              </a:buClr>
              <a:buSzPts val="1100"/>
              <a:buFont typeface="Plus Jakarta Sans SemiBold"/>
              <a:buNone/>
              <a:defRPr i="0" sz="1100">
                <a:solidFill>
                  <a:schemeClr val="accent4"/>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400"/>
              </a:spcBef>
              <a:spcAft>
                <a:spcPts val="0"/>
              </a:spcAft>
              <a:buSzPts val="1260"/>
              <a:buFont typeface="Arial"/>
              <a:buNone/>
              <a:defRPr sz="1050">
                <a:latin typeface="Arial"/>
                <a:ea typeface="Arial"/>
                <a:cs typeface="Arial"/>
                <a:sym typeface="Arial"/>
              </a:defRPr>
            </a:lvl2pPr>
            <a:lvl3pPr indent="-228600" lvl="2" marL="1371600" algn="l">
              <a:lnSpc>
                <a:spcPct val="100000"/>
              </a:lnSpc>
              <a:spcBef>
                <a:spcPts val="210"/>
              </a:spcBef>
              <a:spcAft>
                <a:spcPts val="0"/>
              </a:spcAft>
              <a:buSzPts val="1260"/>
              <a:buFont typeface="Arial"/>
              <a:buNone/>
              <a:defRPr sz="1050">
                <a:latin typeface="Arial"/>
                <a:ea typeface="Arial"/>
                <a:cs typeface="Arial"/>
                <a:sym typeface="Arial"/>
              </a:defRPr>
            </a:lvl3pPr>
            <a:lvl4pPr indent="-228600" lvl="3" marL="18288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4pPr>
            <a:lvl5pPr indent="-228600" lvl="4" marL="2286000" algn="l">
              <a:lnSpc>
                <a:spcPct val="100000"/>
              </a:lnSpc>
              <a:spcBef>
                <a:spcPts val="210"/>
              </a:spcBef>
              <a:spcAft>
                <a:spcPts val="0"/>
              </a:spcAft>
              <a:buClr>
                <a:srgbClr val="4E5661"/>
              </a:buClr>
              <a:buSzPts val="1050"/>
              <a:buFont typeface="Arial"/>
              <a:buNone/>
              <a:defRPr sz="105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transition spd="slow">
    <p:push/>
  </p:transition>
</p:sldLayout>
</file>

<file path=ppt/slideLayouts/slideLayout7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 White">
  <p:cSld name="6_Title Only_3_1_5">
    <p:spTree>
      <p:nvGrpSpPr>
        <p:cNvPr id="450" name="Shape 450"/>
        <p:cNvGrpSpPr/>
        <p:nvPr/>
      </p:nvGrpSpPr>
      <p:grpSpPr>
        <a:xfrm>
          <a:off x="0" y="0"/>
          <a:ext cx="0" cy="0"/>
          <a:chOff x="0" y="0"/>
          <a:chExt cx="0" cy="0"/>
        </a:xfrm>
      </p:grpSpPr>
      <p:sp>
        <p:nvSpPr>
          <p:cNvPr id="451" name="Google Shape;451;g3f9df32ea02_0_800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descr=" " id="452" name="Google Shape;452;g3f9df32ea02_0_8007"/>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Tree>
  </p:cSld>
  <p:clrMapOvr>
    <a:masterClrMapping/>
  </p:clrMapOvr>
  <p:transition spd="slow">
    <p:push/>
  </p:transition>
</p:sldLayout>
</file>

<file path=ppt/slideLayouts/slideLayout7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 White 1">
  <p:cSld name="6_Title Only_3_1_6">
    <p:spTree>
      <p:nvGrpSpPr>
        <p:cNvPr id="453" name="Shape 453"/>
        <p:cNvGrpSpPr/>
        <p:nvPr/>
      </p:nvGrpSpPr>
      <p:grpSpPr>
        <a:xfrm>
          <a:off x="0" y="0"/>
          <a:ext cx="0" cy="0"/>
          <a:chOff x="0" y="0"/>
          <a:chExt cx="0" cy="0"/>
        </a:xfrm>
      </p:grpSpPr>
      <p:sp>
        <p:nvSpPr>
          <p:cNvPr id="454" name="Google Shape;454;g3f9df32ea02_0_8010"/>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descr=" " id="455" name="Google Shape;455;g3f9df32ea02_0_8010"/>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Tree>
  </p:cSld>
  <p:clrMapOvr>
    <a:masterClrMapping/>
  </p:clrMapOvr>
  <p:transition spd="slow">
    <p:push/>
  </p:transition>
</p:sldLayout>
</file>

<file path=ppt/slideLayouts/slideLayout7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Right | Twilight">
  <p:cSld name="4_Custom Layout">
    <p:bg>
      <p:bgPr>
        <a:solidFill>
          <a:schemeClr val="dk1"/>
        </a:solidFill>
      </p:bgPr>
    </p:bg>
    <p:spTree>
      <p:nvGrpSpPr>
        <p:cNvPr id="456" name="Shape 456"/>
        <p:cNvGrpSpPr/>
        <p:nvPr/>
      </p:nvGrpSpPr>
      <p:grpSpPr>
        <a:xfrm>
          <a:off x="0" y="0"/>
          <a:ext cx="0" cy="0"/>
          <a:chOff x="0" y="0"/>
          <a:chExt cx="0" cy="0"/>
        </a:xfrm>
      </p:grpSpPr>
      <p:sp>
        <p:nvSpPr>
          <p:cNvPr id="457" name="Google Shape;457;g3f9df32ea02_0_8013"/>
          <p:cNvSpPr txBox="1"/>
          <p:nvPr>
            <p:ph idx="1" type="body"/>
          </p:nvPr>
        </p:nvSpPr>
        <p:spPr>
          <a:xfrm>
            <a:off x="457200"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300"/>
              <a:buFont typeface="Plus Jakarta Sans"/>
              <a:buNone/>
              <a:defRPr b="0" i="0" sz="1300">
                <a:solidFill>
                  <a:schemeClr val="lt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SzPts val="1320"/>
              <a:buFont typeface="Plus Jakarta Sans"/>
              <a:buNone/>
              <a:defRPr>
                <a:solidFill>
                  <a:schemeClr val="lt1"/>
                </a:solidFill>
              </a:defRPr>
            </a:lvl2pPr>
            <a:lvl3pPr indent="-304800" lvl="2" marL="1371600" algn="l">
              <a:lnSpc>
                <a:spcPct val="100000"/>
              </a:lnSpc>
              <a:spcBef>
                <a:spcPts val="200"/>
              </a:spcBef>
              <a:spcAft>
                <a:spcPts val="0"/>
              </a:spcAft>
              <a:buSzPts val="1200"/>
              <a:buChar char="•"/>
              <a:defRPr>
                <a:solidFill>
                  <a:schemeClr val="lt1"/>
                </a:solidFill>
              </a:defRPr>
            </a:lvl3pPr>
            <a:lvl4pPr indent="-279400" lvl="3" marL="1828800" algn="l">
              <a:lnSpc>
                <a:spcPct val="100000"/>
              </a:lnSpc>
              <a:spcBef>
                <a:spcPts val="160"/>
              </a:spcBef>
              <a:spcAft>
                <a:spcPts val="0"/>
              </a:spcAft>
              <a:buClr>
                <a:schemeClr val="lt1"/>
              </a:buClr>
              <a:buSzPts val="800"/>
              <a:buChar char="–"/>
              <a:defRPr>
                <a:solidFill>
                  <a:schemeClr val="lt1"/>
                </a:solidFill>
              </a:defRPr>
            </a:lvl4pPr>
            <a:lvl5pPr indent="-279400" lvl="4" marL="2286000" algn="l">
              <a:lnSpc>
                <a:spcPct val="100000"/>
              </a:lnSpc>
              <a:spcBef>
                <a:spcPts val="160"/>
              </a:spcBef>
              <a:spcAft>
                <a:spcPts val="0"/>
              </a:spcAft>
              <a:buClr>
                <a:schemeClr val="lt1"/>
              </a:buClr>
              <a:buSzPts val="8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458" name="Google Shape;458;g3f9df32ea02_0_8013"/>
          <p:cNvPicPr preferRelativeResize="0"/>
          <p:nvPr/>
        </p:nvPicPr>
        <p:blipFill rotWithShape="1">
          <a:blip r:embed="rId2">
            <a:alphaModFix/>
          </a:blip>
          <a:srcRect b="0" l="0" r="0" t="0"/>
          <a:stretch/>
        </p:blipFill>
        <p:spPr>
          <a:xfrm>
            <a:off x="457200" y="686457"/>
            <a:ext cx="2321469" cy="285093"/>
          </a:xfrm>
          <a:prstGeom prst="rect">
            <a:avLst/>
          </a:prstGeom>
          <a:noFill/>
          <a:ln>
            <a:noFill/>
          </a:ln>
        </p:spPr>
      </p:pic>
      <p:pic>
        <p:nvPicPr>
          <p:cNvPr id="459" name="Google Shape;459;g3f9df32ea02_0_8013"/>
          <p:cNvPicPr preferRelativeResize="0"/>
          <p:nvPr/>
        </p:nvPicPr>
        <p:blipFill rotWithShape="1">
          <a:blip r:embed="rId3">
            <a:alphaModFix/>
          </a:blip>
          <a:srcRect b="1168" l="36260" r="-4651" t="3129"/>
          <a:stretch/>
        </p:blipFill>
        <p:spPr>
          <a:xfrm rot="5400000">
            <a:off x="6285751" y="-113455"/>
            <a:ext cx="2744888" cy="2971798"/>
          </a:xfrm>
          <a:prstGeom prst="rect">
            <a:avLst/>
          </a:prstGeom>
          <a:noFill/>
          <a:ln>
            <a:noFill/>
          </a:ln>
        </p:spPr>
      </p:pic>
      <p:sp>
        <p:nvSpPr>
          <p:cNvPr id="460" name="Google Shape;460;g3f9df32ea02_0_8013"/>
          <p:cNvSpPr txBox="1"/>
          <p:nvPr>
            <p:ph type="title"/>
          </p:nvPr>
        </p:nvSpPr>
        <p:spPr>
          <a:xfrm>
            <a:off x="457200" y="1908100"/>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1" name="Google Shape;461;g3f9df32ea02_0_8013"/>
          <p:cNvSpPr txBox="1"/>
          <p:nvPr>
            <p:ph idx="2" type="body"/>
          </p:nvPr>
        </p:nvSpPr>
        <p:spPr>
          <a:xfrm>
            <a:off x="457200" y="2604200"/>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62" name="Google Shape;462;g3f9df32ea02_0_8013"/>
          <p:cNvSpPr/>
          <p:nvPr/>
        </p:nvSpPr>
        <p:spPr>
          <a:xfrm>
            <a:off x="331875" y="4801925"/>
            <a:ext cx="2404800" cy="187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463" name="Google Shape;463;g3f9df32ea02_0_8013"/>
          <p:cNvSpPr/>
          <p:nvPr/>
        </p:nvSpPr>
        <p:spPr>
          <a:xfrm>
            <a:off x="7524900" y="4748600"/>
            <a:ext cx="1239900" cy="210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Left | White">
  <p:cSld name="4_Custom Layout_2_1">
    <p:bg>
      <p:bgPr>
        <a:solidFill>
          <a:schemeClr val="lt1"/>
        </a:solidFill>
      </p:bgPr>
    </p:bg>
    <p:spTree>
      <p:nvGrpSpPr>
        <p:cNvPr id="464" name="Shape 464"/>
        <p:cNvGrpSpPr/>
        <p:nvPr/>
      </p:nvGrpSpPr>
      <p:grpSpPr>
        <a:xfrm>
          <a:off x="0" y="0"/>
          <a:ext cx="0" cy="0"/>
          <a:chOff x="0" y="0"/>
          <a:chExt cx="0" cy="0"/>
        </a:xfrm>
      </p:grpSpPr>
      <p:sp>
        <p:nvSpPr>
          <p:cNvPr id="465" name="Google Shape;465;g3f9df32ea02_0_8021"/>
          <p:cNvSpPr/>
          <p:nvPr/>
        </p:nvSpPr>
        <p:spPr>
          <a:xfrm>
            <a:off x="261600" y="4630175"/>
            <a:ext cx="2553000" cy="4686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466" name="Google Shape;466;g3f9df32ea02_0_8021"/>
          <p:cNvSpPr txBox="1"/>
          <p:nvPr>
            <p:ph idx="1" type="body"/>
          </p:nvPr>
        </p:nvSpPr>
        <p:spPr>
          <a:xfrm>
            <a:off x="3670625"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dk1"/>
              </a:buClr>
              <a:buSzPts val="1300"/>
              <a:buFont typeface="Plus Jakarta Sans"/>
              <a:buNone/>
              <a:defRPr b="0" i="0" sz="1300">
                <a:solidFill>
                  <a:schemeClr val="dk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Clr>
                <a:srgbClr val="1F2A32"/>
              </a:buClr>
              <a:buSzPts val="1320"/>
              <a:buFont typeface="Plus Jakarta Sans"/>
              <a:buNone/>
              <a:defRPr>
                <a:solidFill>
                  <a:srgbClr val="1F2A32"/>
                </a:solidFill>
              </a:defRPr>
            </a:lvl2pPr>
            <a:lvl3pPr indent="-304800" lvl="2" marL="1371600" algn="l">
              <a:lnSpc>
                <a:spcPct val="100000"/>
              </a:lnSpc>
              <a:spcBef>
                <a:spcPts val="200"/>
              </a:spcBef>
              <a:spcAft>
                <a:spcPts val="0"/>
              </a:spcAft>
              <a:buClr>
                <a:srgbClr val="4E5661"/>
              </a:buClr>
              <a:buSzPts val="1200"/>
              <a:buChar char="•"/>
              <a:defRPr>
                <a:solidFill>
                  <a:srgbClr val="4E5661"/>
                </a:solidFill>
              </a:defRPr>
            </a:lvl3pPr>
            <a:lvl4pPr indent="-279400" lvl="3" marL="1828800" algn="l">
              <a:lnSpc>
                <a:spcPct val="100000"/>
              </a:lnSpc>
              <a:spcBef>
                <a:spcPts val="160"/>
              </a:spcBef>
              <a:spcAft>
                <a:spcPts val="0"/>
              </a:spcAft>
              <a:buClr>
                <a:srgbClr val="4E5661"/>
              </a:buClr>
              <a:buSzPts val="800"/>
              <a:buChar char="–"/>
              <a:defRPr>
                <a:solidFill>
                  <a:srgbClr val="4E5661"/>
                </a:solidFill>
              </a:defRPr>
            </a:lvl4pPr>
            <a:lvl5pPr indent="-279400" lvl="4" marL="2286000" algn="l">
              <a:lnSpc>
                <a:spcPct val="100000"/>
              </a:lnSpc>
              <a:spcBef>
                <a:spcPts val="160"/>
              </a:spcBef>
              <a:spcAft>
                <a:spcPts val="0"/>
              </a:spcAft>
              <a:buClr>
                <a:srgbClr val="4E5661"/>
              </a:buClr>
              <a:buSzPts val="800"/>
              <a:buChar char="»"/>
              <a:defRPr>
                <a:solidFill>
                  <a:srgbClr val="4E5661"/>
                </a:solidFill>
              </a:defRPr>
            </a:lvl5pPr>
            <a:lvl6pPr indent="-342900" lvl="5" marL="2743200" algn="l">
              <a:lnSpc>
                <a:spcPct val="100000"/>
              </a:lnSpc>
              <a:spcBef>
                <a:spcPts val="360"/>
              </a:spcBef>
              <a:spcAft>
                <a:spcPts val="0"/>
              </a:spcAft>
              <a:buSzPts val="1800"/>
              <a:buChar char="•"/>
              <a:defRPr/>
            </a:lvl6pPr>
            <a:lvl7pPr indent="-342900" lvl="6" marL="3200400" algn="l">
              <a:lnSpc>
                <a:spcPct val="100000"/>
              </a:lnSpc>
              <a:spcBef>
                <a:spcPts val="360"/>
              </a:spcBef>
              <a:spcAft>
                <a:spcPts val="0"/>
              </a:spcAft>
              <a:buSzPts val="1800"/>
              <a:buChar char="•"/>
              <a:defRPr/>
            </a:lvl7pPr>
            <a:lvl8pPr indent="-342900" lvl="7" marL="3657600" algn="l">
              <a:lnSpc>
                <a:spcPct val="100000"/>
              </a:lnSpc>
              <a:spcBef>
                <a:spcPts val="360"/>
              </a:spcBef>
              <a:spcAft>
                <a:spcPts val="0"/>
              </a:spcAft>
              <a:buSzPts val="1800"/>
              <a:buChar char="•"/>
              <a:defRPr/>
            </a:lvl8pPr>
            <a:lvl9pPr indent="-342900" lvl="8" marL="4114800" algn="l">
              <a:lnSpc>
                <a:spcPct val="100000"/>
              </a:lnSpc>
              <a:spcBef>
                <a:spcPts val="360"/>
              </a:spcBef>
              <a:spcAft>
                <a:spcPts val="0"/>
              </a:spcAft>
              <a:buSzPts val="1800"/>
              <a:buChar char="•"/>
              <a:defRPr/>
            </a:lvl9pPr>
          </a:lstStyle>
          <a:p/>
        </p:txBody>
      </p:sp>
      <p:sp>
        <p:nvSpPr>
          <p:cNvPr id="467" name="Google Shape;467;g3f9df32ea02_0_8021"/>
          <p:cNvSpPr/>
          <p:nvPr/>
        </p:nvSpPr>
        <p:spPr>
          <a:xfrm>
            <a:off x="529300" y="991125"/>
            <a:ext cx="1306200" cy="40779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Plus Jakarta Sans"/>
              <a:ea typeface="Plus Jakarta Sans"/>
              <a:cs typeface="Plus Jakarta Sans"/>
              <a:sym typeface="Plus Jakarta Sans"/>
            </a:endParaRPr>
          </a:p>
        </p:txBody>
      </p:sp>
      <p:pic>
        <p:nvPicPr>
          <p:cNvPr id="468" name="Google Shape;468;g3f9df32ea02_0_8021"/>
          <p:cNvPicPr preferRelativeResize="0"/>
          <p:nvPr/>
        </p:nvPicPr>
        <p:blipFill rotWithShape="1">
          <a:blip r:embed="rId2">
            <a:alphaModFix/>
          </a:blip>
          <a:srcRect b="0" l="0" r="0" t="0"/>
          <a:stretch/>
        </p:blipFill>
        <p:spPr>
          <a:xfrm>
            <a:off x="3670625" y="1363032"/>
            <a:ext cx="2321469" cy="285093"/>
          </a:xfrm>
          <a:prstGeom prst="rect">
            <a:avLst/>
          </a:prstGeom>
          <a:noFill/>
          <a:ln>
            <a:noFill/>
          </a:ln>
        </p:spPr>
      </p:pic>
      <p:pic>
        <p:nvPicPr>
          <p:cNvPr id="469" name="Google Shape;469;g3f9df32ea02_0_8021"/>
          <p:cNvPicPr preferRelativeResize="0"/>
          <p:nvPr/>
        </p:nvPicPr>
        <p:blipFill rotWithShape="1">
          <a:blip r:embed="rId3">
            <a:alphaModFix/>
          </a:blip>
          <a:srcRect b="9229" l="50" r="28735" t="23653"/>
          <a:stretch/>
        </p:blipFill>
        <p:spPr>
          <a:xfrm rot="10800000">
            <a:off x="4976" y="-4300"/>
            <a:ext cx="3101374" cy="5148975"/>
          </a:xfrm>
          <a:prstGeom prst="rect">
            <a:avLst/>
          </a:prstGeom>
          <a:noFill/>
          <a:ln>
            <a:noFill/>
          </a:ln>
        </p:spPr>
      </p:pic>
      <p:sp>
        <p:nvSpPr>
          <p:cNvPr id="470" name="Google Shape;470;g3f9df32ea02_0_8021"/>
          <p:cNvSpPr txBox="1"/>
          <p:nvPr>
            <p:ph type="title"/>
          </p:nvPr>
        </p:nvSpPr>
        <p:spPr>
          <a:xfrm>
            <a:off x="3670625" y="2160475"/>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dk1"/>
              </a:buClr>
              <a:buSzPts val="2100"/>
              <a:buNone/>
              <a:defRPr sz="2300">
                <a:solidFill>
                  <a:schemeClr val="dk1"/>
                </a:solidFill>
              </a:defRPr>
            </a:lvl1pPr>
            <a:lvl2pPr lvl="1" algn="l">
              <a:lnSpc>
                <a:spcPct val="100000"/>
              </a:lnSpc>
              <a:spcBef>
                <a:spcPts val="0"/>
              </a:spcBef>
              <a:spcAft>
                <a:spcPts val="0"/>
              </a:spcAft>
              <a:buClr>
                <a:schemeClr val="dk1"/>
              </a:buClr>
              <a:buSzPts val="1400"/>
              <a:buNone/>
              <a:defRPr>
                <a:solidFill>
                  <a:schemeClr val="dk1"/>
                </a:solidFill>
              </a:defRPr>
            </a:lvl2pPr>
            <a:lvl3pPr lvl="2" algn="l">
              <a:lnSpc>
                <a:spcPct val="100000"/>
              </a:lnSpc>
              <a:spcBef>
                <a:spcPts val="0"/>
              </a:spcBef>
              <a:spcAft>
                <a:spcPts val="0"/>
              </a:spcAft>
              <a:buClr>
                <a:schemeClr val="dk1"/>
              </a:buClr>
              <a:buSzPts val="1400"/>
              <a:buNone/>
              <a:defRPr>
                <a:solidFill>
                  <a:schemeClr val="dk1"/>
                </a:solidFill>
              </a:defRPr>
            </a:lvl3pPr>
            <a:lvl4pPr lvl="3" algn="l">
              <a:lnSpc>
                <a:spcPct val="100000"/>
              </a:lnSpc>
              <a:spcBef>
                <a:spcPts val="0"/>
              </a:spcBef>
              <a:spcAft>
                <a:spcPts val="0"/>
              </a:spcAft>
              <a:buClr>
                <a:schemeClr val="dk1"/>
              </a:buClr>
              <a:buSzPts val="1400"/>
              <a:buNone/>
              <a:defRPr>
                <a:solidFill>
                  <a:schemeClr val="dk1"/>
                </a:solidFill>
              </a:defRPr>
            </a:lvl4pPr>
            <a:lvl5pPr lvl="4" algn="l">
              <a:lnSpc>
                <a:spcPct val="100000"/>
              </a:lnSpc>
              <a:spcBef>
                <a:spcPts val="0"/>
              </a:spcBef>
              <a:spcAft>
                <a:spcPts val="0"/>
              </a:spcAft>
              <a:buClr>
                <a:schemeClr val="dk1"/>
              </a:buClr>
              <a:buSzPts val="1400"/>
              <a:buNone/>
              <a:defRPr>
                <a:solidFill>
                  <a:schemeClr val="dk1"/>
                </a:solidFill>
              </a:defRPr>
            </a:lvl5pPr>
            <a:lvl6pPr lvl="5" algn="l">
              <a:lnSpc>
                <a:spcPct val="100000"/>
              </a:lnSpc>
              <a:spcBef>
                <a:spcPts val="0"/>
              </a:spcBef>
              <a:spcAft>
                <a:spcPts val="0"/>
              </a:spcAft>
              <a:buClr>
                <a:schemeClr val="dk1"/>
              </a:buClr>
              <a:buSzPts val="1400"/>
              <a:buNone/>
              <a:defRPr>
                <a:solidFill>
                  <a:schemeClr val="dk1"/>
                </a:solidFill>
              </a:defRPr>
            </a:lvl6pPr>
            <a:lvl7pPr lvl="6" algn="l">
              <a:lnSpc>
                <a:spcPct val="100000"/>
              </a:lnSpc>
              <a:spcBef>
                <a:spcPts val="0"/>
              </a:spcBef>
              <a:spcAft>
                <a:spcPts val="0"/>
              </a:spcAft>
              <a:buClr>
                <a:schemeClr val="dk1"/>
              </a:buClr>
              <a:buSzPts val="1400"/>
              <a:buNone/>
              <a:defRPr>
                <a:solidFill>
                  <a:schemeClr val="dk1"/>
                </a:solidFill>
              </a:defRPr>
            </a:lvl7pPr>
            <a:lvl8pPr lvl="7" algn="l">
              <a:lnSpc>
                <a:spcPct val="100000"/>
              </a:lnSpc>
              <a:spcBef>
                <a:spcPts val="0"/>
              </a:spcBef>
              <a:spcAft>
                <a:spcPts val="0"/>
              </a:spcAft>
              <a:buClr>
                <a:schemeClr val="dk1"/>
              </a:buClr>
              <a:buSzPts val="1400"/>
              <a:buNone/>
              <a:defRPr>
                <a:solidFill>
                  <a:schemeClr val="dk1"/>
                </a:solidFill>
              </a:defRPr>
            </a:lvl8pPr>
            <a:lvl9pPr lvl="8" algn="l">
              <a:lnSpc>
                <a:spcPct val="100000"/>
              </a:lnSpc>
              <a:spcBef>
                <a:spcPts val="0"/>
              </a:spcBef>
              <a:spcAft>
                <a:spcPts val="0"/>
              </a:spcAft>
              <a:buClr>
                <a:schemeClr val="dk1"/>
              </a:buClr>
              <a:buSzPts val="1400"/>
              <a:buNone/>
              <a:defRPr>
                <a:solidFill>
                  <a:schemeClr val="dk1"/>
                </a:solidFill>
              </a:defRPr>
            </a:lvl9pPr>
          </a:lstStyle>
          <a:p/>
        </p:txBody>
      </p:sp>
      <p:sp>
        <p:nvSpPr>
          <p:cNvPr id="471" name="Google Shape;471;g3f9df32ea02_0_8021"/>
          <p:cNvSpPr txBox="1"/>
          <p:nvPr>
            <p:ph idx="2" type="body"/>
          </p:nvPr>
        </p:nvSpPr>
        <p:spPr>
          <a:xfrm>
            <a:off x="3670625" y="2856575"/>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800"/>
              <a:buFont typeface="Plus Jakarta Sans SemiBold"/>
              <a:buNone/>
              <a:defRPr>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2" name="Google Shape;472;g3f9df32ea02_0_8021"/>
          <p:cNvSpPr/>
          <p:nvPr/>
        </p:nvSpPr>
        <p:spPr>
          <a:xfrm>
            <a:off x="7524900" y="4748600"/>
            <a:ext cx="1239900" cy="210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Nodes on the Left | Twilight">
  <p:cSld name="4_Custom Layout_2_1_1">
    <p:bg>
      <p:bgPr>
        <a:solidFill>
          <a:schemeClr val="dk1"/>
        </a:solidFill>
      </p:bgPr>
    </p:bg>
    <p:spTree>
      <p:nvGrpSpPr>
        <p:cNvPr id="473" name="Shape 473"/>
        <p:cNvGrpSpPr/>
        <p:nvPr/>
      </p:nvGrpSpPr>
      <p:grpSpPr>
        <a:xfrm>
          <a:off x="0" y="0"/>
          <a:ext cx="0" cy="0"/>
          <a:chOff x="0" y="0"/>
          <a:chExt cx="0" cy="0"/>
        </a:xfrm>
      </p:grpSpPr>
      <p:sp>
        <p:nvSpPr>
          <p:cNvPr id="474" name="Google Shape;474;g3f9df32ea02_0_8030"/>
          <p:cNvSpPr/>
          <p:nvPr/>
        </p:nvSpPr>
        <p:spPr>
          <a:xfrm>
            <a:off x="261600" y="4630175"/>
            <a:ext cx="2553000" cy="4686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475" name="Google Shape;475;g3f9df32ea02_0_8030"/>
          <p:cNvSpPr txBox="1"/>
          <p:nvPr>
            <p:ph idx="1" type="body"/>
          </p:nvPr>
        </p:nvSpPr>
        <p:spPr>
          <a:xfrm>
            <a:off x="3670625"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300"/>
              <a:buFont typeface="Plus Jakarta Sans"/>
              <a:buNone/>
              <a:defRPr b="0" i="0" sz="1300">
                <a:solidFill>
                  <a:schemeClr val="lt1"/>
                </a:solidFill>
                <a:latin typeface="Plus Jakarta Sans"/>
                <a:ea typeface="Plus Jakarta Sans"/>
                <a:cs typeface="Plus Jakarta Sans"/>
                <a:sym typeface="Plus Jakarta Sans"/>
              </a:defRPr>
            </a:lvl1pPr>
            <a:lvl2pPr indent="-228600" lvl="1" marL="914400" algn="l">
              <a:lnSpc>
                <a:spcPct val="129090"/>
              </a:lnSpc>
              <a:spcBef>
                <a:spcPts val="500"/>
              </a:spcBef>
              <a:spcAft>
                <a:spcPts val="0"/>
              </a:spcAft>
              <a:buSzPts val="1320"/>
              <a:buFont typeface="Plus Jakarta Sans"/>
              <a:buNone/>
              <a:defRPr>
                <a:solidFill>
                  <a:schemeClr val="lt1"/>
                </a:solidFill>
              </a:defRPr>
            </a:lvl2pPr>
            <a:lvl3pPr indent="-304800" lvl="2" marL="1371600" algn="l">
              <a:lnSpc>
                <a:spcPct val="100000"/>
              </a:lnSpc>
              <a:spcBef>
                <a:spcPts val="200"/>
              </a:spcBef>
              <a:spcAft>
                <a:spcPts val="0"/>
              </a:spcAft>
              <a:buSzPts val="1200"/>
              <a:buChar char="•"/>
              <a:defRPr>
                <a:solidFill>
                  <a:schemeClr val="lt1"/>
                </a:solidFill>
              </a:defRPr>
            </a:lvl3pPr>
            <a:lvl4pPr indent="-279400" lvl="3" marL="1828800" algn="l">
              <a:lnSpc>
                <a:spcPct val="100000"/>
              </a:lnSpc>
              <a:spcBef>
                <a:spcPts val="160"/>
              </a:spcBef>
              <a:spcAft>
                <a:spcPts val="0"/>
              </a:spcAft>
              <a:buClr>
                <a:schemeClr val="lt1"/>
              </a:buClr>
              <a:buSzPts val="800"/>
              <a:buChar char="–"/>
              <a:defRPr>
                <a:solidFill>
                  <a:schemeClr val="lt1"/>
                </a:solidFill>
              </a:defRPr>
            </a:lvl4pPr>
            <a:lvl5pPr indent="-279400" lvl="4" marL="2286000" algn="l">
              <a:lnSpc>
                <a:spcPct val="100000"/>
              </a:lnSpc>
              <a:spcBef>
                <a:spcPts val="160"/>
              </a:spcBef>
              <a:spcAft>
                <a:spcPts val="0"/>
              </a:spcAft>
              <a:buClr>
                <a:schemeClr val="lt1"/>
              </a:buClr>
              <a:buSzPts val="8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76" name="Google Shape;476;g3f9df32ea02_0_8030"/>
          <p:cNvSpPr/>
          <p:nvPr/>
        </p:nvSpPr>
        <p:spPr>
          <a:xfrm>
            <a:off x="529300" y="1027300"/>
            <a:ext cx="1306200" cy="40416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id="477" name="Google Shape;477;g3f9df32ea02_0_8030"/>
          <p:cNvPicPr preferRelativeResize="0"/>
          <p:nvPr/>
        </p:nvPicPr>
        <p:blipFill rotWithShape="1">
          <a:blip r:embed="rId2">
            <a:alphaModFix/>
          </a:blip>
          <a:srcRect b="0" l="0" r="0" t="0"/>
          <a:stretch/>
        </p:blipFill>
        <p:spPr>
          <a:xfrm>
            <a:off x="3670625" y="1363032"/>
            <a:ext cx="2321469" cy="285093"/>
          </a:xfrm>
          <a:prstGeom prst="rect">
            <a:avLst/>
          </a:prstGeom>
          <a:noFill/>
          <a:ln>
            <a:noFill/>
          </a:ln>
        </p:spPr>
      </p:pic>
      <p:pic>
        <p:nvPicPr>
          <p:cNvPr id="478" name="Google Shape;478;g3f9df32ea02_0_8030"/>
          <p:cNvPicPr preferRelativeResize="0"/>
          <p:nvPr/>
        </p:nvPicPr>
        <p:blipFill rotWithShape="1">
          <a:blip r:embed="rId3">
            <a:alphaModFix/>
          </a:blip>
          <a:srcRect b="9176" l="-43" r="28736" t="23552"/>
          <a:stretch/>
        </p:blipFill>
        <p:spPr>
          <a:xfrm rot="10800000">
            <a:off x="4301" y="-4301"/>
            <a:ext cx="3102049" cy="5155101"/>
          </a:xfrm>
          <a:prstGeom prst="rect">
            <a:avLst/>
          </a:prstGeom>
          <a:noFill/>
          <a:ln>
            <a:noFill/>
          </a:ln>
        </p:spPr>
      </p:pic>
      <p:sp>
        <p:nvSpPr>
          <p:cNvPr id="479" name="Google Shape;479;g3f9df32ea02_0_8030"/>
          <p:cNvSpPr txBox="1"/>
          <p:nvPr>
            <p:ph type="title"/>
          </p:nvPr>
        </p:nvSpPr>
        <p:spPr>
          <a:xfrm>
            <a:off x="3670625" y="2160475"/>
            <a:ext cx="58626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2100"/>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0" name="Google Shape;480;g3f9df32ea02_0_8030"/>
          <p:cNvSpPr txBox="1"/>
          <p:nvPr>
            <p:ph idx="2" type="body"/>
          </p:nvPr>
        </p:nvSpPr>
        <p:spPr>
          <a:xfrm>
            <a:off x="3670625" y="2856575"/>
            <a:ext cx="58626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Font typeface="Plus Jakarta Sans SemiBold"/>
              <a:buNone/>
              <a:defRPr>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481" name="Google Shape;481;g3f9df32ea02_0_8030"/>
          <p:cNvSpPr/>
          <p:nvPr/>
        </p:nvSpPr>
        <p:spPr>
          <a:xfrm>
            <a:off x="7524900" y="4748600"/>
            <a:ext cx="1239900" cy="2100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Slide | Nodes at the Bottom | Orange">
  <p:cSld name="4_Custom Layout_1_1">
    <p:bg>
      <p:bgPr>
        <a:solidFill>
          <a:schemeClr val="accent1"/>
        </a:solidFill>
      </p:bgPr>
    </p:bg>
    <p:spTree>
      <p:nvGrpSpPr>
        <p:cNvPr id="482" name="Shape 482"/>
        <p:cNvGrpSpPr/>
        <p:nvPr/>
      </p:nvGrpSpPr>
      <p:grpSpPr>
        <a:xfrm>
          <a:off x="0" y="0"/>
          <a:ext cx="0" cy="0"/>
          <a:chOff x="0" y="0"/>
          <a:chExt cx="0" cy="0"/>
        </a:xfrm>
      </p:grpSpPr>
      <p:sp>
        <p:nvSpPr>
          <p:cNvPr id="483" name="Google Shape;483;g3f9df32ea02_0_8039"/>
          <p:cNvSpPr/>
          <p:nvPr/>
        </p:nvSpPr>
        <p:spPr>
          <a:xfrm>
            <a:off x="261600" y="4630175"/>
            <a:ext cx="2553000" cy="468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id="484" name="Google Shape;484;g3f9df32ea02_0_8039"/>
          <p:cNvPicPr preferRelativeResize="0"/>
          <p:nvPr/>
        </p:nvPicPr>
        <p:blipFill rotWithShape="1">
          <a:blip r:embed="rId2">
            <a:alphaModFix/>
          </a:blip>
          <a:srcRect b="3387" l="16421" r="40904" t="662"/>
          <a:stretch/>
        </p:blipFill>
        <p:spPr>
          <a:xfrm rot="5400000">
            <a:off x="2756550" y="-1247399"/>
            <a:ext cx="3630902" cy="9150899"/>
          </a:xfrm>
          <a:prstGeom prst="rect">
            <a:avLst/>
          </a:prstGeom>
          <a:noFill/>
          <a:ln>
            <a:noFill/>
          </a:ln>
        </p:spPr>
      </p:pic>
      <p:sp>
        <p:nvSpPr>
          <p:cNvPr id="485" name="Google Shape;485;g3f9df32ea02_0_8039"/>
          <p:cNvSpPr/>
          <p:nvPr/>
        </p:nvSpPr>
        <p:spPr>
          <a:xfrm>
            <a:off x="150" y="1473425"/>
            <a:ext cx="9144000" cy="3630900"/>
          </a:xfrm>
          <a:prstGeom prst="rect">
            <a:avLst/>
          </a:prstGeom>
          <a:gradFill>
            <a:gsLst>
              <a:gs pos="0">
                <a:schemeClr val="accent1"/>
              </a:gs>
              <a:gs pos="25000">
                <a:schemeClr val="accent1"/>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486" name="Google Shape;486;g3f9df32ea02_0_8039"/>
          <p:cNvSpPr txBox="1"/>
          <p:nvPr>
            <p:ph type="title"/>
          </p:nvPr>
        </p:nvSpPr>
        <p:spPr>
          <a:xfrm>
            <a:off x="457200" y="1938688"/>
            <a:ext cx="76200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chemeClr val="lt1"/>
              </a:buClr>
              <a:buSzPts val="3300"/>
              <a:buFont typeface="Plus Jakarta Sans"/>
              <a:buNone/>
              <a:defRPr sz="23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7" name="Google Shape;487;g3f9df32ea02_0_8039"/>
          <p:cNvSpPr txBox="1"/>
          <p:nvPr>
            <p:ph idx="1" type="body"/>
          </p:nvPr>
        </p:nvSpPr>
        <p:spPr>
          <a:xfrm>
            <a:off x="457200" y="2634807"/>
            <a:ext cx="75438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800"/>
              <a:buFont typeface="Plus Jakarta Sans SemiBold"/>
              <a:buNone/>
              <a:defRPr>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488" name="Google Shape;488;g3f9df32ea02_0_8039"/>
          <p:cNvPicPr preferRelativeResize="0"/>
          <p:nvPr/>
        </p:nvPicPr>
        <p:blipFill rotWithShape="1">
          <a:blip r:embed="rId3">
            <a:alphaModFix/>
          </a:blip>
          <a:srcRect b="0" l="0" r="0" t="0"/>
          <a:stretch/>
        </p:blipFill>
        <p:spPr>
          <a:xfrm>
            <a:off x="609600" y="686457"/>
            <a:ext cx="2321469" cy="285093"/>
          </a:xfrm>
          <a:prstGeom prst="rect">
            <a:avLst/>
          </a:prstGeom>
          <a:noFill/>
          <a:ln>
            <a:noFill/>
          </a:ln>
        </p:spPr>
      </p:pic>
      <p:pic>
        <p:nvPicPr>
          <p:cNvPr id="489" name="Google Shape;489;g3f9df32ea02_0_8039"/>
          <p:cNvPicPr preferRelativeResize="0"/>
          <p:nvPr/>
        </p:nvPicPr>
        <p:blipFill rotWithShape="1">
          <a:blip r:embed="rId4">
            <a:alphaModFix/>
          </a:blip>
          <a:srcRect b="0" l="0" r="0" t="0"/>
          <a:stretch/>
        </p:blipFill>
        <p:spPr>
          <a:xfrm>
            <a:off x="457200" y="686452"/>
            <a:ext cx="2321475" cy="285098"/>
          </a:xfrm>
          <a:prstGeom prst="rect">
            <a:avLst/>
          </a:prstGeom>
          <a:noFill/>
          <a:ln>
            <a:noFill/>
          </a:ln>
        </p:spPr>
      </p:pic>
      <p:sp>
        <p:nvSpPr>
          <p:cNvPr id="490" name="Google Shape;490;g3f9df32ea02_0_8039"/>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a:t>
            </a:r>
            <a:endParaRPr b="0" i="0" sz="600" u="none" cap="none" strike="noStrike">
              <a:solidFill>
                <a:schemeClr val="lt1"/>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Slide | Blue Nodes on the Right">
  <p:cSld name="3_Custom Layout">
    <p:spTree>
      <p:nvGrpSpPr>
        <p:cNvPr id="491" name="Shape 491"/>
        <p:cNvGrpSpPr/>
        <p:nvPr/>
      </p:nvGrpSpPr>
      <p:grpSpPr>
        <a:xfrm>
          <a:off x="0" y="0"/>
          <a:ext cx="0" cy="0"/>
          <a:chOff x="0" y="0"/>
          <a:chExt cx="0" cy="0"/>
        </a:xfrm>
      </p:grpSpPr>
      <p:sp>
        <p:nvSpPr>
          <p:cNvPr id="492" name="Google Shape;492;g3f9df32ea02_0_8048"/>
          <p:cNvSpPr txBox="1"/>
          <p:nvPr>
            <p:ph idx="1" type="body"/>
          </p:nvPr>
        </p:nvSpPr>
        <p:spPr>
          <a:xfrm>
            <a:off x="457200" y="4491831"/>
            <a:ext cx="3505200" cy="274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3"/>
              </a:buClr>
              <a:buSzPts val="1300"/>
              <a:buFont typeface="Plus Jakarta Sans"/>
              <a:buNone/>
              <a:defRPr b="0" i="0" sz="1300">
                <a:solidFill>
                  <a:schemeClr val="accent3"/>
                </a:solidFill>
                <a:latin typeface="Plus Jakarta Sans"/>
                <a:ea typeface="Plus Jakarta Sans"/>
                <a:cs typeface="Plus Jakarta Sans"/>
                <a:sym typeface="Plus Jakarta Sans"/>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493" name="Google Shape;493;g3f9df32ea02_0_8048"/>
          <p:cNvPicPr preferRelativeResize="0"/>
          <p:nvPr/>
        </p:nvPicPr>
        <p:blipFill rotWithShape="1">
          <a:blip r:embed="rId2">
            <a:alphaModFix/>
          </a:blip>
          <a:srcRect b="0" l="0" r="0" t="0"/>
          <a:stretch/>
        </p:blipFill>
        <p:spPr>
          <a:xfrm>
            <a:off x="457200" y="686457"/>
            <a:ext cx="2321469" cy="285093"/>
          </a:xfrm>
          <a:prstGeom prst="rect">
            <a:avLst/>
          </a:prstGeom>
          <a:noFill/>
          <a:ln>
            <a:noFill/>
          </a:ln>
        </p:spPr>
      </p:pic>
      <p:sp>
        <p:nvSpPr>
          <p:cNvPr id="494" name="Google Shape;494;g3f9df32ea02_0_8048"/>
          <p:cNvSpPr txBox="1"/>
          <p:nvPr>
            <p:ph idx="2" type="body"/>
          </p:nvPr>
        </p:nvSpPr>
        <p:spPr>
          <a:xfrm>
            <a:off x="457200" y="2604207"/>
            <a:ext cx="7543800" cy="570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800"/>
              <a:buFont typeface="Plus Jakarta Sans SemiBold"/>
              <a:buNone/>
              <a:defRPr>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5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F22FE"/>
              </a:buClr>
              <a:buSzPts val="1800"/>
              <a:buChar char="–"/>
              <a:defRPr/>
            </a:lvl4pPr>
            <a:lvl5pPr indent="-342900" lvl="4" marL="2286000" algn="l">
              <a:lnSpc>
                <a:spcPct val="100000"/>
              </a:lnSpc>
              <a:spcBef>
                <a:spcPts val="360"/>
              </a:spcBef>
              <a:spcAft>
                <a:spcPts val="0"/>
              </a:spcAft>
              <a:buClr>
                <a:srgbClr val="4F22FE"/>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pic>
        <p:nvPicPr>
          <p:cNvPr id="495" name="Google Shape;495;g3f9df32ea02_0_8048"/>
          <p:cNvPicPr preferRelativeResize="0"/>
          <p:nvPr/>
        </p:nvPicPr>
        <p:blipFill rotWithShape="1">
          <a:blip r:embed="rId3">
            <a:alphaModFix/>
          </a:blip>
          <a:srcRect b="1168" l="36260" r="-4651" t="3129"/>
          <a:stretch/>
        </p:blipFill>
        <p:spPr>
          <a:xfrm rot="5400000">
            <a:off x="6285751" y="-113455"/>
            <a:ext cx="2744888" cy="2971798"/>
          </a:xfrm>
          <a:prstGeom prst="rect">
            <a:avLst/>
          </a:prstGeom>
          <a:noFill/>
          <a:ln>
            <a:noFill/>
          </a:ln>
        </p:spPr>
      </p:pic>
      <p:sp>
        <p:nvSpPr>
          <p:cNvPr id="496" name="Google Shape;496;g3f9df32ea02_0_8048"/>
          <p:cNvSpPr/>
          <p:nvPr/>
        </p:nvSpPr>
        <p:spPr>
          <a:xfrm>
            <a:off x="347525" y="4749625"/>
            <a:ext cx="1795500" cy="285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497" name="Google Shape;497;g3f9df32ea02_0_8048"/>
          <p:cNvSpPr txBox="1"/>
          <p:nvPr>
            <p:ph type="title"/>
          </p:nvPr>
        </p:nvSpPr>
        <p:spPr>
          <a:xfrm>
            <a:off x="457200" y="1908088"/>
            <a:ext cx="7620000" cy="612900"/>
          </a:xfrm>
          <a:prstGeom prst="rect">
            <a:avLst/>
          </a:prstGeom>
          <a:noFill/>
          <a:ln>
            <a:noFill/>
          </a:ln>
        </p:spPr>
        <p:txBody>
          <a:bodyPr anchorCtr="0" anchor="b" bIns="45700" lIns="0" spcFirstLastPara="1" rIns="91425" wrap="square" tIns="45700">
            <a:noAutofit/>
          </a:bodyPr>
          <a:lstStyle>
            <a:lvl1pPr lvl="0" algn="l">
              <a:lnSpc>
                <a:spcPct val="100000"/>
              </a:lnSpc>
              <a:spcBef>
                <a:spcPts val="0"/>
              </a:spcBef>
              <a:spcAft>
                <a:spcPts val="0"/>
              </a:spcAft>
              <a:buClr>
                <a:srgbClr val="120046"/>
              </a:buClr>
              <a:buSzPts val="2100"/>
              <a:buNone/>
              <a:defRPr sz="23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8" name="Google Shape;498;g3f9df32ea02_0_8048"/>
          <p:cNvSpPr/>
          <p:nvPr/>
        </p:nvSpPr>
        <p:spPr>
          <a:xfrm>
            <a:off x="7492100" y="4709250"/>
            <a:ext cx="1299000" cy="308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7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White ">
  <p:cSld name="30_Title and Content">
    <p:spTree>
      <p:nvGrpSpPr>
        <p:cNvPr id="499" name="Shape 499"/>
        <p:cNvGrpSpPr/>
        <p:nvPr/>
      </p:nvGrpSpPr>
      <p:grpSpPr>
        <a:xfrm>
          <a:off x="0" y="0"/>
          <a:ext cx="0" cy="0"/>
          <a:chOff x="0" y="0"/>
          <a:chExt cx="0" cy="0"/>
        </a:xfrm>
      </p:grpSpPr>
      <p:pic>
        <p:nvPicPr>
          <p:cNvPr id="500" name="Google Shape;500;g3f9df32ea02_0_8056"/>
          <p:cNvPicPr preferRelativeResize="0"/>
          <p:nvPr/>
        </p:nvPicPr>
        <p:blipFill rotWithShape="1">
          <a:blip r:embed="rId2">
            <a:alphaModFix/>
          </a:blip>
          <a:srcRect b="0" l="0" r="0" t="0"/>
          <a:stretch/>
        </p:blipFill>
        <p:spPr>
          <a:xfrm>
            <a:off x="3634355" y="4452254"/>
            <a:ext cx="1875287" cy="230299"/>
          </a:xfrm>
          <a:prstGeom prst="rect">
            <a:avLst/>
          </a:prstGeom>
          <a:noFill/>
          <a:ln>
            <a:noFill/>
          </a:ln>
        </p:spPr>
      </p:pic>
      <p:sp>
        <p:nvSpPr>
          <p:cNvPr id="501" name="Google Shape;501;g3f9df32ea02_0_8056"/>
          <p:cNvSpPr/>
          <p:nvPr/>
        </p:nvSpPr>
        <p:spPr>
          <a:xfrm>
            <a:off x="381000" y="209550"/>
            <a:ext cx="381000" cy="6096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id="502" name="Google Shape;502;g3f9df32ea02_0_8056"/>
          <p:cNvPicPr preferRelativeResize="0"/>
          <p:nvPr/>
        </p:nvPicPr>
        <p:blipFill rotWithShape="1">
          <a:blip r:embed="rId3">
            <a:alphaModFix/>
          </a:blip>
          <a:srcRect b="47312" l="110" r="31190" t="17598"/>
          <a:stretch/>
        </p:blipFill>
        <p:spPr>
          <a:xfrm rot="-5400000">
            <a:off x="6830600" y="238375"/>
            <a:ext cx="2567650" cy="2078200"/>
          </a:xfrm>
          <a:prstGeom prst="rect">
            <a:avLst/>
          </a:prstGeom>
          <a:noFill/>
          <a:ln>
            <a:noFill/>
          </a:ln>
        </p:spPr>
      </p:pic>
      <p:sp>
        <p:nvSpPr>
          <p:cNvPr id="503" name="Google Shape;503;g3f9df32ea02_0_8056"/>
          <p:cNvSpPr/>
          <p:nvPr/>
        </p:nvSpPr>
        <p:spPr>
          <a:xfrm>
            <a:off x="347525" y="4749625"/>
            <a:ext cx="1795500" cy="285000"/>
          </a:xfrm>
          <a:prstGeom prst="rect">
            <a:avLst/>
          </a:prstGeom>
          <a:solidFill>
            <a:schemeClr val="lt2"/>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504" name="Google Shape;504;g3f9df32ea02_0_8056"/>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rgbClr val="5555FA"/>
              </a:buClr>
              <a:buSzPts val="1400"/>
              <a:buFont typeface="Plus Jakarta Sans SemiBold"/>
              <a:buNone/>
              <a:defRPr i="0">
                <a:solidFill>
                  <a:srgbClr val="5555FA"/>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SzPts val="1260"/>
              <a:buFont typeface="Arial"/>
              <a:buNone/>
              <a:defRPr sz="1050">
                <a:latin typeface="Arial"/>
                <a:ea typeface="Arial"/>
                <a:cs typeface="Arial"/>
                <a:sym typeface="Arial"/>
              </a:defRPr>
            </a:lvl2pPr>
            <a:lvl3pPr indent="-228600" lvl="2" marL="1371600" algn="l">
              <a:lnSpc>
                <a:spcPct val="100000"/>
              </a:lnSpc>
              <a:spcBef>
                <a:spcPts val="210"/>
              </a:spcBef>
              <a:spcAft>
                <a:spcPts val="0"/>
              </a:spcAft>
              <a:buSzPts val="1260"/>
              <a:buFont typeface="Arial"/>
              <a:buNone/>
              <a:defRPr sz="1050">
                <a:latin typeface="Arial"/>
                <a:ea typeface="Arial"/>
                <a:cs typeface="Arial"/>
                <a:sym typeface="Arial"/>
              </a:defRPr>
            </a:lvl3pPr>
            <a:lvl4pPr indent="-228600" lvl="3" marL="1828800" algn="l">
              <a:lnSpc>
                <a:spcPct val="100000"/>
              </a:lnSpc>
              <a:spcBef>
                <a:spcPts val="210"/>
              </a:spcBef>
              <a:spcAft>
                <a:spcPts val="0"/>
              </a:spcAft>
              <a:buClr>
                <a:srgbClr val="4F22FE"/>
              </a:buClr>
              <a:buSzPts val="1050"/>
              <a:buFont typeface="Arial"/>
              <a:buNone/>
              <a:defRPr sz="1050">
                <a:latin typeface="Arial"/>
                <a:ea typeface="Arial"/>
                <a:cs typeface="Arial"/>
                <a:sym typeface="Arial"/>
              </a:defRPr>
            </a:lvl4pPr>
            <a:lvl5pPr indent="-228600" lvl="4" marL="2286000" algn="l">
              <a:lnSpc>
                <a:spcPct val="100000"/>
              </a:lnSpc>
              <a:spcBef>
                <a:spcPts val="210"/>
              </a:spcBef>
              <a:spcAft>
                <a:spcPts val="0"/>
              </a:spcAft>
              <a:buClr>
                <a:srgbClr val="4F22FE"/>
              </a:buClr>
              <a:buSzPts val="1050"/>
              <a:buFont typeface="Arial"/>
              <a:buNone/>
              <a:defRPr sz="1050">
                <a:latin typeface="Arial"/>
                <a:ea typeface="Arial"/>
                <a:cs typeface="Arial"/>
                <a:sym typeface="Aria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05" name="Google Shape;505;g3f9df32ea02_0_8056"/>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rgbClr val="120046"/>
              </a:buClr>
              <a:buSzPts val="3300"/>
              <a:buFont typeface="Plus Jakarta Sans"/>
              <a:buNone/>
              <a:defRPr b="0" i="0" sz="2300">
                <a:solidFill>
                  <a:srgbClr val="120046"/>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6" name="Google Shape;506;g3f9df32ea02_0_8056"/>
          <p:cNvSpPr/>
          <p:nvPr/>
        </p:nvSpPr>
        <p:spPr>
          <a:xfrm>
            <a:off x="7492100" y="4709250"/>
            <a:ext cx="1299000" cy="3084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8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Orange">
  <p:cSld name="38_Title and Content">
    <p:bg>
      <p:bgPr>
        <a:solidFill>
          <a:schemeClr val="accent1"/>
        </a:solidFill>
      </p:bgPr>
    </p:bg>
    <p:spTree>
      <p:nvGrpSpPr>
        <p:cNvPr id="507" name="Shape 507"/>
        <p:cNvGrpSpPr/>
        <p:nvPr/>
      </p:nvGrpSpPr>
      <p:grpSpPr>
        <a:xfrm>
          <a:off x="0" y="0"/>
          <a:ext cx="0" cy="0"/>
          <a:chOff x="0" y="0"/>
          <a:chExt cx="0" cy="0"/>
        </a:xfrm>
      </p:grpSpPr>
      <p:pic>
        <p:nvPicPr>
          <p:cNvPr id="508" name="Google Shape;508;g3f9df32ea02_0_8064"/>
          <p:cNvPicPr preferRelativeResize="0"/>
          <p:nvPr/>
        </p:nvPicPr>
        <p:blipFill rotWithShape="1">
          <a:blip r:embed="rId2">
            <a:alphaModFix/>
          </a:blip>
          <a:srcRect b="47335" l="0" r="31295" t="17801"/>
          <a:stretch/>
        </p:blipFill>
        <p:spPr>
          <a:xfrm rot="-5400000">
            <a:off x="6833599" y="250900"/>
            <a:ext cx="2561301" cy="2059499"/>
          </a:xfrm>
          <a:prstGeom prst="rect">
            <a:avLst/>
          </a:prstGeom>
          <a:noFill/>
          <a:ln>
            <a:noFill/>
          </a:ln>
        </p:spPr>
      </p:pic>
      <p:sp>
        <p:nvSpPr>
          <p:cNvPr id="509" name="Google Shape;509;g3f9df32ea02_0_8064"/>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indent="-228600" lvl="2" marL="1371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indent="-228600" lvl="3" marL="18288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indent="-228600" lvl="4" marL="22860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10" name="Google Shape;510;g3f9df32ea02_0_8064"/>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chemeClr val="lt1"/>
              </a:buClr>
              <a:buSzPts val="3300"/>
              <a:buFont typeface="Plus Jakarta Sans"/>
              <a:buNone/>
              <a:defRPr b="0" i="0"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511" name="Google Shape;511;g3f9df32ea02_0_8064"/>
          <p:cNvPicPr preferRelativeResize="0"/>
          <p:nvPr/>
        </p:nvPicPr>
        <p:blipFill rotWithShape="1">
          <a:blip r:embed="rId3">
            <a:alphaModFix/>
          </a:blip>
          <a:srcRect b="0" l="0" r="0" t="0"/>
          <a:stretch/>
        </p:blipFill>
        <p:spPr>
          <a:xfrm>
            <a:off x="3634350" y="4452250"/>
            <a:ext cx="1875323" cy="230300"/>
          </a:xfrm>
          <a:prstGeom prst="rect">
            <a:avLst/>
          </a:prstGeom>
          <a:noFill/>
          <a:ln>
            <a:noFill/>
          </a:ln>
        </p:spPr>
      </p:pic>
      <p:sp>
        <p:nvSpPr>
          <p:cNvPr id="512" name="Google Shape;512;g3f9df32ea02_0_8064"/>
          <p:cNvSpPr/>
          <p:nvPr/>
        </p:nvSpPr>
        <p:spPr>
          <a:xfrm>
            <a:off x="261600" y="4630175"/>
            <a:ext cx="2553000" cy="4686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8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ransition Page | Twilight">
  <p:cSld name="44_Title and Content">
    <p:bg>
      <p:bgPr>
        <a:solidFill>
          <a:schemeClr val="dk1"/>
        </a:solidFill>
      </p:bgPr>
    </p:bg>
    <p:spTree>
      <p:nvGrpSpPr>
        <p:cNvPr id="513" name="Shape 513"/>
        <p:cNvGrpSpPr/>
        <p:nvPr/>
      </p:nvGrpSpPr>
      <p:grpSpPr>
        <a:xfrm>
          <a:off x="0" y="0"/>
          <a:ext cx="0" cy="0"/>
          <a:chOff x="0" y="0"/>
          <a:chExt cx="0" cy="0"/>
        </a:xfrm>
      </p:grpSpPr>
      <p:pic>
        <p:nvPicPr>
          <p:cNvPr id="514" name="Google Shape;514;g3f9df32ea02_0_8070"/>
          <p:cNvPicPr preferRelativeResize="0"/>
          <p:nvPr/>
        </p:nvPicPr>
        <p:blipFill rotWithShape="1">
          <a:blip r:embed="rId2">
            <a:alphaModFix/>
          </a:blip>
          <a:srcRect b="47183" l="0" r="31295" t="17732"/>
          <a:stretch/>
        </p:blipFill>
        <p:spPr>
          <a:xfrm rot="-5400000">
            <a:off x="6827075" y="244375"/>
            <a:ext cx="2561301" cy="2072550"/>
          </a:xfrm>
          <a:prstGeom prst="rect">
            <a:avLst/>
          </a:prstGeom>
          <a:noFill/>
          <a:ln>
            <a:noFill/>
          </a:ln>
        </p:spPr>
      </p:pic>
      <p:sp>
        <p:nvSpPr>
          <p:cNvPr id="515" name="Google Shape;515;g3f9df32ea02_0_8070"/>
          <p:cNvSpPr txBox="1"/>
          <p:nvPr>
            <p:ph idx="1" type="body"/>
          </p:nvPr>
        </p:nvSpPr>
        <p:spPr>
          <a:xfrm>
            <a:off x="0" y="1533525"/>
            <a:ext cx="9144000" cy="324000"/>
          </a:xfrm>
          <a:prstGeom prst="rect">
            <a:avLst/>
          </a:prstGeom>
          <a:noFill/>
          <a:ln>
            <a:noFill/>
          </a:ln>
        </p:spPr>
        <p:txBody>
          <a:bodyPr anchorCtr="0" anchor="t" bIns="45700" lIns="0" spcFirstLastPara="1" rIns="91425" wrap="square" tIns="45700">
            <a:noAutofit/>
          </a:bodyPr>
          <a:lstStyle>
            <a:lvl1pPr indent="-228600" lvl="0" marL="457200" algn="ctr">
              <a:lnSpc>
                <a:spcPct val="100000"/>
              </a:lnSpc>
              <a:spcBef>
                <a:spcPts val="0"/>
              </a:spcBef>
              <a:spcAft>
                <a:spcPts val="0"/>
              </a:spcAft>
              <a:buClr>
                <a:schemeClr val="lt1"/>
              </a:buClr>
              <a:buSzPts val="1400"/>
              <a:buFont typeface="Plus Jakarta Sans SemiBold"/>
              <a:buNone/>
              <a:defRPr i="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35238"/>
              </a:lnSpc>
              <a:spcBef>
                <a:spcPts val="500"/>
              </a:spcBef>
              <a:spcAft>
                <a:spcPts val="0"/>
              </a:spcAft>
              <a:buClr>
                <a:schemeClr val="lt1"/>
              </a:buClr>
              <a:buSzPts val="1260"/>
              <a:buFont typeface="Arial"/>
              <a:buNone/>
              <a:defRPr sz="1050">
                <a:solidFill>
                  <a:schemeClr val="lt1"/>
                </a:solidFill>
                <a:latin typeface="Arial"/>
                <a:ea typeface="Arial"/>
                <a:cs typeface="Arial"/>
                <a:sym typeface="Arial"/>
              </a:defRPr>
            </a:lvl2pPr>
            <a:lvl3pPr indent="-228600" lvl="2" marL="1371600" algn="l">
              <a:lnSpc>
                <a:spcPct val="100000"/>
              </a:lnSpc>
              <a:spcBef>
                <a:spcPts val="210"/>
              </a:spcBef>
              <a:spcAft>
                <a:spcPts val="0"/>
              </a:spcAft>
              <a:buClr>
                <a:schemeClr val="lt1"/>
              </a:buClr>
              <a:buSzPts val="1260"/>
              <a:buFont typeface="Arial"/>
              <a:buNone/>
              <a:defRPr sz="1050">
                <a:solidFill>
                  <a:schemeClr val="lt1"/>
                </a:solidFill>
                <a:latin typeface="Arial"/>
                <a:ea typeface="Arial"/>
                <a:cs typeface="Arial"/>
                <a:sym typeface="Arial"/>
              </a:defRPr>
            </a:lvl3pPr>
            <a:lvl4pPr indent="-228600" lvl="3" marL="18288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4pPr>
            <a:lvl5pPr indent="-228600" lvl="4" marL="2286000" algn="l">
              <a:lnSpc>
                <a:spcPct val="100000"/>
              </a:lnSpc>
              <a:spcBef>
                <a:spcPts val="210"/>
              </a:spcBef>
              <a:spcAft>
                <a:spcPts val="0"/>
              </a:spcAft>
              <a:buClr>
                <a:schemeClr val="lt1"/>
              </a:buClr>
              <a:buSzPts val="1050"/>
              <a:buFont typeface="Arial"/>
              <a:buNone/>
              <a:defRPr sz="1050">
                <a:solidFill>
                  <a:schemeClr val="lt1"/>
                </a:solidFill>
                <a:latin typeface="Arial"/>
                <a:ea typeface="Arial"/>
                <a:cs typeface="Arial"/>
                <a:sym typeface="Aria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16" name="Google Shape;516;g3f9df32ea02_0_8070"/>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0"/>
              </a:spcBef>
              <a:spcAft>
                <a:spcPts val="0"/>
              </a:spcAft>
              <a:buClr>
                <a:schemeClr val="lt1"/>
              </a:buClr>
              <a:buSzPts val="3300"/>
              <a:buFont typeface="Plus Jakarta Sans"/>
              <a:buNone/>
              <a:defRPr b="0" i="0" sz="23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517" name="Google Shape;517;g3f9df32ea02_0_8070"/>
          <p:cNvPicPr preferRelativeResize="0"/>
          <p:nvPr/>
        </p:nvPicPr>
        <p:blipFill rotWithShape="1">
          <a:blip r:embed="rId3">
            <a:alphaModFix/>
          </a:blip>
          <a:srcRect b="0" l="0" r="0" t="0"/>
          <a:stretch/>
        </p:blipFill>
        <p:spPr>
          <a:xfrm>
            <a:off x="3634355" y="4452254"/>
            <a:ext cx="1875287" cy="230299"/>
          </a:xfrm>
          <a:prstGeom prst="rect">
            <a:avLst/>
          </a:prstGeom>
          <a:noFill/>
          <a:ln>
            <a:noFill/>
          </a:ln>
        </p:spPr>
      </p:pic>
      <p:sp>
        <p:nvSpPr>
          <p:cNvPr id="518" name="Google Shape;518;g3f9df32ea02_0_8070"/>
          <p:cNvSpPr/>
          <p:nvPr/>
        </p:nvSpPr>
        <p:spPr>
          <a:xfrm>
            <a:off x="448975" y="4762900"/>
            <a:ext cx="2303100" cy="195300"/>
          </a:xfrm>
          <a:prstGeom prst="rect">
            <a:avLst/>
          </a:prstGeom>
          <a:solidFill>
            <a:schemeClr val="accent3"/>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519" name="Google Shape;519;g3f9df32ea02_0_8070"/>
          <p:cNvSpPr/>
          <p:nvPr/>
        </p:nvSpPr>
        <p:spPr>
          <a:xfrm>
            <a:off x="7492100" y="4709250"/>
            <a:ext cx="1299000" cy="3084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transition spd="slow">
    <p:push/>
  </p:transition>
</p:sldLayout>
</file>

<file path=ppt/slideLayouts/slideLayout8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RIMARY_Title &amp; Body | White">
  <p:cSld name="6_Title Only_3_1">
    <p:spTree>
      <p:nvGrpSpPr>
        <p:cNvPr id="520" name="Shape 520"/>
        <p:cNvGrpSpPr/>
        <p:nvPr/>
      </p:nvGrpSpPr>
      <p:grpSpPr>
        <a:xfrm>
          <a:off x="0" y="0"/>
          <a:ext cx="0" cy="0"/>
          <a:chOff x="0" y="0"/>
          <a:chExt cx="0" cy="0"/>
        </a:xfrm>
      </p:grpSpPr>
      <p:sp>
        <p:nvSpPr>
          <p:cNvPr id="521" name="Google Shape;521;g3f9df32ea02_0_807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22" name="Google Shape;522;g3f9df32ea02_0_8077"/>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3" name="Google Shape;523;g3f9df32ea02_0_8077"/>
          <p:cNvSpPr txBox="1"/>
          <p:nvPr>
            <p:ph idx="1" type="body"/>
          </p:nvPr>
        </p:nvSpPr>
        <p:spPr>
          <a:xfrm>
            <a:off x="457200" y="1375775"/>
            <a:ext cx="41382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SzPts val="1800"/>
              <a:buNone/>
              <a:defRPr/>
            </a:lvl1pPr>
            <a:lvl2pPr indent="-228600" lvl="1" marL="914400" algn="l">
              <a:lnSpc>
                <a:spcPct val="78888"/>
              </a:lnSpc>
              <a:spcBef>
                <a:spcPts val="400"/>
              </a:spcBef>
              <a:spcAft>
                <a:spcPts val="0"/>
              </a:spcAft>
              <a:buClr>
                <a:srgbClr val="000000"/>
              </a:buClr>
              <a:buSzPts val="2160"/>
              <a:buNone/>
              <a:defRPr/>
            </a:lvl2pPr>
            <a:lvl3pPr indent="-365760" lvl="2" marL="1371600" algn="l">
              <a:lnSpc>
                <a:spcPct val="100000"/>
              </a:lnSpc>
              <a:spcBef>
                <a:spcPts val="360"/>
              </a:spcBef>
              <a:spcAft>
                <a:spcPts val="0"/>
              </a:spcAft>
              <a:buClr>
                <a:srgbClr val="000000"/>
              </a:buClr>
              <a:buSzPts val="2160"/>
              <a:buChar char="•"/>
              <a:defRPr>
                <a:solidFill>
                  <a:srgbClr val="000000"/>
                </a:solidFill>
              </a:defRPr>
            </a:lvl3pPr>
            <a:lvl4pPr indent="-342900" lvl="3" marL="1828800" algn="l">
              <a:lnSpc>
                <a:spcPct val="100000"/>
              </a:lnSpc>
              <a:spcBef>
                <a:spcPts val="360"/>
              </a:spcBef>
              <a:spcAft>
                <a:spcPts val="0"/>
              </a:spcAft>
              <a:buClr>
                <a:srgbClr val="000000"/>
              </a:buClr>
              <a:buSzPts val="1800"/>
              <a:buChar char="–"/>
              <a:defRPr>
                <a:solidFill>
                  <a:srgbClr val="000000"/>
                </a:solidFill>
              </a:defRPr>
            </a:lvl4pPr>
            <a:lvl5pPr indent="-342900" lvl="4" marL="2286000" algn="l">
              <a:lnSpc>
                <a:spcPct val="100000"/>
              </a:lnSpc>
              <a:spcBef>
                <a:spcPts val="360"/>
              </a:spcBef>
              <a:spcAft>
                <a:spcPts val="0"/>
              </a:spcAft>
              <a:buClr>
                <a:srgbClr val="000000"/>
              </a:buClr>
              <a:buSzPts val="1800"/>
              <a:buChar char="»"/>
              <a:defRPr>
                <a:solidFill>
                  <a:srgbClr val="000000"/>
                </a:solidFill>
              </a:defRPr>
            </a:lvl5pPr>
            <a:lvl6pPr indent="-342900" lvl="5" marL="2743200" algn="l">
              <a:lnSpc>
                <a:spcPct val="100000"/>
              </a:lnSpc>
              <a:spcBef>
                <a:spcPts val="360"/>
              </a:spcBef>
              <a:spcAft>
                <a:spcPts val="0"/>
              </a:spcAft>
              <a:buClr>
                <a:srgbClr val="000000"/>
              </a:buClr>
              <a:buSzPts val="1800"/>
              <a:buChar char="•"/>
              <a:defRPr>
                <a:solidFill>
                  <a:srgbClr val="000000"/>
                </a:solidFill>
              </a:defRPr>
            </a:lvl6pPr>
            <a:lvl7pPr indent="-342900" lvl="6" marL="3200400" algn="l">
              <a:lnSpc>
                <a:spcPct val="100000"/>
              </a:lnSpc>
              <a:spcBef>
                <a:spcPts val="360"/>
              </a:spcBef>
              <a:spcAft>
                <a:spcPts val="0"/>
              </a:spcAft>
              <a:buClr>
                <a:srgbClr val="000000"/>
              </a:buClr>
              <a:buSzPts val="1800"/>
              <a:buChar char="•"/>
              <a:defRPr>
                <a:solidFill>
                  <a:srgbClr val="000000"/>
                </a:solidFill>
              </a:defRPr>
            </a:lvl7pPr>
            <a:lvl8pPr indent="-342900" lvl="7" marL="3657600" algn="l">
              <a:lnSpc>
                <a:spcPct val="100000"/>
              </a:lnSpc>
              <a:spcBef>
                <a:spcPts val="360"/>
              </a:spcBef>
              <a:spcAft>
                <a:spcPts val="0"/>
              </a:spcAft>
              <a:buClr>
                <a:srgbClr val="000000"/>
              </a:buClr>
              <a:buSzPts val="1800"/>
              <a:buChar char="•"/>
              <a:defRPr>
                <a:solidFill>
                  <a:srgbClr val="000000"/>
                </a:solidFill>
              </a:defRPr>
            </a:lvl8pPr>
            <a:lvl9pPr indent="-342900" lvl="8" marL="4114800" algn="l">
              <a:lnSpc>
                <a:spcPct val="100000"/>
              </a:lnSpc>
              <a:spcBef>
                <a:spcPts val="360"/>
              </a:spcBef>
              <a:spcAft>
                <a:spcPts val="0"/>
              </a:spcAft>
              <a:buClr>
                <a:srgbClr val="000000"/>
              </a:buClr>
              <a:buSzPts val="1800"/>
              <a:buChar char="•"/>
              <a:defRPr>
                <a:solidFill>
                  <a:srgbClr val="000000"/>
                </a:solidFill>
              </a:defRPr>
            </a:lvl9pPr>
          </a:lstStyle>
          <a:p/>
        </p:txBody>
      </p:sp>
      <p:sp>
        <p:nvSpPr>
          <p:cNvPr id="524" name="Google Shape;524;g3f9df32ea02_0_8077"/>
          <p:cNvSpPr txBox="1"/>
          <p:nvPr>
            <p:ph idx="2" type="subTitle"/>
          </p:nvPr>
        </p:nvSpPr>
        <p:spPr>
          <a:xfrm>
            <a:off x="457200" y="631950"/>
            <a:ext cx="259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extLst>
    <p:ext uri="{DCECCB84-F9BA-43D5-87BE-67443E8EF086}">
      <p15:sldGuideLst>
        <p15:guide id="1" orient="horz" pos="954">
          <p15:clr>
            <a:srgbClr val="E46962"/>
          </p15:clr>
        </p15:guide>
      </p15:sldGuideLst>
    </p:ext>
  </p:extLst>
</p:sldLayout>
</file>

<file path=ppt/slideLayouts/slideLayout8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 Twilight">
  <p:cSld name="6_Title Only_3_1_2">
    <p:bg>
      <p:bgPr>
        <a:solidFill>
          <a:schemeClr val="dk1"/>
        </a:solidFill>
      </p:bgPr>
    </p:bg>
    <p:spTree>
      <p:nvGrpSpPr>
        <p:cNvPr id="525" name="Shape 525"/>
        <p:cNvGrpSpPr/>
        <p:nvPr/>
      </p:nvGrpSpPr>
      <p:grpSpPr>
        <a:xfrm>
          <a:off x="0" y="0"/>
          <a:ext cx="0" cy="0"/>
          <a:chOff x="0" y="0"/>
          <a:chExt cx="0" cy="0"/>
        </a:xfrm>
      </p:grpSpPr>
      <p:sp>
        <p:nvSpPr>
          <p:cNvPr id="526" name="Google Shape;526;g3f9df32ea02_0_808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27" name="Google Shape;527;g3f9df32ea02_0_8082"/>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528" name="Google Shape;528;g3f9df32ea02_0_8082"/>
          <p:cNvSpPr txBox="1"/>
          <p:nvPr>
            <p:ph idx="1" type="body"/>
          </p:nvPr>
        </p:nvSpPr>
        <p:spPr>
          <a:xfrm>
            <a:off x="457200" y="1369992"/>
            <a:ext cx="42009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29" name="Google Shape;529;g3f9df32ea02_0_8082"/>
          <p:cNvSpPr txBox="1"/>
          <p:nvPr>
            <p:ph idx="2" type="subTitle"/>
          </p:nvPr>
        </p:nvSpPr>
        <p:spPr>
          <a:xfrm>
            <a:off x="457200" y="631950"/>
            <a:ext cx="259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8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 Column Text | Twilight">
  <p:cSld name="6_Title Only_3_1_1_1">
    <p:bg>
      <p:bgPr>
        <a:solidFill>
          <a:schemeClr val="dk1"/>
        </a:solidFill>
      </p:bgPr>
    </p:bg>
    <p:spTree>
      <p:nvGrpSpPr>
        <p:cNvPr id="530" name="Shape 530"/>
        <p:cNvGrpSpPr/>
        <p:nvPr/>
      </p:nvGrpSpPr>
      <p:grpSpPr>
        <a:xfrm>
          <a:off x="0" y="0"/>
          <a:ext cx="0" cy="0"/>
          <a:chOff x="0" y="0"/>
          <a:chExt cx="0" cy="0"/>
        </a:xfrm>
      </p:grpSpPr>
      <p:sp>
        <p:nvSpPr>
          <p:cNvPr id="531" name="Google Shape;531;g3f9df32ea02_0_8087"/>
          <p:cNvSpPr txBox="1"/>
          <p:nvPr>
            <p:ph idx="1" type="body"/>
          </p:nvPr>
        </p:nvSpPr>
        <p:spPr>
          <a:xfrm>
            <a:off x="457200" y="1267650"/>
            <a:ext cx="3836400" cy="30825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32" name="Google Shape;532;g3f9df32ea02_0_808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33" name="Google Shape;533;g3f9df32ea02_0_8087"/>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534" name="Google Shape;534;g3f9df32ea02_0_8087"/>
          <p:cNvSpPr txBox="1"/>
          <p:nvPr>
            <p:ph idx="2" type="body"/>
          </p:nvPr>
        </p:nvSpPr>
        <p:spPr>
          <a:xfrm>
            <a:off x="4755900" y="1370000"/>
            <a:ext cx="3760200" cy="30825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35" name="Google Shape;535;g3f9df32ea02_0_8087"/>
          <p:cNvSpPr txBox="1"/>
          <p:nvPr>
            <p:ph idx="3" type="subTitle"/>
          </p:nvPr>
        </p:nvSpPr>
        <p:spPr>
          <a:xfrm>
            <a:off x="457200" y="631950"/>
            <a:ext cx="42477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8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body">
  <p:cSld name="6_Title Only_2_4">
    <p:spTree>
      <p:nvGrpSpPr>
        <p:cNvPr id="536" name="Shape 536"/>
        <p:cNvGrpSpPr/>
        <p:nvPr/>
      </p:nvGrpSpPr>
      <p:grpSpPr>
        <a:xfrm>
          <a:off x="0" y="0"/>
          <a:ext cx="0" cy="0"/>
          <a:chOff x="0" y="0"/>
          <a:chExt cx="0" cy="0"/>
        </a:xfrm>
      </p:grpSpPr>
      <p:sp>
        <p:nvSpPr>
          <p:cNvPr id="537" name="Google Shape;537;g3f9df32ea02_0_809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538" name="Google Shape;538;g3f9df32ea02_0_8093"/>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539" name="Google Shape;539;g3f9df32ea02_0_8093"/>
          <p:cNvSpPr txBox="1"/>
          <p:nvPr>
            <p:ph idx="1" type="body"/>
          </p:nvPr>
        </p:nvSpPr>
        <p:spPr>
          <a:xfrm>
            <a:off x="32323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0" name="Google Shape;540;g3f9df32ea02_0_8093"/>
          <p:cNvSpPr txBox="1"/>
          <p:nvPr>
            <p:ph idx="2" type="body"/>
          </p:nvPr>
        </p:nvSpPr>
        <p:spPr>
          <a:xfrm>
            <a:off x="57457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41" name="Google Shape;541;g3f9df32ea02_0_8093"/>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8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
  <p:cSld name="6_Title Only_2_4_2">
    <p:spTree>
      <p:nvGrpSpPr>
        <p:cNvPr id="542" name="Shape 542"/>
        <p:cNvGrpSpPr/>
        <p:nvPr/>
      </p:nvGrpSpPr>
      <p:grpSpPr>
        <a:xfrm>
          <a:off x="0" y="0"/>
          <a:ext cx="0" cy="0"/>
          <a:chOff x="0" y="0"/>
          <a:chExt cx="0" cy="0"/>
        </a:xfrm>
      </p:grpSpPr>
      <p:sp>
        <p:nvSpPr>
          <p:cNvPr id="543" name="Google Shape;543;g3f9df32ea02_0_809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44" name="Google Shape;544;g3f9df32ea02_0_8099"/>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5" name="Google Shape;545;g3f9df32ea02_0_8099"/>
          <p:cNvSpPr/>
          <p:nvPr>
            <p:ph idx="2" type="pic"/>
          </p:nvPr>
        </p:nvSpPr>
        <p:spPr>
          <a:xfrm>
            <a:off x="3486875" y="487250"/>
            <a:ext cx="4138200" cy="4053300"/>
          </a:xfrm>
          <a:prstGeom prst="roundRect">
            <a:avLst>
              <a:gd fmla="val 5883" name="adj"/>
            </a:avLst>
          </a:prstGeom>
          <a:noFill/>
          <a:ln>
            <a:noFill/>
          </a:ln>
        </p:spPr>
      </p:sp>
    </p:spTree>
  </p:cSld>
  <p:clrMapOvr>
    <a:masterClrMapping/>
  </p:clrMapOvr>
  <p:transition spd="slow">
    <p:push/>
  </p:transition>
</p:sldLayout>
</file>

<file path=ppt/slideLayouts/slideLayout8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s">
  <p:cSld name="6_Title Only_2_4_1">
    <p:spTree>
      <p:nvGrpSpPr>
        <p:cNvPr id="546" name="Shape 546"/>
        <p:cNvGrpSpPr/>
        <p:nvPr/>
      </p:nvGrpSpPr>
      <p:grpSpPr>
        <a:xfrm>
          <a:off x="0" y="0"/>
          <a:ext cx="0" cy="0"/>
          <a:chOff x="0" y="0"/>
          <a:chExt cx="0" cy="0"/>
        </a:xfrm>
      </p:grpSpPr>
      <p:sp>
        <p:nvSpPr>
          <p:cNvPr id="547" name="Google Shape;547;g3f9df32ea02_0_810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548" name="Google Shape;548;g3f9df32ea02_0_8103"/>
          <p:cNvPicPr preferRelativeResize="0"/>
          <p:nvPr/>
        </p:nvPicPr>
        <p:blipFill rotWithShape="1">
          <a:blip r:embed="rId2">
            <a:alphaModFix/>
          </a:blip>
          <a:srcRect b="0" l="0" r="0" t="0"/>
          <a:stretch/>
        </p:blipFill>
        <p:spPr>
          <a:xfrm>
            <a:off x="7625075" y="0"/>
            <a:ext cx="1532425" cy="3244899"/>
          </a:xfrm>
          <a:prstGeom prst="rect">
            <a:avLst/>
          </a:prstGeom>
          <a:noFill/>
          <a:ln>
            <a:noFill/>
          </a:ln>
        </p:spPr>
      </p:pic>
      <p:sp>
        <p:nvSpPr>
          <p:cNvPr id="549" name="Google Shape;549;g3f9df32ea02_0_8103"/>
          <p:cNvSpPr/>
          <p:nvPr>
            <p:ph idx="2" type="pic"/>
          </p:nvPr>
        </p:nvSpPr>
        <p:spPr>
          <a:xfrm>
            <a:off x="5630325" y="497825"/>
            <a:ext cx="1884000" cy="1884000"/>
          </a:xfrm>
          <a:prstGeom prst="roundRect">
            <a:avLst>
              <a:gd fmla="val 8989" name="adj"/>
            </a:avLst>
          </a:prstGeom>
          <a:noFill/>
          <a:ln>
            <a:noFill/>
          </a:ln>
        </p:spPr>
      </p:sp>
      <p:sp>
        <p:nvSpPr>
          <p:cNvPr id="550" name="Google Shape;550;g3f9df32ea02_0_8103"/>
          <p:cNvSpPr/>
          <p:nvPr>
            <p:ph idx="3" type="pic"/>
          </p:nvPr>
        </p:nvSpPr>
        <p:spPr>
          <a:xfrm>
            <a:off x="3471325" y="497825"/>
            <a:ext cx="1884000" cy="1884000"/>
          </a:xfrm>
          <a:prstGeom prst="roundRect">
            <a:avLst>
              <a:gd fmla="val 8989" name="adj"/>
            </a:avLst>
          </a:prstGeom>
          <a:noFill/>
          <a:ln>
            <a:noFill/>
          </a:ln>
        </p:spPr>
      </p:sp>
      <p:sp>
        <p:nvSpPr>
          <p:cNvPr id="551" name="Google Shape;551;g3f9df32ea02_0_8103"/>
          <p:cNvSpPr/>
          <p:nvPr>
            <p:ph idx="4" type="pic"/>
          </p:nvPr>
        </p:nvSpPr>
        <p:spPr>
          <a:xfrm>
            <a:off x="5630325" y="2603900"/>
            <a:ext cx="1884000" cy="1884000"/>
          </a:xfrm>
          <a:prstGeom prst="roundRect">
            <a:avLst>
              <a:gd fmla="val 8989" name="adj"/>
            </a:avLst>
          </a:prstGeom>
          <a:noFill/>
          <a:ln>
            <a:noFill/>
          </a:ln>
        </p:spPr>
      </p:sp>
      <p:sp>
        <p:nvSpPr>
          <p:cNvPr id="552" name="Google Shape;552;g3f9df32ea02_0_8103"/>
          <p:cNvSpPr/>
          <p:nvPr>
            <p:ph idx="5" type="pic"/>
          </p:nvPr>
        </p:nvSpPr>
        <p:spPr>
          <a:xfrm>
            <a:off x="3471325" y="2603900"/>
            <a:ext cx="1884000" cy="1884000"/>
          </a:xfrm>
          <a:prstGeom prst="roundRect">
            <a:avLst>
              <a:gd fmla="val 8989" name="adj"/>
            </a:avLst>
          </a:prstGeom>
          <a:noFill/>
          <a:ln>
            <a:noFill/>
          </a:ln>
        </p:spPr>
      </p:sp>
      <p:sp>
        <p:nvSpPr>
          <p:cNvPr id="553" name="Google Shape;553;g3f9df32ea02_0_8103"/>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SzPts val="3100"/>
              <a:buNone/>
              <a:defRPr sz="31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8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body _Twilight">
  <p:cSld name="6_Title Only_2_4_3">
    <p:bg>
      <p:bgPr>
        <a:solidFill>
          <a:schemeClr val="accent3"/>
        </a:solidFill>
      </p:bgPr>
    </p:bg>
    <p:spTree>
      <p:nvGrpSpPr>
        <p:cNvPr id="554" name="Shape 554"/>
        <p:cNvGrpSpPr/>
        <p:nvPr/>
      </p:nvGrpSpPr>
      <p:grpSpPr>
        <a:xfrm>
          <a:off x="0" y="0"/>
          <a:ext cx="0" cy="0"/>
          <a:chOff x="0" y="0"/>
          <a:chExt cx="0" cy="0"/>
        </a:xfrm>
      </p:grpSpPr>
      <p:sp>
        <p:nvSpPr>
          <p:cNvPr id="555" name="Google Shape;555;g3f9df32ea02_0_811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56" name="Google Shape;556;g3f9df32ea02_0_8111"/>
          <p:cNvSpPr txBox="1"/>
          <p:nvPr>
            <p:ph idx="1" type="body"/>
          </p:nvPr>
        </p:nvSpPr>
        <p:spPr>
          <a:xfrm>
            <a:off x="32323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57" name="Google Shape;557;g3f9df32ea02_0_8111"/>
          <p:cNvSpPr txBox="1"/>
          <p:nvPr>
            <p:ph idx="2" type="body"/>
          </p:nvPr>
        </p:nvSpPr>
        <p:spPr>
          <a:xfrm>
            <a:off x="5745750" y="1139450"/>
            <a:ext cx="2513400" cy="362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58" name="Google Shape;558;g3f9df32ea02_0_8111"/>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2"/>
              </a:buClr>
              <a:buSzPts val="3100"/>
              <a:buNone/>
              <a:defRPr sz="3100">
                <a:solidFill>
                  <a:schemeClr val="lt2"/>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8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 1 _Twilight">
  <p:cSld name="6_Title Only_2_4_2_1">
    <p:bg>
      <p:bgPr>
        <a:solidFill>
          <a:schemeClr val="accent3"/>
        </a:solidFill>
      </p:bgPr>
    </p:bg>
    <p:spTree>
      <p:nvGrpSpPr>
        <p:cNvPr id="559" name="Shape 559"/>
        <p:cNvGrpSpPr/>
        <p:nvPr/>
      </p:nvGrpSpPr>
      <p:grpSpPr>
        <a:xfrm>
          <a:off x="0" y="0"/>
          <a:ext cx="0" cy="0"/>
          <a:chOff x="0" y="0"/>
          <a:chExt cx="0" cy="0"/>
        </a:xfrm>
      </p:grpSpPr>
      <p:sp>
        <p:nvSpPr>
          <p:cNvPr id="560" name="Google Shape;560;g3f9df32ea02_0_8116"/>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61" name="Google Shape;561;g3f9df32ea02_0_8116"/>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562" name="Google Shape;562;g3f9df32ea02_0_8116"/>
          <p:cNvSpPr/>
          <p:nvPr>
            <p:ph idx="2" type="pic"/>
          </p:nvPr>
        </p:nvSpPr>
        <p:spPr>
          <a:xfrm>
            <a:off x="3486875" y="487250"/>
            <a:ext cx="4138200" cy="4053300"/>
          </a:xfrm>
          <a:prstGeom prst="roundRect">
            <a:avLst>
              <a:gd fmla="val 5883" name="adj"/>
            </a:avLst>
          </a:prstGeom>
          <a:noFill/>
          <a:ln>
            <a:noFill/>
          </a:ln>
        </p:spPr>
      </p:sp>
    </p:spTree>
  </p:cSld>
  <p:clrMapOvr>
    <a:masterClrMapping/>
  </p:clrMapOvr>
  <p:transition spd="slow">
    <p:push/>
  </p:transition>
</p:sldLayout>
</file>

<file path=ppt/slideLayouts/slideLayout9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Headline | images 1  _Twilight">
  <p:cSld name="6_Title Only_2_4_1_1">
    <p:bg>
      <p:bgPr>
        <a:solidFill>
          <a:schemeClr val="accent3"/>
        </a:solidFill>
      </p:bgPr>
    </p:bg>
    <p:spTree>
      <p:nvGrpSpPr>
        <p:cNvPr id="563" name="Shape 563"/>
        <p:cNvGrpSpPr/>
        <p:nvPr/>
      </p:nvGrpSpPr>
      <p:grpSpPr>
        <a:xfrm>
          <a:off x="0" y="0"/>
          <a:ext cx="0" cy="0"/>
          <a:chOff x="0" y="0"/>
          <a:chExt cx="0" cy="0"/>
        </a:xfrm>
      </p:grpSpPr>
      <p:sp>
        <p:nvSpPr>
          <p:cNvPr id="564" name="Google Shape;564;g3f9df32ea02_0_8120"/>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65" name="Google Shape;565;g3f9df32ea02_0_8120"/>
          <p:cNvSpPr/>
          <p:nvPr>
            <p:ph idx="2" type="pic"/>
          </p:nvPr>
        </p:nvSpPr>
        <p:spPr>
          <a:xfrm>
            <a:off x="5630325" y="497825"/>
            <a:ext cx="1884000" cy="1884000"/>
          </a:xfrm>
          <a:prstGeom prst="roundRect">
            <a:avLst>
              <a:gd fmla="val 8989" name="adj"/>
            </a:avLst>
          </a:prstGeom>
          <a:noFill/>
          <a:ln>
            <a:noFill/>
          </a:ln>
        </p:spPr>
      </p:sp>
      <p:sp>
        <p:nvSpPr>
          <p:cNvPr id="566" name="Google Shape;566;g3f9df32ea02_0_8120"/>
          <p:cNvSpPr/>
          <p:nvPr>
            <p:ph idx="3" type="pic"/>
          </p:nvPr>
        </p:nvSpPr>
        <p:spPr>
          <a:xfrm>
            <a:off x="3471325" y="497825"/>
            <a:ext cx="1884000" cy="1884000"/>
          </a:xfrm>
          <a:prstGeom prst="roundRect">
            <a:avLst>
              <a:gd fmla="val 8989" name="adj"/>
            </a:avLst>
          </a:prstGeom>
          <a:noFill/>
          <a:ln>
            <a:noFill/>
          </a:ln>
        </p:spPr>
      </p:sp>
      <p:sp>
        <p:nvSpPr>
          <p:cNvPr id="567" name="Google Shape;567;g3f9df32ea02_0_8120"/>
          <p:cNvSpPr/>
          <p:nvPr>
            <p:ph idx="4" type="pic"/>
          </p:nvPr>
        </p:nvSpPr>
        <p:spPr>
          <a:xfrm>
            <a:off x="5630325" y="2603900"/>
            <a:ext cx="1884000" cy="1884000"/>
          </a:xfrm>
          <a:prstGeom prst="roundRect">
            <a:avLst>
              <a:gd fmla="val 8989" name="adj"/>
            </a:avLst>
          </a:prstGeom>
          <a:noFill/>
          <a:ln>
            <a:noFill/>
          </a:ln>
        </p:spPr>
      </p:sp>
      <p:sp>
        <p:nvSpPr>
          <p:cNvPr id="568" name="Google Shape;568;g3f9df32ea02_0_8120"/>
          <p:cNvSpPr/>
          <p:nvPr>
            <p:ph idx="5" type="pic"/>
          </p:nvPr>
        </p:nvSpPr>
        <p:spPr>
          <a:xfrm>
            <a:off x="3471325" y="2603900"/>
            <a:ext cx="1884000" cy="1884000"/>
          </a:xfrm>
          <a:prstGeom prst="roundRect">
            <a:avLst>
              <a:gd fmla="val 8989" name="adj"/>
            </a:avLst>
          </a:prstGeom>
          <a:noFill/>
          <a:ln>
            <a:noFill/>
          </a:ln>
        </p:spPr>
      </p:sp>
      <p:sp>
        <p:nvSpPr>
          <p:cNvPr id="569" name="Google Shape;569;g3f9df32ea02_0_8120"/>
          <p:cNvSpPr txBox="1"/>
          <p:nvPr>
            <p:ph type="title"/>
          </p:nvPr>
        </p:nvSpPr>
        <p:spPr>
          <a:xfrm>
            <a:off x="457200" y="1566925"/>
            <a:ext cx="2453400" cy="7620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3100"/>
              <a:buNone/>
              <a:defRPr sz="3100">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transition spd="slow">
    <p:push/>
  </p:transition>
</p:sldLayout>
</file>

<file path=ppt/slideLayouts/slideLayout9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Twilight">
  <p:cSld name="6_Title Only_2_3">
    <p:bg>
      <p:bgPr>
        <a:solidFill>
          <a:schemeClr val="accent3"/>
        </a:solidFill>
      </p:bgPr>
    </p:bg>
    <p:spTree>
      <p:nvGrpSpPr>
        <p:cNvPr id="570" name="Shape 570"/>
        <p:cNvGrpSpPr/>
        <p:nvPr/>
      </p:nvGrpSpPr>
      <p:grpSpPr>
        <a:xfrm>
          <a:off x="0" y="0"/>
          <a:ext cx="0" cy="0"/>
          <a:chOff x="0" y="0"/>
          <a:chExt cx="0" cy="0"/>
        </a:xfrm>
      </p:grpSpPr>
      <p:sp>
        <p:nvSpPr>
          <p:cNvPr id="571" name="Google Shape;571;g3f9df32ea02_0_812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72" name="Google Shape;572;g3f9df32ea02_0_8127"/>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3" name="Google Shape;573;g3f9df32ea02_0_8127"/>
          <p:cNvSpPr txBox="1"/>
          <p:nvPr>
            <p:ph idx="1"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9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White">
  <p:cSld name="6_Title Only_2_3_1">
    <p:spTree>
      <p:nvGrpSpPr>
        <p:cNvPr id="574" name="Shape 574"/>
        <p:cNvGrpSpPr/>
        <p:nvPr/>
      </p:nvGrpSpPr>
      <p:grpSpPr>
        <a:xfrm>
          <a:off x="0" y="0"/>
          <a:ext cx="0" cy="0"/>
          <a:chOff x="0" y="0"/>
          <a:chExt cx="0" cy="0"/>
        </a:xfrm>
      </p:grpSpPr>
      <p:sp>
        <p:nvSpPr>
          <p:cNvPr id="575" name="Google Shape;575;g3f9df32ea02_0_813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76" name="Google Shape;576;g3f9df32ea02_0_8131"/>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7" name="Google Shape;577;g3f9df32ea02_0_8131"/>
          <p:cNvSpPr txBox="1"/>
          <p:nvPr>
            <p:ph idx="1"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9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line Image on the Right">
  <p:cSld name="6_Title Only_1">
    <p:spTree>
      <p:nvGrpSpPr>
        <p:cNvPr id="578" name="Shape 578"/>
        <p:cNvGrpSpPr/>
        <p:nvPr/>
      </p:nvGrpSpPr>
      <p:grpSpPr>
        <a:xfrm>
          <a:off x="0" y="0"/>
          <a:ext cx="0" cy="0"/>
          <a:chOff x="0" y="0"/>
          <a:chExt cx="0" cy="0"/>
        </a:xfrm>
      </p:grpSpPr>
      <p:sp>
        <p:nvSpPr>
          <p:cNvPr id="579" name="Google Shape;579;g3f9df32ea02_0_8135"/>
          <p:cNvSpPr txBox="1"/>
          <p:nvPr>
            <p:ph idx="1" type="body"/>
          </p:nvPr>
        </p:nvSpPr>
        <p:spPr>
          <a:xfrm>
            <a:off x="457200" y="1267650"/>
            <a:ext cx="39996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80" name="Google Shape;580;g3f9df32ea02_0_8135"/>
          <p:cNvSpPr/>
          <p:nvPr>
            <p:ph idx="2" type="pic"/>
          </p:nvPr>
        </p:nvSpPr>
        <p:spPr>
          <a:xfrm>
            <a:off x="4600100" y="1283925"/>
            <a:ext cx="4064100" cy="3261600"/>
          </a:xfrm>
          <a:prstGeom prst="roundRect">
            <a:avLst>
              <a:gd fmla="val 6744" name="adj"/>
            </a:avLst>
          </a:prstGeom>
          <a:noFill/>
          <a:ln>
            <a:noFill/>
          </a:ln>
        </p:spPr>
      </p:sp>
      <p:sp>
        <p:nvSpPr>
          <p:cNvPr id="581" name="Google Shape;581;g3f9df32ea02_0_813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descr=" " id="582" name="Google Shape;582;g3f9df32ea02_0_8135"/>
          <p:cNvPicPr preferRelativeResize="0"/>
          <p:nvPr/>
        </p:nvPicPr>
        <p:blipFill rotWithShape="1">
          <a:blip r:embed="rId2">
            <a:alphaModFix/>
          </a:blip>
          <a:srcRect b="0" l="0" r="0" t="0"/>
          <a:stretch/>
        </p:blipFill>
        <p:spPr>
          <a:xfrm>
            <a:off x="7553310" y="4766314"/>
            <a:ext cx="1133484" cy="142859"/>
          </a:xfrm>
          <a:prstGeom prst="rect">
            <a:avLst/>
          </a:prstGeom>
          <a:noFill/>
          <a:ln>
            <a:noFill/>
          </a:ln>
        </p:spPr>
      </p:pic>
      <p:sp>
        <p:nvSpPr>
          <p:cNvPr id="583" name="Google Shape;583;g3f9df32ea02_0_8135"/>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4" name="Google Shape;584;g3f9df32ea02_0_8135"/>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9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line Image on the Right | Twilight">
  <p:cSld name="6_Title Only_1_2">
    <p:bg>
      <p:bgPr>
        <a:solidFill>
          <a:schemeClr val="dk1"/>
        </a:solidFill>
      </p:bgPr>
    </p:bg>
    <p:spTree>
      <p:nvGrpSpPr>
        <p:cNvPr id="585" name="Shape 585"/>
        <p:cNvGrpSpPr/>
        <p:nvPr/>
      </p:nvGrpSpPr>
      <p:grpSpPr>
        <a:xfrm>
          <a:off x="0" y="0"/>
          <a:ext cx="0" cy="0"/>
          <a:chOff x="0" y="0"/>
          <a:chExt cx="0" cy="0"/>
        </a:xfrm>
      </p:grpSpPr>
      <p:sp>
        <p:nvSpPr>
          <p:cNvPr id="586" name="Google Shape;586;g3f9df32ea02_0_8142"/>
          <p:cNvSpPr txBox="1"/>
          <p:nvPr>
            <p:ph idx="1" type="body"/>
          </p:nvPr>
        </p:nvSpPr>
        <p:spPr>
          <a:xfrm>
            <a:off x="457200" y="1267650"/>
            <a:ext cx="39693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587" name="Google Shape;587;g3f9df32ea02_0_8142"/>
          <p:cNvSpPr/>
          <p:nvPr>
            <p:ph idx="2" type="pic"/>
          </p:nvPr>
        </p:nvSpPr>
        <p:spPr>
          <a:xfrm>
            <a:off x="4600100" y="1283925"/>
            <a:ext cx="4064100" cy="3261600"/>
          </a:xfrm>
          <a:prstGeom prst="roundRect">
            <a:avLst>
              <a:gd fmla="val 6744" name="adj"/>
            </a:avLst>
          </a:prstGeom>
          <a:noFill/>
          <a:ln>
            <a:noFill/>
          </a:ln>
        </p:spPr>
      </p:sp>
      <p:sp>
        <p:nvSpPr>
          <p:cNvPr id="588" name="Google Shape;588;g3f9df32ea02_0_814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89" name="Google Shape;589;g3f9df32ea02_0_8142"/>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590" name="Google Shape;590;g3f9df32ea02_0_8142"/>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9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line Image on the Left">
  <p:cSld name="6_Title Only_1_1">
    <p:spTree>
      <p:nvGrpSpPr>
        <p:cNvPr id="591" name="Shape 591"/>
        <p:cNvGrpSpPr/>
        <p:nvPr/>
      </p:nvGrpSpPr>
      <p:grpSpPr>
        <a:xfrm>
          <a:off x="0" y="0"/>
          <a:ext cx="0" cy="0"/>
          <a:chOff x="0" y="0"/>
          <a:chExt cx="0" cy="0"/>
        </a:xfrm>
      </p:grpSpPr>
      <p:sp>
        <p:nvSpPr>
          <p:cNvPr id="592" name="Google Shape;592;g3f9df32ea02_0_8148"/>
          <p:cNvSpPr txBox="1"/>
          <p:nvPr>
            <p:ph idx="1" type="body"/>
          </p:nvPr>
        </p:nvSpPr>
        <p:spPr>
          <a:xfrm>
            <a:off x="4594200" y="1157967"/>
            <a:ext cx="37665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3" name="Google Shape;593;g3f9df32ea02_0_8148"/>
          <p:cNvSpPr/>
          <p:nvPr>
            <p:ph idx="2" type="pic"/>
          </p:nvPr>
        </p:nvSpPr>
        <p:spPr>
          <a:xfrm>
            <a:off x="457200" y="1181567"/>
            <a:ext cx="4064100" cy="3261600"/>
          </a:xfrm>
          <a:prstGeom prst="roundRect">
            <a:avLst>
              <a:gd fmla="val 3945" name="adj"/>
            </a:avLst>
          </a:prstGeom>
          <a:noFill/>
          <a:ln>
            <a:noFill/>
          </a:ln>
        </p:spPr>
      </p:sp>
      <p:sp>
        <p:nvSpPr>
          <p:cNvPr id="594" name="Google Shape;594;g3f9df32ea02_0_814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595" name="Google Shape;595;g3f9df32ea02_0_8148"/>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6" name="Google Shape;596;g3f9df32ea02_0_8148"/>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9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Layout">
  <p:cSld name="10_Title Only">
    <p:spTree>
      <p:nvGrpSpPr>
        <p:cNvPr id="597" name="Shape 597"/>
        <p:cNvGrpSpPr/>
        <p:nvPr/>
      </p:nvGrpSpPr>
      <p:grpSpPr>
        <a:xfrm>
          <a:off x="0" y="0"/>
          <a:ext cx="0" cy="0"/>
          <a:chOff x="0" y="0"/>
          <a:chExt cx="0" cy="0"/>
        </a:xfrm>
      </p:grpSpPr>
      <p:sp>
        <p:nvSpPr>
          <p:cNvPr id="598" name="Google Shape;598;g3f9df32ea02_0_8154"/>
          <p:cNvSpPr txBox="1"/>
          <p:nvPr>
            <p:ph idx="1" type="body"/>
          </p:nvPr>
        </p:nvSpPr>
        <p:spPr>
          <a:xfrm>
            <a:off x="453513"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599" name="Google Shape;599;g3f9df32ea02_0_8154"/>
          <p:cNvSpPr txBox="1"/>
          <p:nvPr>
            <p:ph idx="2" type="body"/>
          </p:nvPr>
        </p:nvSpPr>
        <p:spPr>
          <a:xfrm>
            <a:off x="3086099"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00" name="Google Shape;600;g3f9df32ea02_0_8154"/>
          <p:cNvSpPr txBox="1"/>
          <p:nvPr>
            <p:ph idx="3" type="body"/>
          </p:nvPr>
        </p:nvSpPr>
        <p:spPr>
          <a:xfrm>
            <a:off x="5718688"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01" name="Google Shape;601;g3f9df32ea02_0_815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02" name="Google Shape;602;g3f9df32ea02_0_8154"/>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3" name="Google Shape;603;g3f9df32ea02_0_8154"/>
          <p:cNvSpPr txBox="1"/>
          <p:nvPr>
            <p:ph idx="4"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9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 Layout | Twilight">
  <p:cSld name="10_Title Only_1">
    <p:bg>
      <p:bgPr>
        <a:solidFill>
          <a:schemeClr val="dk1"/>
        </a:solidFill>
      </p:bgPr>
    </p:bg>
    <p:spTree>
      <p:nvGrpSpPr>
        <p:cNvPr id="604" name="Shape 604"/>
        <p:cNvGrpSpPr/>
        <p:nvPr/>
      </p:nvGrpSpPr>
      <p:grpSpPr>
        <a:xfrm>
          <a:off x="0" y="0"/>
          <a:ext cx="0" cy="0"/>
          <a:chOff x="0" y="0"/>
          <a:chExt cx="0" cy="0"/>
        </a:xfrm>
      </p:grpSpPr>
      <p:sp>
        <p:nvSpPr>
          <p:cNvPr id="605" name="Google Shape;605;g3f9df32ea02_0_8161"/>
          <p:cNvSpPr txBox="1"/>
          <p:nvPr>
            <p:ph idx="1" type="body"/>
          </p:nvPr>
        </p:nvSpPr>
        <p:spPr>
          <a:xfrm>
            <a:off x="453513"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06" name="Google Shape;606;g3f9df32ea02_0_8161"/>
          <p:cNvSpPr txBox="1"/>
          <p:nvPr>
            <p:ph idx="2" type="body"/>
          </p:nvPr>
        </p:nvSpPr>
        <p:spPr>
          <a:xfrm>
            <a:off x="3086099"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07" name="Google Shape;607;g3f9df32ea02_0_8161"/>
          <p:cNvSpPr txBox="1"/>
          <p:nvPr>
            <p:ph idx="3" type="body"/>
          </p:nvPr>
        </p:nvSpPr>
        <p:spPr>
          <a:xfrm>
            <a:off x="5718688" y="1267654"/>
            <a:ext cx="2362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08" name="Google Shape;608;g3f9df32ea02_0_816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09" name="Google Shape;609;g3f9df32ea02_0_8161"/>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610" name="Google Shape;610;g3f9df32ea02_0_8161"/>
          <p:cNvSpPr txBox="1"/>
          <p:nvPr>
            <p:ph idx="4"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9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2">
  <p:cSld name="7_Title Only">
    <p:spTree>
      <p:nvGrpSpPr>
        <p:cNvPr id="611" name="Shape 611"/>
        <p:cNvGrpSpPr/>
        <p:nvPr/>
      </p:nvGrpSpPr>
      <p:grpSpPr>
        <a:xfrm>
          <a:off x="0" y="0"/>
          <a:ext cx="0" cy="0"/>
          <a:chOff x="0" y="0"/>
          <a:chExt cx="0" cy="0"/>
        </a:xfrm>
      </p:grpSpPr>
      <p:sp>
        <p:nvSpPr>
          <p:cNvPr id="612" name="Google Shape;612;g3f9df32ea02_0_8168"/>
          <p:cNvSpPr txBox="1"/>
          <p:nvPr>
            <p:ph type="title"/>
          </p:nvPr>
        </p:nvSpPr>
        <p:spPr>
          <a:xfrm>
            <a:off x="4267200" y="284250"/>
            <a:ext cx="45582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3" name="Google Shape;613;g3f9df32ea02_0_8168"/>
          <p:cNvSpPr txBox="1"/>
          <p:nvPr>
            <p:ph idx="1" type="body"/>
          </p:nvPr>
        </p:nvSpPr>
        <p:spPr>
          <a:xfrm>
            <a:off x="4267200" y="1370012"/>
            <a:ext cx="39624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4" name="Google Shape;614;g3f9df32ea02_0_8168"/>
          <p:cNvSpPr/>
          <p:nvPr/>
        </p:nvSpPr>
        <p:spPr>
          <a:xfrm>
            <a:off x="381000" y="897026"/>
            <a:ext cx="762000" cy="226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5" name="Google Shape;615;g3f9df32ea02_0_8168"/>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16" name="Google Shape;616;g3f9df32ea02_0_8168"/>
          <p:cNvSpPr txBox="1"/>
          <p:nvPr>
            <p:ph idx="2" type="subTitle"/>
          </p:nvPr>
        </p:nvSpPr>
        <p:spPr>
          <a:xfrm>
            <a:off x="4267200" y="631950"/>
            <a:ext cx="46944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9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2 1">
  <p:cSld name="7_Title Only_2">
    <p:bg>
      <p:bgPr>
        <a:solidFill>
          <a:schemeClr val="dk1"/>
        </a:solidFill>
      </p:bgPr>
    </p:bg>
    <p:spTree>
      <p:nvGrpSpPr>
        <p:cNvPr id="617" name="Shape 617"/>
        <p:cNvGrpSpPr/>
        <p:nvPr/>
      </p:nvGrpSpPr>
      <p:grpSpPr>
        <a:xfrm>
          <a:off x="0" y="0"/>
          <a:ext cx="0" cy="0"/>
          <a:chOff x="0" y="0"/>
          <a:chExt cx="0" cy="0"/>
        </a:xfrm>
      </p:grpSpPr>
      <p:sp>
        <p:nvSpPr>
          <p:cNvPr id="618" name="Google Shape;618;g3f9df32ea02_0_8174"/>
          <p:cNvSpPr txBox="1"/>
          <p:nvPr>
            <p:ph type="title"/>
          </p:nvPr>
        </p:nvSpPr>
        <p:spPr>
          <a:xfrm>
            <a:off x="4267200" y="284250"/>
            <a:ext cx="45582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619" name="Google Shape;619;g3f9df32ea02_0_8174"/>
          <p:cNvSpPr txBox="1"/>
          <p:nvPr>
            <p:ph idx="1" type="body"/>
          </p:nvPr>
        </p:nvSpPr>
        <p:spPr>
          <a:xfrm>
            <a:off x="4267200" y="1370012"/>
            <a:ext cx="39624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20" name="Google Shape;620;g3f9df32ea02_0_817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21" name="Google Shape;621;g3f9df32ea02_0_8174"/>
          <p:cNvSpPr txBox="1"/>
          <p:nvPr>
            <p:ph idx="2" type="subTitle"/>
          </p:nvPr>
        </p:nvSpPr>
        <p:spPr>
          <a:xfrm>
            <a:off x="4267200" y="631950"/>
            <a:ext cx="38580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10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Left Side Image Right">
  <p:cSld name="7_Title Only_1">
    <p:spTree>
      <p:nvGrpSpPr>
        <p:cNvPr id="622" name="Shape 622"/>
        <p:cNvGrpSpPr/>
        <p:nvPr/>
      </p:nvGrpSpPr>
      <p:grpSpPr>
        <a:xfrm>
          <a:off x="0" y="0"/>
          <a:ext cx="0" cy="0"/>
          <a:chOff x="0" y="0"/>
          <a:chExt cx="0" cy="0"/>
        </a:xfrm>
      </p:grpSpPr>
      <p:sp>
        <p:nvSpPr>
          <p:cNvPr id="623" name="Google Shape;623;g3f9df32ea02_0_8179"/>
          <p:cNvSpPr/>
          <p:nvPr>
            <p:ph idx="2" type="pic"/>
          </p:nvPr>
        </p:nvSpPr>
        <p:spPr>
          <a:xfrm>
            <a:off x="5350350" y="-20975"/>
            <a:ext cx="3793800" cy="5102100"/>
          </a:xfrm>
          <a:prstGeom prst="rect">
            <a:avLst/>
          </a:prstGeom>
          <a:noFill/>
          <a:ln>
            <a:noFill/>
          </a:ln>
        </p:spPr>
      </p:sp>
      <p:sp>
        <p:nvSpPr>
          <p:cNvPr id="624" name="Google Shape;624;g3f9df32ea02_0_8179"/>
          <p:cNvSpPr txBox="1"/>
          <p:nvPr>
            <p:ph idx="1" type="body"/>
          </p:nvPr>
        </p:nvSpPr>
        <p:spPr>
          <a:xfrm>
            <a:off x="457200" y="1267650"/>
            <a:ext cx="40257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25" name="Google Shape;625;g3f9df32ea02_0_8179"/>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26" name="Google Shape;626;g3f9df32ea02_0_817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7" name="Google Shape;627;g3f9df32ea02_0_8179"/>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0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Left Side Image Right | Twilight">
  <p:cSld name="7_Title Only_1_3">
    <p:bg>
      <p:bgPr>
        <a:solidFill>
          <a:schemeClr val="dk1"/>
        </a:solidFill>
      </p:bgPr>
    </p:bg>
    <p:spTree>
      <p:nvGrpSpPr>
        <p:cNvPr id="628" name="Shape 628"/>
        <p:cNvGrpSpPr/>
        <p:nvPr/>
      </p:nvGrpSpPr>
      <p:grpSpPr>
        <a:xfrm>
          <a:off x="0" y="0"/>
          <a:ext cx="0" cy="0"/>
          <a:chOff x="0" y="0"/>
          <a:chExt cx="0" cy="0"/>
        </a:xfrm>
      </p:grpSpPr>
      <p:sp>
        <p:nvSpPr>
          <p:cNvPr id="629" name="Google Shape;629;g3f9df32ea02_0_8185"/>
          <p:cNvSpPr/>
          <p:nvPr>
            <p:ph idx="2" type="pic"/>
          </p:nvPr>
        </p:nvSpPr>
        <p:spPr>
          <a:xfrm>
            <a:off x="5350350" y="-20975"/>
            <a:ext cx="3793800" cy="5102100"/>
          </a:xfrm>
          <a:prstGeom prst="rect">
            <a:avLst/>
          </a:prstGeom>
          <a:noFill/>
          <a:ln>
            <a:noFill/>
          </a:ln>
        </p:spPr>
      </p:sp>
      <p:sp>
        <p:nvSpPr>
          <p:cNvPr id="630" name="Google Shape;630;g3f9df32ea02_0_8185"/>
          <p:cNvSpPr txBox="1"/>
          <p:nvPr>
            <p:ph idx="1" type="body"/>
          </p:nvPr>
        </p:nvSpPr>
        <p:spPr>
          <a:xfrm>
            <a:off x="457200" y="1254859"/>
            <a:ext cx="39624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31" name="Google Shape;631;g3f9df32ea02_0_818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32" name="Google Shape;632;g3f9df32ea02_0_8185"/>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633" name="Google Shape;633;g3f9df32ea02_0_8185"/>
          <p:cNvSpPr txBox="1"/>
          <p:nvPr>
            <p:ph idx="3"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10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Right Side Image Left">
  <p:cSld name="7_Title Only_1_2">
    <p:spTree>
      <p:nvGrpSpPr>
        <p:cNvPr id="634" name="Shape 634"/>
        <p:cNvGrpSpPr/>
        <p:nvPr/>
      </p:nvGrpSpPr>
      <p:grpSpPr>
        <a:xfrm>
          <a:off x="0" y="0"/>
          <a:ext cx="0" cy="0"/>
          <a:chOff x="0" y="0"/>
          <a:chExt cx="0" cy="0"/>
        </a:xfrm>
      </p:grpSpPr>
      <p:sp>
        <p:nvSpPr>
          <p:cNvPr id="635" name="Google Shape;635;g3f9df32ea02_0_8191"/>
          <p:cNvSpPr txBox="1"/>
          <p:nvPr>
            <p:ph type="title"/>
          </p:nvPr>
        </p:nvSpPr>
        <p:spPr>
          <a:xfrm>
            <a:off x="4135300" y="284250"/>
            <a:ext cx="44649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6" name="Google Shape;636;g3f9df32ea02_0_8191"/>
          <p:cNvSpPr txBox="1"/>
          <p:nvPr>
            <p:ph idx="1" type="body"/>
          </p:nvPr>
        </p:nvSpPr>
        <p:spPr>
          <a:xfrm>
            <a:off x="4135300" y="1370000"/>
            <a:ext cx="44649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37" name="Google Shape;637;g3f9df32ea02_0_819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38" name="Google Shape;638;g3f9df32ea02_0_8191"/>
          <p:cNvSpPr/>
          <p:nvPr>
            <p:ph idx="2" type="pic"/>
          </p:nvPr>
        </p:nvSpPr>
        <p:spPr>
          <a:xfrm>
            <a:off x="0" y="-20975"/>
            <a:ext cx="3793800" cy="5102100"/>
          </a:xfrm>
          <a:prstGeom prst="rect">
            <a:avLst/>
          </a:prstGeom>
          <a:noFill/>
          <a:ln>
            <a:noFill/>
          </a:ln>
        </p:spPr>
      </p:sp>
      <p:sp>
        <p:nvSpPr>
          <p:cNvPr id="639" name="Google Shape;639;g3f9df32ea02_0_8191"/>
          <p:cNvSpPr txBox="1"/>
          <p:nvPr>
            <p:ph idx="3" type="subTitle"/>
          </p:nvPr>
        </p:nvSpPr>
        <p:spPr>
          <a:xfrm>
            <a:off x="4135300" y="631950"/>
            <a:ext cx="41058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0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Headline Right Side Image Left | Twilight">
  <p:cSld name="7_Title Only_1_2_1">
    <p:bg>
      <p:bgPr>
        <a:solidFill>
          <a:schemeClr val="dk1"/>
        </a:solidFill>
      </p:bgPr>
    </p:bg>
    <p:spTree>
      <p:nvGrpSpPr>
        <p:cNvPr id="640" name="Shape 640"/>
        <p:cNvGrpSpPr/>
        <p:nvPr/>
      </p:nvGrpSpPr>
      <p:grpSpPr>
        <a:xfrm>
          <a:off x="0" y="0"/>
          <a:ext cx="0" cy="0"/>
          <a:chOff x="0" y="0"/>
          <a:chExt cx="0" cy="0"/>
        </a:xfrm>
      </p:grpSpPr>
      <p:sp>
        <p:nvSpPr>
          <p:cNvPr id="641" name="Google Shape;641;g3f9df32ea02_0_8197"/>
          <p:cNvSpPr txBox="1"/>
          <p:nvPr>
            <p:ph type="title"/>
          </p:nvPr>
        </p:nvSpPr>
        <p:spPr>
          <a:xfrm>
            <a:off x="4135300" y="284250"/>
            <a:ext cx="44649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642" name="Google Shape;642;g3f9df32ea02_0_8197"/>
          <p:cNvSpPr txBox="1"/>
          <p:nvPr>
            <p:ph idx="1" type="body"/>
          </p:nvPr>
        </p:nvSpPr>
        <p:spPr>
          <a:xfrm>
            <a:off x="4135300" y="1370000"/>
            <a:ext cx="44649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43" name="Google Shape;643;g3f9df32ea02_0_819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44" name="Google Shape;644;g3f9df32ea02_0_8197"/>
          <p:cNvSpPr/>
          <p:nvPr>
            <p:ph idx="2" type="pic"/>
          </p:nvPr>
        </p:nvSpPr>
        <p:spPr>
          <a:xfrm>
            <a:off x="0" y="-20975"/>
            <a:ext cx="3793800" cy="5102100"/>
          </a:xfrm>
          <a:prstGeom prst="rect">
            <a:avLst/>
          </a:prstGeom>
          <a:noFill/>
          <a:ln>
            <a:noFill/>
          </a:ln>
        </p:spPr>
      </p:sp>
      <p:sp>
        <p:nvSpPr>
          <p:cNvPr id="645" name="Google Shape;645;g3f9df32ea02_0_8197"/>
          <p:cNvSpPr txBox="1"/>
          <p:nvPr>
            <p:ph idx="3" type="subTitle"/>
          </p:nvPr>
        </p:nvSpPr>
        <p:spPr>
          <a:xfrm>
            <a:off x="4135300" y="631950"/>
            <a:ext cx="32031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0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Image | White">
  <p:cSld name="7_Title Only_1_1">
    <p:spTree>
      <p:nvGrpSpPr>
        <p:cNvPr id="646" name="Shape 646"/>
        <p:cNvGrpSpPr/>
        <p:nvPr/>
      </p:nvGrpSpPr>
      <p:grpSpPr>
        <a:xfrm>
          <a:off x="0" y="0"/>
          <a:ext cx="0" cy="0"/>
          <a:chOff x="0" y="0"/>
          <a:chExt cx="0" cy="0"/>
        </a:xfrm>
      </p:grpSpPr>
      <p:cxnSp>
        <p:nvCxnSpPr>
          <p:cNvPr id="647" name="Google Shape;647;g3f9df32ea02_0_8203"/>
          <p:cNvCxnSpPr/>
          <p:nvPr/>
        </p:nvCxnSpPr>
        <p:spPr>
          <a:xfrm rot="10800000">
            <a:off x="468509" y="3480538"/>
            <a:ext cx="502800" cy="0"/>
          </a:xfrm>
          <a:prstGeom prst="straightConnector1">
            <a:avLst/>
          </a:prstGeom>
          <a:noFill/>
          <a:ln cap="flat" cmpd="sng" w="19050">
            <a:solidFill>
              <a:srgbClr val="FF550C"/>
            </a:solidFill>
            <a:prstDash val="solid"/>
            <a:round/>
            <a:headEnd len="sm" w="sm" type="none"/>
            <a:tailEnd len="sm" w="sm" type="none"/>
          </a:ln>
        </p:spPr>
      </p:cxnSp>
      <p:sp>
        <p:nvSpPr>
          <p:cNvPr id="648" name="Google Shape;648;g3f9df32ea02_0_8203"/>
          <p:cNvSpPr txBox="1"/>
          <p:nvPr>
            <p:ph idx="1" type="body"/>
          </p:nvPr>
        </p:nvSpPr>
        <p:spPr>
          <a:xfrm>
            <a:off x="477625" y="3652682"/>
            <a:ext cx="3962400" cy="687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49" name="Google Shape;649;g3f9df32ea02_0_8203"/>
          <p:cNvSpPr txBox="1"/>
          <p:nvPr>
            <p:ph idx="2" type="body"/>
          </p:nvPr>
        </p:nvSpPr>
        <p:spPr>
          <a:xfrm>
            <a:off x="477625" y="3978509"/>
            <a:ext cx="3962400" cy="324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50" name="Google Shape;650;g3f9df32ea02_0_8203"/>
          <p:cNvSpPr txBox="1"/>
          <p:nvPr>
            <p:ph idx="3" type="body"/>
          </p:nvPr>
        </p:nvSpPr>
        <p:spPr>
          <a:xfrm>
            <a:off x="477625" y="1490884"/>
            <a:ext cx="3725400" cy="1506600"/>
          </a:xfrm>
          <a:prstGeom prst="rect">
            <a:avLst/>
          </a:prstGeom>
          <a:noFill/>
          <a:ln>
            <a:noFill/>
          </a:ln>
        </p:spPr>
        <p:txBody>
          <a:bodyPr anchorCtr="0" anchor="t" bIns="45700" lIns="0" spcFirstLastPara="1" rIns="91425" wrap="square" tIns="45700">
            <a:noAutofit/>
          </a:bodyPr>
          <a:lstStyle>
            <a:lvl1pPr indent="-228600" lvl="0" marL="457200" algn="l">
              <a:lnSpc>
                <a:spcPct val="115000"/>
              </a:lnSpc>
              <a:spcBef>
                <a:spcPts val="0"/>
              </a:spcBef>
              <a:spcAft>
                <a:spcPts val="0"/>
              </a:spcAft>
              <a:buClr>
                <a:srgbClr val="000000"/>
              </a:buClr>
              <a:buSzPts val="2200"/>
              <a:buNone/>
              <a:defRPr sz="1800"/>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651" name="Google Shape;651;g3f9df32ea02_0_8203"/>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52" name="Google Shape;652;g3f9df32ea02_0_8203"/>
          <p:cNvSpPr/>
          <p:nvPr>
            <p:ph idx="4" type="pic"/>
          </p:nvPr>
        </p:nvSpPr>
        <p:spPr>
          <a:xfrm>
            <a:off x="5350350" y="-20975"/>
            <a:ext cx="3793800" cy="5102100"/>
          </a:xfrm>
          <a:prstGeom prst="rect">
            <a:avLst/>
          </a:prstGeom>
          <a:noFill/>
          <a:ln>
            <a:noFill/>
          </a:ln>
        </p:spPr>
      </p:sp>
      <p:sp>
        <p:nvSpPr>
          <p:cNvPr id="653" name="Google Shape;653;g3f9df32ea02_0_8203"/>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4" name="Google Shape;654;g3f9df32ea02_0_8203"/>
          <p:cNvSpPr txBox="1"/>
          <p:nvPr>
            <p:ph idx="5"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0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with Image | Twilight">
  <p:cSld name="7_Title Only_1_1_2">
    <p:bg>
      <p:bgPr>
        <a:solidFill>
          <a:schemeClr val="dk1"/>
        </a:solidFill>
      </p:bgPr>
    </p:bg>
    <p:spTree>
      <p:nvGrpSpPr>
        <p:cNvPr id="655" name="Shape 655"/>
        <p:cNvGrpSpPr/>
        <p:nvPr/>
      </p:nvGrpSpPr>
      <p:grpSpPr>
        <a:xfrm>
          <a:off x="0" y="0"/>
          <a:ext cx="0" cy="0"/>
          <a:chOff x="0" y="0"/>
          <a:chExt cx="0" cy="0"/>
        </a:xfrm>
      </p:grpSpPr>
      <p:cxnSp>
        <p:nvCxnSpPr>
          <p:cNvPr id="656" name="Google Shape;656;g3f9df32ea02_0_8212"/>
          <p:cNvCxnSpPr/>
          <p:nvPr/>
        </p:nvCxnSpPr>
        <p:spPr>
          <a:xfrm rot="10800000">
            <a:off x="457195" y="3480538"/>
            <a:ext cx="502800" cy="0"/>
          </a:xfrm>
          <a:prstGeom prst="straightConnector1">
            <a:avLst/>
          </a:prstGeom>
          <a:noFill/>
          <a:ln cap="flat" cmpd="sng" w="19050">
            <a:solidFill>
              <a:srgbClr val="FF550C"/>
            </a:solidFill>
            <a:prstDash val="solid"/>
            <a:round/>
            <a:headEnd len="sm" w="sm" type="none"/>
            <a:tailEnd len="sm" w="sm" type="none"/>
          </a:ln>
        </p:spPr>
      </p:cxnSp>
      <p:sp>
        <p:nvSpPr>
          <p:cNvPr id="657" name="Google Shape;657;g3f9df32ea02_0_8212"/>
          <p:cNvSpPr txBox="1"/>
          <p:nvPr>
            <p:ph idx="1" type="body"/>
          </p:nvPr>
        </p:nvSpPr>
        <p:spPr>
          <a:xfrm>
            <a:off x="477625" y="3652682"/>
            <a:ext cx="3962400" cy="687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2000"/>
              <a:buFont typeface="Plus Jakarta Sans SemiBold"/>
              <a:buNone/>
              <a:defRPr sz="16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58" name="Google Shape;658;g3f9df32ea02_0_8212"/>
          <p:cNvSpPr txBox="1"/>
          <p:nvPr>
            <p:ph idx="2" type="body"/>
          </p:nvPr>
        </p:nvSpPr>
        <p:spPr>
          <a:xfrm>
            <a:off x="477625" y="3978509"/>
            <a:ext cx="3962400" cy="3240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59" name="Google Shape;659;g3f9df32ea02_0_8212"/>
          <p:cNvSpPr txBox="1"/>
          <p:nvPr>
            <p:ph idx="3" type="body"/>
          </p:nvPr>
        </p:nvSpPr>
        <p:spPr>
          <a:xfrm>
            <a:off x="477625" y="1595988"/>
            <a:ext cx="3725400" cy="1506600"/>
          </a:xfrm>
          <a:prstGeom prst="rect">
            <a:avLst/>
          </a:prstGeom>
          <a:noFill/>
          <a:ln>
            <a:noFill/>
          </a:ln>
        </p:spPr>
        <p:txBody>
          <a:bodyPr anchorCtr="0" anchor="t" bIns="45700" lIns="0" spcFirstLastPara="1" rIns="91425" wrap="square" tIns="45700">
            <a:noAutofit/>
          </a:bodyPr>
          <a:lstStyle>
            <a:lvl1pPr indent="-228600" lvl="0" marL="457200" algn="l">
              <a:lnSpc>
                <a:spcPct val="115000"/>
              </a:lnSpc>
              <a:spcBef>
                <a:spcPts val="0"/>
              </a:spcBef>
              <a:spcAft>
                <a:spcPts val="0"/>
              </a:spcAft>
              <a:buClr>
                <a:schemeClr val="lt1"/>
              </a:buClr>
              <a:buSzPts val="2200"/>
              <a:buNone/>
              <a:defRPr sz="1800">
                <a:solidFill>
                  <a:schemeClr val="lt1"/>
                </a:solidFill>
              </a:defRPr>
            </a:lvl1pPr>
            <a:lvl2pPr indent="-228600" lvl="1" marL="914400" algn="l">
              <a:lnSpc>
                <a:spcPct val="150000"/>
              </a:lnSpc>
              <a:spcBef>
                <a:spcPts val="400"/>
              </a:spcBef>
              <a:spcAft>
                <a:spcPts val="0"/>
              </a:spcAft>
              <a:buClr>
                <a:schemeClr val="lt1"/>
              </a:buClr>
              <a:buSzPts val="2160"/>
              <a:buNone/>
              <a:defRPr>
                <a:solidFill>
                  <a:schemeClr val="lt1"/>
                </a:solidFill>
              </a:defRPr>
            </a:lvl2pPr>
            <a:lvl3pPr indent="-365760" lvl="2" marL="1371600" algn="l">
              <a:lnSpc>
                <a:spcPct val="150000"/>
              </a:lnSpc>
              <a:spcBef>
                <a:spcPts val="360"/>
              </a:spcBef>
              <a:spcAft>
                <a:spcPts val="0"/>
              </a:spcAft>
              <a:buClr>
                <a:schemeClr val="lt1"/>
              </a:buClr>
              <a:buSzPts val="2160"/>
              <a:buChar char="•"/>
              <a:defRPr>
                <a:solidFill>
                  <a:schemeClr val="lt1"/>
                </a:solidFill>
              </a:defRPr>
            </a:lvl3pPr>
            <a:lvl4pPr indent="-342900" lvl="3" marL="1828800" algn="l">
              <a:lnSpc>
                <a:spcPct val="150000"/>
              </a:lnSpc>
              <a:spcBef>
                <a:spcPts val="360"/>
              </a:spcBef>
              <a:spcAft>
                <a:spcPts val="0"/>
              </a:spcAft>
              <a:buClr>
                <a:schemeClr val="lt1"/>
              </a:buClr>
              <a:buSzPts val="1800"/>
              <a:buChar char="–"/>
              <a:defRPr>
                <a:solidFill>
                  <a:schemeClr val="lt1"/>
                </a:solidFill>
              </a:defRPr>
            </a:lvl4pPr>
            <a:lvl5pPr indent="-342900" lvl="4" marL="2286000" algn="l">
              <a:lnSpc>
                <a:spcPct val="150000"/>
              </a:lnSpc>
              <a:spcBef>
                <a:spcPts val="360"/>
              </a:spcBef>
              <a:spcAft>
                <a:spcPts val="0"/>
              </a:spcAft>
              <a:buClr>
                <a:schemeClr val="lt1"/>
              </a:buClr>
              <a:buSzPts val="1800"/>
              <a:buChar char="»"/>
              <a:defRPr>
                <a:solidFill>
                  <a:schemeClr val="lt1"/>
                </a:solidFill>
              </a:defRPr>
            </a:lvl5pPr>
            <a:lvl6pPr indent="-342900" lvl="5" marL="2743200" algn="l">
              <a:lnSpc>
                <a:spcPct val="150000"/>
              </a:lnSpc>
              <a:spcBef>
                <a:spcPts val="360"/>
              </a:spcBef>
              <a:spcAft>
                <a:spcPts val="0"/>
              </a:spcAft>
              <a:buClr>
                <a:schemeClr val="lt1"/>
              </a:buClr>
              <a:buSzPts val="1800"/>
              <a:buChar char="•"/>
              <a:defRPr>
                <a:solidFill>
                  <a:schemeClr val="lt1"/>
                </a:solidFill>
              </a:defRPr>
            </a:lvl6pPr>
            <a:lvl7pPr indent="-342900" lvl="6" marL="3200400" algn="l">
              <a:lnSpc>
                <a:spcPct val="150000"/>
              </a:lnSpc>
              <a:spcBef>
                <a:spcPts val="360"/>
              </a:spcBef>
              <a:spcAft>
                <a:spcPts val="0"/>
              </a:spcAft>
              <a:buClr>
                <a:schemeClr val="lt1"/>
              </a:buClr>
              <a:buSzPts val="1800"/>
              <a:buChar char="•"/>
              <a:defRPr>
                <a:solidFill>
                  <a:schemeClr val="lt1"/>
                </a:solidFill>
              </a:defRPr>
            </a:lvl7pPr>
            <a:lvl8pPr indent="-342900" lvl="7" marL="3657600" algn="l">
              <a:lnSpc>
                <a:spcPct val="150000"/>
              </a:lnSpc>
              <a:spcBef>
                <a:spcPts val="360"/>
              </a:spcBef>
              <a:spcAft>
                <a:spcPts val="0"/>
              </a:spcAft>
              <a:buClr>
                <a:schemeClr val="lt1"/>
              </a:buClr>
              <a:buSzPts val="1800"/>
              <a:buChar char="•"/>
              <a:defRPr>
                <a:solidFill>
                  <a:schemeClr val="lt1"/>
                </a:solidFill>
              </a:defRPr>
            </a:lvl8pPr>
            <a:lvl9pPr indent="-342900" lvl="8" marL="4114800" algn="l">
              <a:lnSpc>
                <a:spcPct val="150000"/>
              </a:lnSpc>
              <a:spcBef>
                <a:spcPts val="360"/>
              </a:spcBef>
              <a:spcAft>
                <a:spcPts val="0"/>
              </a:spcAft>
              <a:buClr>
                <a:schemeClr val="lt1"/>
              </a:buClr>
              <a:buSzPts val="1800"/>
              <a:buChar char="•"/>
              <a:defRPr>
                <a:solidFill>
                  <a:schemeClr val="lt1"/>
                </a:solidFill>
              </a:defRPr>
            </a:lvl9pPr>
          </a:lstStyle>
          <a:p/>
        </p:txBody>
      </p:sp>
      <p:sp>
        <p:nvSpPr>
          <p:cNvPr id="660" name="Google Shape;660;g3f9df32ea02_0_821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61" name="Google Shape;661;g3f9df32ea02_0_8212"/>
          <p:cNvSpPr/>
          <p:nvPr>
            <p:ph idx="4" type="pic"/>
          </p:nvPr>
        </p:nvSpPr>
        <p:spPr>
          <a:xfrm>
            <a:off x="5350350" y="-20975"/>
            <a:ext cx="3793800" cy="5102100"/>
          </a:xfrm>
          <a:prstGeom prst="rect">
            <a:avLst/>
          </a:prstGeom>
          <a:noFill/>
          <a:ln>
            <a:noFill/>
          </a:ln>
        </p:spPr>
      </p:sp>
      <p:sp>
        <p:nvSpPr>
          <p:cNvPr id="662" name="Google Shape;662;g3f9df32ea02_0_8212"/>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3" name="Google Shape;663;g3f9df32ea02_0_8212"/>
          <p:cNvSpPr txBox="1"/>
          <p:nvPr>
            <p:ph idx="5"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10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Twilight">
  <p:cSld name="7_Title Only_1_1_1">
    <p:bg>
      <p:bgPr>
        <a:solidFill>
          <a:schemeClr val="dk1"/>
        </a:solidFill>
      </p:bgPr>
    </p:bg>
    <p:spTree>
      <p:nvGrpSpPr>
        <p:cNvPr id="664" name="Shape 664"/>
        <p:cNvGrpSpPr/>
        <p:nvPr/>
      </p:nvGrpSpPr>
      <p:grpSpPr>
        <a:xfrm>
          <a:off x="0" y="0"/>
          <a:ext cx="0" cy="0"/>
          <a:chOff x="0" y="0"/>
          <a:chExt cx="0" cy="0"/>
        </a:xfrm>
      </p:grpSpPr>
      <p:pic>
        <p:nvPicPr>
          <p:cNvPr id="665" name="Google Shape;665;g3f9df32ea02_0_8221"/>
          <p:cNvPicPr preferRelativeResize="0"/>
          <p:nvPr/>
        </p:nvPicPr>
        <p:blipFill rotWithShape="1">
          <a:blip r:embed="rId2">
            <a:alphaModFix/>
          </a:blip>
          <a:srcRect b="7630" l="0" r="0" t="0"/>
          <a:stretch/>
        </p:blipFill>
        <p:spPr>
          <a:xfrm>
            <a:off x="0" y="4326801"/>
            <a:ext cx="9144000" cy="754400"/>
          </a:xfrm>
          <a:prstGeom prst="rect">
            <a:avLst/>
          </a:prstGeom>
          <a:noFill/>
          <a:ln>
            <a:noFill/>
          </a:ln>
        </p:spPr>
      </p:pic>
      <p:cxnSp>
        <p:nvCxnSpPr>
          <p:cNvPr id="666" name="Google Shape;666;g3f9df32ea02_0_8221"/>
          <p:cNvCxnSpPr/>
          <p:nvPr/>
        </p:nvCxnSpPr>
        <p:spPr>
          <a:xfrm rot="10800000">
            <a:off x="713220" y="1047750"/>
            <a:ext cx="502800" cy="0"/>
          </a:xfrm>
          <a:prstGeom prst="straightConnector1">
            <a:avLst/>
          </a:prstGeom>
          <a:noFill/>
          <a:ln cap="flat" cmpd="sng" w="19050">
            <a:solidFill>
              <a:srgbClr val="FF550C"/>
            </a:solidFill>
            <a:prstDash val="solid"/>
            <a:round/>
            <a:headEnd len="sm" w="sm" type="none"/>
            <a:tailEnd len="sm" w="sm" type="none"/>
          </a:ln>
        </p:spPr>
      </p:cxnSp>
      <p:sp>
        <p:nvSpPr>
          <p:cNvPr id="667" name="Google Shape;667;g3f9df32ea02_0_8221"/>
          <p:cNvSpPr/>
          <p:nvPr/>
        </p:nvSpPr>
        <p:spPr>
          <a:xfrm>
            <a:off x="600100" y="943775"/>
            <a:ext cx="675000" cy="1938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Plus Jakarta Sans"/>
              <a:ea typeface="Plus Jakarta Sans"/>
              <a:cs typeface="Plus Jakarta Sans"/>
              <a:sym typeface="Plus Jakarta Sans"/>
            </a:endParaRPr>
          </a:p>
        </p:txBody>
      </p:sp>
      <p:pic>
        <p:nvPicPr>
          <p:cNvPr id="668" name="Google Shape;668;g3f9df32ea02_0_8221"/>
          <p:cNvPicPr preferRelativeResize="0"/>
          <p:nvPr/>
        </p:nvPicPr>
        <p:blipFill rotWithShape="1">
          <a:blip r:embed="rId3">
            <a:alphaModFix/>
          </a:blip>
          <a:srcRect b="0" l="0" r="0" t="0"/>
          <a:stretch/>
        </p:blipFill>
        <p:spPr>
          <a:xfrm>
            <a:off x="400525" y="572375"/>
            <a:ext cx="753875" cy="608450"/>
          </a:xfrm>
          <a:prstGeom prst="rect">
            <a:avLst/>
          </a:prstGeom>
          <a:noFill/>
          <a:ln>
            <a:noFill/>
          </a:ln>
        </p:spPr>
      </p:pic>
      <p:cxnSp>
        <p:nvCxnSpPr>
          <p:cNvPr id="669" name="Google Shape;669;g3f9df32ea02_0_8221"/>
          <p:cNvCxnSpPr/>
          <p:nvPr/>
        </p:nvCxnSpPr>
        <p:spPr>
          <a:xfrm rot="10800000">
            <a:off x="1818095" y="3384463"/>
            <a:ext cx="502800" cy="0"/>
          </a:xfrm>
          <a:prstGeom prst="straightConnector1">
            <a:avLst/>
          </a:prstGeom>
          <a:noFill/>
          <a:ln cap="flat" cmpd="sng" w="19050">
            <a:solidFill>
              <a:schemeClr val="accent1"/>
            </a:solidFill>
            <a:prstDash val="solid"/>
            <a:round/>
            <a:headEnd len="sm" w="sm" type="none"/>
            <a:tailEnd len="sm" w="sm" type="none"/>
          </a:ln>
        </p:spPr>
      </p:cxnSp>
      <p:sp>
        <p:nvSpPr>
          <p:cNvPr id="670" name="Google Shape;670;g3f9df32ea02_0_8221"/>
          <p:cNvSpPr txBox="1"/>
          <p:nvPr>
            <p:ph idx="1" type="body"/>
          </p:nvPr>
        </p:nvSpPr>
        <p:spPr>
          <a:xfrm>
            <a:off x="1741775" y="3556607"/>
            <a:ext cx="3962400" cy="68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671" name="Google Shape;671;g3f9df32ea02_0_8221"/>
          <p:cNvSpPr txBox="1"/>
          <p:nvPr>
            <p:ph idx="2" type="body"/>
          </p:nvPr>
        </p:nvSpPr>
        <p:spPr>
          <a:xfrm>
            <a:off x="1741775" y="3882434"/>
            <a:ext cx="39624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672" name="Google Shape;672;g3f9df32ea02_0_8221"/>
          <p:cNvSpPr txBox="1"/>
          <p:nvPr>
            <p:ph idx="3" type="body"/>
          </p:nvPr>
        </p:nvSpPr>
        <p:spPr>
          <a:xfrm>
            <a:off x="1741775" y="961075"/>
            <a:ext cx="5686800" cy="2324400"/>
          </a:xfrm>
          <a:prstGeom prst="rect">
            <a:avLst/>
          </a:prstGeom>
          <a:noFill/>
          <a:ln>
            <a:noFill/>
          </a:ln>
        </p:spPr>
        <p:txBody>
          <a:bodyPr anchorCtr="0" anchor="t" bIns="45700" lIns="91425" spcFirstLastPara="1" rIns="91425" wrap="square" tIns="45700">
            <a:noAutofit/>
          </a:bodyPr>
          <a:lstStyle>
            <a:lvl1pPr indent="-228600" lvl="0" marL="457200" algn="l">
              <a:lnSpc>
                <a:spcPct val="115000"/>
              </a:lnSpc>
              <a:spcBef>
                <a:spcPts val="0"/>
              </a:spcBef>
              <a:spcAft>
                <a:spcPts val="0"/>
              </a:spcAft>
              <a:buClr>
                <a:schemeClr val="lt1"/>
              </a:buClr>
              <a:buSzPts val="2900"/>
              <a:buFont typeface="Plus Jakarta Sans SemiBold"/>
              <a:buNone/>
              <a:defRPr sz="25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673" name="Google Shape;673;g3f9df32ea02_0_8221"/>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74" name="Google Shape;674;g3f9df32ea02_0_8221"/>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 </a:t>
            </a:r>
            <a:endParaRPr b="0" i="0" sz="600" u="none" cap="none" strike="noStrike">
              <a:solidFill>
                <a:schemeClr val="lt1"/>
              </a:solidFill>
              <a:latin typeface="Plus Jakarta Sans"/>
              <a:ea typeface="Plus Jakarta Sans"/>
              <a:cs typeface="Plus Jakarta Sans"/>
              <a:sym typeface="Plus Jakarta Sans"/>
            </a:endParaRPr>
          </a:p>
        </p:txBody>
      </p:sp>
      <p:pic>
        <p:nvPicPr>
          <p:cNvPr descr=" " id="675" name="Google Shape;675;g3f9df32ea02_0_8221"/>
          <p:cNvPicPr preferRelativeResize="0"/>
          <p:nvPr/>
        </p:nvPicPr>
        <p:blipFill rotWithShape="1">
          <a:blip r:embed="rId4">
            <a:alphaModFix/>
          </a:blip>
          <a:srcRect b="0" l="0" r="0" t="0"/>
          <a:stretch/>
        </p:blipFill>
        <p:spPr>
          <a:xfrm>
            <a:off x="7553310" y="4766314"/>
            <a:ext cx="1133484" cy="142859"/>
          </a:xfrm>
          <a:prstGeom prst="rect">
            <a:avLst/>
          </a:prstGeom>
          <a:noFill/>
          <a:ln>
            <a:noFill/>
          </a:ln>
        </p:spPr>
      </p:pic>
    </p:spTree>
  </p:cSld>
  <p:clrMapOvr>
    <a:masterClrMapping/>
  </p:clrMapOvr>
  <p:transition spd="slow">
    <p:push/>
  </p:transition>
</p:sldLayout>
</file>

<file path=ppt/slideLayouts/slideLayout10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Orange">
  <p:cSld name="7_Title Only_1_1_1_1">
    <p:bg>
      <p:bgPr>
        <a:solidFill>
          <a:schemeClr val="accent1"/>
        </a:solidFill>
      </p:bgPr>
    </p:bg>
    <p:spTree>
      <p:nvGrpSpPr>
        <p:cNvPr id="676" name="Shape 676"/>
        <p:cNvGrpSpPr/>
        <p:nvPr/>
      </p:nvGrpSpPr>
      <p:grpSpPr>
        <a:xfrm>
          <a:off x="0" y="0"/>
          <a:ext cx="0" cy="0"/>
          <a:chOff x="0" y="0"/>
          <a:chExt cx="0" cy="0"/>
        </a:xfrm>
      </p:grpSpPr>
      <p:pic>
        <p:nvPicPr>
          <p:cNvPr id="677" name="Google Shape;677;g3f9df32ea02_0_8233"/>
          <p:cNvPicPr preferRelativeResize="0"/>
          <p:nvPr/>
        </p:nvPicPr>
        <p:blipFill rotWithShape="1">
          <a:blip r:embed="rId2">
            <a:alphaModFix/>
          </a:blip>
          <a:srcRect b="0" l="0" r="0" t="0"/>
          <a:stretch/>
        </p:blipFill>
        <p:spPr>
          <a:xfrm>
            <a:off x="0" y="4326811"/>
            <a:ext cx="9144000" cy="816678"/>
          </a:xfrm>
          <a:prstGeom prst="rect">
            <a:avLst/>
          </a:prstGeom>
          <a:noFill/>
          <a:ln>
            <a:noFill/>
          </a:ln>
        </p:spPr>
      </p:pic>
      <p:cxnSp>
        <p:nvCxnSpPr>
          <p:cNvPr id="678" name="Google Shape;678;g3f9df32ea02_0_8233"/>
          <p:cNvCxnSpPr/>
          <p:nvPr/>
        </p:nvCxnSpPr>
        <p:spPr>
          <a:xfrm rot="10800000">
            <a:off x="713220" y="1047750"/>
            <a:ext cx="502800" cy="0"/>
          </a:xfrm>
          <a:prstGeom prst="straightConnector1">
            <a:avLst/>
          </a:prstGeom>
          <a:noFill/>
          <a:ln cap="flat" cmpd="sng" w="19050">
            <a:solidFill>
              <a:srgbClr val="FF550C"/>
            </a:solidFill>
            <a:prstDash val="solid"/>
            <a:round/>
            <a:headEnd len="sm" w="sm" type="none"/>
            <a:tailEnd len="sm" w="sm" type="none"/>
          </a:ln>
        </p:spPr>
      </p:cxnSp>
      <p:sp>
        <p:nvSpPr>
          <p:cNvPr id="679" name="Google Shape;679;g3f9df32ea02_0_8233"/>
          <p:cNvSpPr/>
          <p:nvPr/>
        </p:nvSpPr>
        <p:spPr>
          <a:xfrm>
            <a:off x="600100" y="943775"/>
            <a:ext cx="675000" cy="193800"/>
          </a:xfrm>
          <a:prstGeom prst="rect">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Plus Jakarta Sans"/>
              <a:ea typeface="Plus Jakarta Sans"/>
              <a:cs typeface="Plus Jakarta Sans"/>
              <a:sym typeface="Plus Jakarta Sans"/>
            </a:endParaRPr>
          </a:p>
        </p:txBody>
      </p:sp>
      <p:pic>
        <p:nvPicPr>
          <p:cNvPr id="680" name="Google Shape;680;g3f9df32ea02_0_8233"/>
          <p:cNvPicPr preferRelativeResize="0"/>
          <p:nvPr/>
        </p:nvPicPr>
        <p:blipFill rotWithShape="1">
          <a:blip r:embed="rId3">
            <a:alphaModFix/>
          </a:blip>
          <a:srcRect b="0" l="0" r="0" t="0"/>
          <a:stretch/>
        </p:blipFill>
        <p:spPr>
          <a:xfrm>
            <a:off x="400525" y="572375"/>
            <a:ext cx="753875" cy="608450"/>
          </a:xfrm>
          <a:prstGeom prst="rect">
            <a:avLst/>
          </a:prstGeom>
          <a:noFill/>
          <a:ln>
            <a:noFill/>
          </a:ln>
        </p:spPr>
      </p:pic>
      <p:cxnSp>
        <p:nvCxnSpPr>
          <p:cNvPr id="681" name="Google Shape;681;g3f9df32ea02_0_8233"/>
          <p:cNvCxnSpPr/>
          <p:nvPr/>
        </p:nvCxnSpPr>
        <p:spPr>
          <a:xfrm rot="10800000">
            <a:off x="1818095" y="3384463"/>
            <a:ext cx="502800" cy="0"/>
          </a:xfrm>
          <a:prstGeom prst="straightConnector1">
            <a:avLst/>
          </a:prstGeom>
          <a:noFill/>
          <a:ln cap="flat" cmpd="sng" w="19050">
            <a:solidFill>
              <a:schemeClr val="dk1"/>
            </a:solidFill>
            <a:prstDash val="solid"/>
            <a:round/>
            <a:headEnd len="sm" w="sm" type="none"/>
            <a:tailEnd len="sm" w="sm" type="none"/>
          </a:ln>
        </p:spPr>
      </p:cxnSp>
      <p:sp>
        <p:nvSpPr>
          <p:cNvPr id="682" name="Google Shape;682;g3f9df32ea02_0_8233"/>
          <p:cNvSpPr txBox="1"/>
          <p:nvPr>
            <p:ph idx="1" type="body"/>
          </p:nvPr>
        </p:nvSpPr>
        <p:spPr>
          <a:xfrm>
            <a:off x="1741775" y="3556607"/>
            <a:ext cx="3962400" cy="68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2000"/>
              <a:buFont typeface="Plus Jakarta Sans SemiBold"/>
              <a:buNone/>
              <a:defRPr sz="16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83" name="Google Shape;683;g3f9df32ea02_0_8233"/>
          <p:cNvSpPr txBox="1"/>
          <p:nvPr>
            <p:ph idx="2" type="body"/>
          </p:nvPr>
        </p:nvSpPr>
        <p:spPr>
          <a:xfrm>
            <a:off x="1741775" y="3882434"/>
            <a:ext cx="39624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lt1"/>
              </a:buClr>
              <a:buSzPts val="1400"/>
              <a:buNone/>
              <a:defRPr sz="1000">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684" name="Google Shape;684;g3f9df32ea02_0_8233"/>
          <p:cNvSpPr txBox="1"/>
          <p:nvPr>
            <p:ph idx="3" type="body"/>
          </p:nvPr>
        </p:nvSpPr>
        <p:spPr>
          <a:xfrm>
            <a:off x="1741775" y="961075"/>
            <a:ext cx="5686800" cy="2324400"/>
          </a:xfrm>
          <a:prstGeom prst="rect">
            <a:avLst/>
          </a:prstGeom>
          <a:noFill/>
          <a:ln>
            <a:noFill/>
          </a:ln>
        </p:spPr>
        <p:txBody>
          <a:bodyPr anchorCtr="0" anchor="t" bIns="45700" lIns="91425" spcFirstLastPara="1" rIns="91425" wrap="square" tIns="45700">
            <a:noAutofit/>
          </a:bodyPr>
          <a:lstStyle>
            <a:lvl1pPr indent="-228600" lvl="0" marL="457200" algn="l">
              <a:lnSpc>
                <a:spcPct val="115000"/>
              </a:lnSpc>
              <a:spcBef>
                <a:spcPts val="0"/>
              </a:spcBef>
              <a:spcAft>
                <a:spcPts val="0"/>
              </a:spcAft>
              <a:buClr>
                <a:schemeClr val="lt1"/>
              </a:buClr>
              <a:buSzPts val="2900"/>
              <a:buFont typeface="Plus Jakarta Sans SemiBold"/>
              <a:buNone/>
              <a:defRPr sz="2500">
                <a:solidFill>
                  <a:schemeClr val="lt1"/>
                </a:solidFill>
                <a:latin typeface="Plus Jakarta Sans SemiBold"/>
                <a:ea typeface="Plus Jakarta Sans SemiBold"/>
                <a:cs typeface="Plus Jakarta Sans SemiBold"/>
                <a:sym typeface="Plus Jakarta Sans SemiBold"/>
              </a:defRPr>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685" name="Google Shape;685;g3f9df32ea02_0_8233"/>
          <p:cNvSpPr/>
          <p:nvPr/>
        </p:nvSpPr>
        <p:spPr>
          <a:xfrm rot="-5400000">
            <a:off x="4542000" y="539200"/>
            <a:ext cx="73500" cy="9157500"/>
          </a:xfrm>
          <a:prstGeom prst="rect">
            <a:avLst/>
          </a:prstGeom>
          <a:solidFill>
            <a:schemeClr val="lt1"/>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86" name="Google Shape;686;g3f9df32ea02_0_8233"/>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 </a:t>
            </a:r>
            <a:endParaRPr b="0" i="0" sz="600" u="none" cap="none" strike="noStrike">
              <a:solidFill>
                <a:schemeClr val="lt1"/>
              </a:solidFill>
              <a:latin typeface="Plus Jakarta Sans"/>
              <a:ea typeface="Plus Jakarta Sans"/>
              <a:cs typeface="Plus Jakarta Sans"/>
              <a:sym typeface="Plus Jakarta Sans"/>
            </a:endParaRPr>
          </a:p>
        </p:txBody>
      </p:sp>
      <p:pic>
        <p:nvPicPr>
          <p:cNvPr descr=" " id="687" name="Google Shape;687;g3f9df32ea02_0_8233"/>
          <p:cNvPicPr preferRelativeResize="0"/>
          <p:nvPr/>
        </p:nvPicPr>
        <p:blipFill rotWithShape="1">
          <a:blip r:embed="rId4">
            <a:alphaModFix/>
          </a:blip>
          <a:srcRect b="0" l="0" r="0" t="0"/>
          <a:stretch/>
        </p:blipFill>
        <p:spPr>
          <a:xfrm>
            <a:off x="7553310" y="4766314"/>
            <a:ext cx="1133484" cy="142859"/>
          </a:xfrm>
          <a:prstGeom prst="rect">
            <a:avLst/>
          </a:prstGeom>
          <a:noFill/>
          <a:ln>
            <a:noFill/>
          </a:ln>
        </p:spPr>
      </p:pic>
    </p:spTree>
  </p:cSld>
  <p:clrMapOvr>
    <a:masterClrMapping/>
  </p:clrMapOvr>
  <p:transition spd="slow">
    <p:push/>
  </p:transition>
</p:sldLayout>
</file>

<file path=ppt/slideLayouts/slideLayout10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 White">
  <p:cSld name="7_Title Only_1_1_1_1_1">
    <p:bg>
      <p:bgPr>
        <a:solidFill>
          <a:schemeClr val="lt1"/>
        </a:solidFill>
      </p:bgPr>
    </p:bg>
    <p:spTree>
      <p:nvGrpSpPr>
        <p:cNvPr id="688" name="Shape 688"/>
        <p:cNvGrpSpPr/>
        <p:nvPr/>
      </p:nvGrpSpPr>
      <p:grpSpPr>
        <a:xfrm>
          <a:off x="0" y="0"/>
          <a:ext cx="0" cy="0"/>
          <a:chOff x="0" y="0"/>
          <a:chExt cx="0" cy="0"/>
        </a:xfrm>
      </p:grpSpPr>
      <p:pic>
        <p:nvPicPr>
          <p:cNvPr id="689" name="Google Shape;689;g3f9df32ea02_0_8245"/>
          <p:cNvPicPr preferRelativeResize="0"/>
          <p:nvPr/>
        </p:nvPicPr>
        <p:blipFill rotWithShape="1">
          <a:blip r:embed="rId2">
            <a:alphaModFix/>
          </a:blip>
          <a:srcRect b="416" l="0" r="0" t="426"/>
          <a:stretch/>
        </p:blipFill>
        <p:spPr>
          <a:xfrm>
            <a:off x="0" y="4326811"/>
            <a:ext cx="9144000" cy="816678"/>
          </a:xfrm>
          <a:prstGeom prst="rect">
            <a:avLst/>
          </a:prstGeom>
          <a:noFill/>
          <a:ln>
            <a:noFill/>
          </a:ln>
        </p:spPr>
      </p:pic>
      <p:cxnSp>
        <p:nvCxnSpPr>
          <p:cNvPr id="690" name="Google Shape;690;g3f9df32ea02_0_8245"/>
          <p:cNvCxnSpPr/>
          <p:nvPr/>
        </p:nvCxnSpPr>
        <p:spPr>
          <a:xfrm rot="10800000">
            <a:off x="713220" y="1047750"/>
            <a:ext cx="502800" cy="0"/>
          </a:xfrm>
          <a:prstGeom prst="straightConnector1">
            <a:avLst/>
          </a:prstGeom>
          <a:noFill/>
          <a:ln cap="flat" cmpd="sng" w="19050">
            <a:solidFill>
              <a:srgbClr val="FF550C"/>
            </a:solidFill>
            <a:prstDash val="solid"/>
            <a:round/>
            <a:headEnd len="sm" w="sm" type="none"/>
            <a:tailEnd len="sm" w="sm" type="none"/>
          </a:ln>
        </p:spPr>
      </p:cxnSp>
      <p:sp>
        <p:nvSpPr>
          <p:cNvPr id="691" name="Google Shape;691;g3f9df32ea02_0_8245"/>
          <p:cNvSpPr/>
          <p:nvPr/>
        </p:nvSpPr>
        <p:spPr>
          <a:xfrm>
            <a:off x="600100" y="943775"/>
            <a:ext cx="675000" cy="193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accent1"/>
              </a:solidFill>
              <a:latin typeface="Plus Jakarta Sans"/>
              <a:ea typeface="Plus Jakarta Sans"/>
              <a:cs typeface="Plus Jakarta Sans"/>
              <a:sym typeface="Plus Jakarta Sans"/>
            </a:endParaRPr>
          </a:p>
        </p:txBody>
      </p:sp>
      <p:pic>
        <p:nvPicPr>
          <p:cNvPr id="692" name="Google Shape;692;g3f9df32ea02_0_8245"/>
          <p:cNvPicPr preferRelativeResize="0"/>
          <p:nvPr/>
        </p:nvPicPr>
        <p:blipFill rotWithShape="1">
          <a:blip r:embed="rId3">
            <a:alphaModFix/>
          </a:blip>
          <a:srcRect b="0" l="0" r="0" t="0"/>
          <a:stretch/>
        </p:blipFill>
        <p:spPr>
          <a:xfrm>
            <a:off x="400525" y="572375"/>
            <a:ext cx="753875" cy="608450"/>
          </a:xfrm>
          <a:prstGeom prst="rect">
            <a:avLst/>
          </a:prstGeom>
          <a:noFill/>
          <a:ln>
            <a:noFill/>
          </a:ln>
        </p:spPr>
      </p:pic>
      <p:cxnSp>
        <p:nvCxnSpPr>
          <p:cNvPr id="693" name="Google Shape;693;g3f9df32ea02_0_8245"/>
          <p:cNvCxnSpPr/>
          <p:nvPr/>
        </p:nvCxnSpPr>
        <p:spPr>
          <a:xfrm rot="10800000">
            <a:off x="1818095" y="3384463"/>
            <a:ext cx="502800" cy="0"/>
          </a:xfrm>
          <a:prstGeom prst="straightConnector1">
            <a:avLst/>
          </a:prstGeom>
          <a:noFill/>
          <a:ln cap="flat" cmpd="sng" w="19050">
            <a:solidFill>
              <a:schemeClr val="accent1"/>
            </a:solidFill>
            <a:prstDash val="solid"/>
            <a:round/>
            <a:headEnd len="sm" w="sm" type="none"/>
            <a:tailEnd len="sm" w="sm" type="none"/>
          </a:ln>
        </p:spPr>
      </p:cxnSp>
      <p:sp>
        <p:nvSpPr>
          <p:cNvPr id="694" name="Google Shape;694;g3f9df32ea02_0_8245"/>
          <p:cNvSpPr txBox="1"/>
          <p:nvPr>
            <p:ph idx="1" type="body"/>
          </p:nvPr>
        </p:nvSpPr>
        <p:spPr>
          <a:xfrm>
            <a:off x="1741775" y="961075"/>
            <a:ext cx="5692800" cy="2324400"/>
          </a:xfrm>
          <a:prstGeom prst="rect">
            <a:avLst/>
          </a:prstGeom>
          <a:noFill/>
          <a:ln>
            <a:noFill/>
          </a:ln>
        </p:spPr>
        <p:txBody>
          <a:bodyPr anchorCtr="0" anchor="t" bIns="45700" lIns="91425" spcFirstLastPara="1" rIns="91425" wrap="square" tIns="45700">
            <a:noAutofit/>
          </a:bodyPr>
          <a:lstStyle>
            <a:lvl1pPr indent="-228600" lvl="0" marL="457200" algn="l">
              <a:lnSpc>
                <a:spcPct val="115000"/>
              </a:lnSpc>
              <a:spcBef>
                <a:spcPts val="0"/>
              </a:spcBef>
              <a:spcAft>
                <a:spcPts val="0"/>
              </a:spcAft>
              <a:buSzPts val="2900"/>
              <a:buFont typeface="Plus Jakarta Sans SemiBold"/>
              <a:buNone/>
              <a:defRPr sz="2500">
                <a:latin typeface="Plus Jakarta Sans SemiBold"/>
                <a:ea typeface="Plus Jakarta Sans SemiBold"/>
                <a:cs typeface="Plus Jakarta Sans SemiBold"/>
                <a:sym typeface="Plus Jakarta Sans SemiBold"/>
              </a:defRPr>
            </a:lvl1pPr>
            <a:lvl2pPr indent="-228600" lvl="1" marL="914400" algn="l">
              <a:lnSpc>
                <a:spcPct val="150000"/>
              </a:lnSpc>
              <a:spcBef>
                <a:spcPts val="400"/>
              </a:spcBef>
              <a:spcAft>
                <a:spcPts val="0"/>
              </a:spcAft>
              <a:buSzPts val="2160"/>
              <a:buNone/>
              <a:defRPr/>
            </a:lvl2pPr>
            <a:lvl3pPr indent="-365760" lvl="2" marL="1371600" algn="l">
              <a:lnSpc>
                <a:spcPct val="150000"/>
              </a:lnSpc>
              <a:spcBef>
                <a:spcPts val="360"/>
              </a:spcBef>
              <a:spcAft>
                <a:spcPts val="0"/>
              </a:spcAft>
              <a:buSzPts val="2160"/>
              <a:buChar char="•"/>
              <a:defRPr/>
            </a:lvl3pPr>
            <a:lvl4pPr indent="-342900" lvl="3" marL="1828800" algn="l">
              <a:lnSpc>
                <a:spcPct val="150000"/>
              </a:lnSpc>
              <a:spcBef>
                <a:spcPts val="360"/>
              </a:spcBef>
              <a:spcAft>
                <a:spcPts val="0"/>
              </a:spcAft>
              <a:buClr>
                <a:srgbClr val="4E5661"/>
              </a:buClr>
              <a:buSzPts val="1800"/>
              <a:buChar char="–"/>
              <a:defRPr/>
            </a:lvl4pPr>
            <a:lvl5pPr indent="-342900" lvl="4" marL="2286000" algn="l">
              <a:lnSpc>
                <a:spcPct val="150000"/>
              </a:lnSpc>
              <a:spcBef>
                <a:spcPts val="360"/>
              </a:spcBef>
              <a:spcAft>
                <a:spcPts val="0"/>
              </a:spcAft>
              <a:buClr>
                <a:srgbClr val="4E5661"/>
              </a:buClr>
              <a:buSzPts val="1800"/>
              <a:buChar char="»"/>
              <a:defRPr/>
            </a:lvl5pPr>
            <a:lvl6pPr indent="-342900" lvl="5" marL="2743200" algn="l">
              <a:lnSpc>
                <a:spcPct val="150000"/>
              </a:lnSpc>
              <a:spcBef>
                <a:spcPts val="360"/>
              </a:spcBef>
              <a:spcAft>
                <a:spcPts val="0"/>
              </a:spcAft>
              <a:buClr>
                <a:schemeClr val="dk1"/>
              </a:buClr>
              <a:buSzPts val="1800"/>
              <a:buChar char="•"/>
              <a:defRPr/>
            </a:lvl6pPr>
            <a:lvl7pPr indent="-342900" lvl="6" marL="3200400" algn="l">
              <a:lnSpc>
                <a:spcPct val="150000"/>
              </a:lnSpc>
              <a:spcBef>
                <a:spcPts val="360"/>
              </a:spcBef>
              <a:spcAft>
                <a:spcPts val="0"/>
              </a:spcAft>
              <a:buClr>
                <a:schemeClr val="dk1"/>
              </a:buClr>
              <a:buSzPts val="1800"/>
              <a:buChar char="•"/>
              <a:defRPr/>
            </a:lvl7pPr>
            <a:lvl8pPr indent="-342900" lvl="7" marL="3657600" algn="l">
              <a:lnSpc>
                <a:spcPct val="150000"/>
              </a:lnSpc>
              <a:spcBef>
                <a:spcPts val="360"/>
              </a:spcBef>
              <a:spcAft>
                <a:spcPts val="0"/>
              </a:spcAft>
              <a:buClr>
                <a:schemeClr val="dk1"/>
              </a:buClr>
              <a:buSzPts val="1800"/>
              <a:buChar char="•"/>
              <a:defRPr/>
            </a:lvl8pPr>
            <a:lvl9pPr indent="-342900" lvl="8" marL="4114800" algn="l">
              <a:lnSpc>
                <a:spcPct val="150000"/>
              </a:lnSpc>
              <a:spcBef>
                <a:spcPts val="360"/>
              </a:spcBef>
              <a:spcAft>
                <a:spcPts val="0"/>
              </a:spcAft>
              <a:buClr>
                <a:schemeClr val="dk1"/>
              </a:buClr>
              <a:buSzPts val="1800"/>
              <a:buChar char="•"/>
              <a:defRPr/>
            </a:lvl9pPr>
          </a:lstStyle>
          <a:p/>
        </p:txBody>
      </p:sp>
      <p:sp>
        <p:nvSpPr>
          <p:cNvPr id="695" name="Google Shape;695;g3f9df32ea02_0_8245"/>
          <p:cNvSpPr txBox="1"/>
          <p:nvPr>
            <p:ph idx="2" type="body"/>
          </p:nvPr>
        </p:nvSpPr>
        <p:spPr>
          <a:xfrm>
            <a:off x="1741775" y="3556607"/>
            <a:ext cx="3962400" cy="687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2000"/>
              <a:buFont typeface="Plus Jakarta Sans SemiBold"/>
              <a:buNone/>
              <a:defRPr sz="1600">
                <a:solidFill>
                  <a:schemeClr val="accent2"/>
                </a:solidFill>
                <a:latin typeface="Plus Jakarta Sans SemiBold"/>
                <a:ea typeface="Plus Jakarta Sans SemiBold"/>
                <a:cs typeface="Plus Jakarta Sans SemiBold"/>
                <a:sym typeface="Plus Jakarta Sans SemiBold"/>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696" name="Google Shape;696;g3f9df32ea02_0_8245"/>
          <p:cNvSpPr txBox="1"/>
          <p:nvPr>
            <p:ph idx="3" type="body"/>
          </p:nvPr>
        </p:nvSpPr>
        <p:spPr>
          <a:xfrm>
            <a:off x="1741775" y="3882434"/>
            <a:ext cx="3962400" cy="324000"/>
          </a:xfrm>
          <a:prstGeom prst="rect">
            <a:avLst/>
          </a:prstGeom>
          <a:noFill/>
          <a:ln>
            <a:noFill/>
          </a:ln>
        </p:spPr>
        <p:txBody>
          <a:bodyPr anchorCtr="0" anchor="t" bIns="45700" lIns="91425" spcFirstLastPara="1" rIns="91425" wrap="square" tIns="45700">
            <a:noAutofit/>
          </a:bodyPr>
          <a:lstStyle>
            <a:lvl1pPr indent="-228600" lvl="0" marL="457200" algn="l">
              <a:lnSpc>
                <a:spcPct val="100000"/>
              </a:lnSpc>
              <a:spcBef>
                <a:spcPts val="0"/>
              </a:spcBef>
              <a:spcAft>
                <a:spcPts val="0"/>
              </a:spcAft>
              <a:buClr>
                <a:schemeClr val="accent2"/>
              </a:buClr>
              <a:buSzPts val="1400"/>
              <a:buNone/>
              <a:defRPr sz="1000">
                <a:solidFill>
                  <a:schemeClr val="accent2"/>
                </a:solidFill>
              </a:defRPr>
            </a:lvl1pPr>
            <a:lvl2pPr indent="-228600" lvl="1" marL="914400" algn="l">
              <a:lnSpc>
                <a:spcPct val="78888"/>
              </a:lnSpc>
              <a:spcBef>
                <a:spcPts val="400"/>
              </a:spcBef>
              <a:spcAft>
                <a:spcPts val="0"/>
              </a:spcAft>
              <a:buClr>
                <a:schemeClr val="accent2"/>
              </a:buClr>
              <a:buSzPts val="2160"/>
              <a:buNone/>
              <a:defRPr>
                <a:solidFill>
                  <a:schemeClr val="accent2"/>
                </a:solidFill>
              </a:defRPr>
            </a:lvl2pPr>
            <a:lvl3pPr indent="-365760" lvl="2" marL="1371600" algn="l">
              <a:lnSpc>
                <a:spcPct val="100000"/>
              </a:lnSpc>
              <a:spcBef>
                <a:spcPts val="360"/>
              </a:spcBef>
              <a:spcAft>
                <a:spcPts val="0"/>
              </a:spcAft>
              <a:buClr>
                <a:schemeClr val="accent2"/>
              </a:buClr>
              <a:buSzPts val="2160"/>
              <a:buChar char="•"/>
              <a:defRPr>
                <a:solidFill>
                  <a:schemeClr val="accent2"/>
                </a:solidFill>
              </a:defRPr>
            </a:lvl3pPr>
            <a:lvl4pPr indent="-342900" lvl="3" marL="1828800" algn="l">
              <a:lnSpc>
                <a:spcPct val="100000"/>
              </a:lnSpc>
              <a:spcBef>
                <a:spcPts val="360"/>
              </a:spcBef>
              <a:spcAft>
                <a:spcPts val="0"/>
              </a:spcAft>
              <a:buClr>
                <a:schemeClr val="accent2"/>
              </a:buClr>
              <a:buSzPts val="1800"/>
              <a:buChar char="–"/>
              <a:defRPr>
                <a:solidFill>
                  <a:schemeClr val="accent2"/>
                </a:solidFill>
              </a:defRPr>
            </a:lvl4pPr>
            <a:lvl5pPr indent="-342900" lvl="4" marL="2286000" algn="l">
              <a:lnSpc>
                <a:spcPct val="100000"/>
              </a:lnSpc>
              <a:spcBef>
                <a:spcPts val="360"/>
              </a:spcBef>
              <a:spcAft>
                <a:spcPts val="0"/>
              </a:spcAft>
              <a:buClr>
                <a:schemeClr val="accent2"/>
              </a:buClr>
              <a:buSzPts val="1800"/>
              <a:buChar char="»"/>
              <a:defRPr>
                <a:solidFill>
                  <a:schemeClr val="accent2"/>
                </a:solidFill>
              </a:defRPr>
            </a:lvl5pPr>
            <a:lvl6pPr indent="-342900" lvl="5" marL="2743200" algn="l">
              <a:lnSpc>
                <a:spcPct val="100000"/>
              </a:lnSpc>
              <a:spcBef>
                <a:spcPts val="360"/>
              </a:spcBef>
              <a:spcAft>
                <a:spcPts val="0"/>
              </a:spcAft>
              <a:buClr>
                <a:schemeClr val="accent2"/>
              </a:buClr>
              <a:buSzPts val="1800"/>
              <a:buChar char="•"/>
              <a:defRPr>
                <a:solidFill>
                  <a:schemeClr val="accent2"/>
                </a:solidFill>
              </a:defRPr>
            </a:lvl6pPr>
            <a:lvl7pPr indent="-342900" lvl="6" marL="3200400" algn="l">
              <a:lnSpc>
                <a:spcPct val="100000"/>
              </a:lnSpc>
              <a:spcBef>
                <a:spcPts val="360"/>
              </a:spcBef>
              <a:spcAft>
                <a:spcPts val="0"/>
              </a:spcAft>
              <a:buClr>
                <a:schemeClr val="accent2"/>
              </a:buClr>
              <a:buSzPts val="1800"/>
              <a:buChar char="•"/>
              <a:defRPr>
                <a:solidFill>
                  <a:schemeClr val="accent2"/>
                </a:solidFill>
              </a:defRPr>
            </a:lvl7pPr>
            <a:lvl8pPr indent="-342900" lvl="7" marL="3657600" algn="l">
              <a:lnSpc>
                <a:spcPct val="100000"/>
              </a:lnSpc>
              <a:spcBef>
                <a:spcPts val="360"/>
              </a:spcBef>
              <a:spcAft>
                <a:spcPts val="0"/>
              </a:spcAft>
              <a:buClr>
                <a:schemeClr val="accent2"/>
              </a:buClr>
              <a:buSzPts val="1800"/>
              <a:buChar char="•"/>
              <a:defRPr>
                <a:solidFill>
                  <a:schemeClr val="accent2"/>
                </a:solidFill>
              </a:defRPr>
            </a:lvl8pPr>
            <a:lvl9pPr indent="-342900" lvl="8" marL="4114800" algn="l">
              <a:lnSpc>
                <a:spcPct val="100000"/>
              </a:lnSpc>
              <a:spcBef>
                <a:spcPts val="360"/>
              </a:spcBef>
              <a:spcAft>
                <a:spcPts val="0"/>
              </a:spcAft>
              <a:buClr>
                <a:schemeClr val="accent2"/>
              </a:buClr>
              <a:buSzPts val="1800"/>
              <a:buChar char="•"/>
              <a:defRPr>
                <a:solidFill>
                  <a:schemeClr val="accent2"/>
                </a:solidFill>
              </a:defRPr>
            </a:lvl9pPr>
          </a:lstStyle>
          <a:p/>
        </p:txBody>
      </p:sp>
      <p:sp>
        <p:nvSpPr>
          <p:cNvPr id="697" name="Google Shape;697;g3f9df32ea02_0_8245"/>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698" name="Google Shape;698;g3f9df32ea02_0_8245"/>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888892"/>
                </a:solidFill>
                <a:latin typeface="Plus Jakarta Sans"/>
                <a:ea typeface="Plus Jakarta Sans"/>
                <a:cs typeface="Plus Jakarta Sans"/>
                <a:sym typeface="Plus Jakarta Sans"/>
              </a:rPr>
              <a:t>©2026 Cloudera, Inc. All Rights Reserved. </a:t>
            </a:r>
            <a:endParaRPr b="0" i="0" sz="600" u="none" cap="none" strike="noStrike">
              <a:solidFill>
                <a:srgbClr val="888892"/>
              </a:solidFill>
              <a:latin typeface="Plus Jakarta Sans"/>
              <a:ea typeface="Plus Jakarta Sans"/>
              <a:cs typeface="Plus Jakarta Sans"/>
              <a:sym typeface="Plus Jakarta Sans"/>
            </a:endParaRPr>
          </a:p>
        </p:txBody>
      </p:sp>
      <p:pic>
        <p:nvPicPr>
          <p:cNvPr descr=" " id="699" name="Google Shape;699;g3f9df32ea02_0_8245"/>
          <p:cNvPicPr preferRelativeResize="0"/>
          <p:nvPr/>
        </p:nvPicPr>
        <p:blipFill rotWithShape="1">
          <a:blip r:embed="rId4">
            <a:alphaModFix/>
          </a:blip>
          <a:srcRect b="0" l="0" r="0" t="0"/>
          <a:stretch/>
        </p:blipFill>
        <p:spPr>
          <a:xfrm>
            <a:off x="7553310" y="4766314"/>
            <a:ext cx="1133484" cy="142859"/>
          </a:xfrm>
          <a:prstGeom prst="rect">
            <a:avLst/>
          </a:prstGeom>
          <a:noFill/>
          <a:ln>
            <a:noFill/>
          </a:ln>
        </p:spPr>
      </p:pic>
    </p:spTree>
  </p:cSld>
  <p:clrMapOvr>
    <a:masterClrMapping/>
  </p:clrMapOvr>
  <p:transition spd="slow">
    <p:push/>
  </p:transition>
</p:sldLayout>
</file>

<file path=ppt/slideLayouts/slideLayout10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1">
  <p:cSld name="8_Title Only">
    <p:spTree>
      <p:nvGrpSpPr>
        <p:cNvPr id="700" name="Shape 700"/>
        <p:cNvGrpSpPr/>
        <p:nvPr/>
      </p:nvGrpSpPr>
      <p:grpSpPr>
        <a:xfrm>
          <a:off x="0" y="0"/>
          <a:ext cx="0" cy="0"/>
          <a:chOff x="0" y="0"/>
          <a:chExt cx="0" cy="0"/>
        </a:xfrm>
      </p:grpSpPr>
      <p:sp>
        <p:nvSpPr>
          <p:cNvPr id="701" name="Google Shape;701;g3f9df32ea02_0_8257"/>
          <p:cNvSpPr txBox="1"/>
          <p:nvPr>
            <p:ph type="title"/>
          </p:nvPr>
        </p:nvSpPr>
        <p:spPr>
          <a:xfrm>
            <a:off x="5715000" y="284250"/>
            <a:ext cx="40170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2" name="Google Shape;702;g3f9df32ea02_0_8257"/>
          <p:cNvSpPr txBox="1"/>
          <p:nvPr>
            <p:ph idx="1" type="body"/>
          </p:nvPr>
        </p:nvSpPr>
        <p:spPr>
          <a:xfrm>
            <a:off x="5715000" y="1903412"/>
            <a:ext cx="3124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03" name="Google Shape;703;g3f9df32ea02_0_8257"/>
          <p:cNvSpPr/>
          <p:nvPr/>
        </p:nvSpPr>
        <p:spPr>
          <a:xfrm>
            <a:off x="381000" y="0"/>
            <a:ext cx="381000" cy="10272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4" name="Google Shape;704;g3f9df32ea02_0_8257"/>
          <p:cNvSpPr/>
          <p:nvPr/>
        </p:nvSpPr>
        <p:spPr>
          <a:xfrm>
            <a:off x="381000" y="897026"/>
            <a:ext cx="762000" cy="226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5" name="Google Shape;705;g3f9df32ea02_0_825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06" name="Google Shape;706;g3f9df32ea02_0_8257"/>
          <p:cNvSpPr txBox="1"/>
          <p:nvPr>
            <p:ph idx="2" type="subTitle"/>
          </p:nvPr>
        </p:nvSpPr>
        <p:spPr>
          <a:xfrm>
            <a:off x="5715000" y="631950"/>
            <a:ext cx="25428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Layouts/slideLayout1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Body on the Right 1 1">
  <p:cSld name="8_Title Only_1">
    <p:bg>
      <p:bgPr>
        <a:solidFill>
          <a:schemeClr val="dk1"/>
        </a:solidFill>
      </p:bgPr>
    </p:bg>
    <p:spTree>
      <p:nvGrpSpPr>
        <p:cNvPr id="707" name="Shape 707"/>
        <p:cNvGrpSpPr/>
        <p:nvPr/>
      </p:nvGrpSpPr>
      <p:grpSpPr>
        <a:xfrm>
          <a:off x="0" y="0"/>
          <a:ext cx="0" cy="0"/>
          <a:chOff x="0" y="0"/>
          <a:chExt cx="0" cy="0"/>
        </a:xfrm>
      </p:grpSpPr>
      <p:sp>
        <p:nvSpPr>
          <p:cNvPr id="708" name="Google Shape;708;g3f9df32ea02_0_8264"/>
          <p:cNvSpPr txBox="1"/>
          <p:nvPr>
            <p:ph type="title"/>
          </p:nvPr>
        </p:nvSpPr>
        <p:spPr>
          <a:xfrm>
            <a:off x="5715000" y="284250"/>
            <a:ext cx="4563600" cy="6129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sp>
        <p:nvSpPr>
          <p:cNvPr id="709" name="Google Shape;709;g3f9df32ea02_0_8264"/>
          <p:cNvSpPr txBox="1"/>
          <p:nvPr>
            <p:ph idx="1" type="body"/>
          </p:nvPr>
        </p:nvSpPr>
        <p:spPr>
          <a:xfrm>
            <a:off x="5715000" y="1903412"/>
            <a:ext cx="3124200" cy="15066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800"/>
              <a:buNone/>
              <a:defRPr>
                <a:solidFill>
                  <a:schemeClr val="lt1"/>
                </a:solidFill>
              </a:defRPr>
            </a:lvl1pPr>
            <a:lvl2pPr indent="-228600" lvl="1" marL="914400" algn="l">
              <a:lnSpc>
                <a:spcPct val="78888"/>
              </a:lnSpc>
              <a:spcBef>
                <a:spcPts val="400"/>
              </a:spcBef>
              <a:spcAft>
                <a:spcPts val="0"/>
              </a:spcAft>
              <a:buClr>
                <a:schemeClr val="lt1"/>
              </a:buClr>
              <a:buSzPts val="2160"/>
              <a:buNone/>
              <a:defRPr>
                <a:solidFill>
                  <a:schemeClr val="lt1"/>
                </a:solidFill>
              </a:defRPr>
            </a:lvl2pPr>
            <a:lvl3pPr indent="-365760" lvl="2" marL="1371600" algn="l">
              <a:lnSpc>
                <a:spcPct val="100000"/>
              </a:lnSpc>
              <a:spcBef>
                <a:spcPts val="360"/>
              </a:spcBef>
              <a:spcAft>
                <a:spcPts val="0"/>
              </a:spcAft>
              <a:buClr>
                <a:schemeClr val="lt1"/>
              </a:buClr>
              <a:buSzPts val="2160"/>
              <a:buChar char="•"/>
              <a:defRPr>
                <a:solidFill>
                  <a:schemeClr val="lt1"/>
                </a:solidFill>
              </a:defRPr>
            </a:lvl3pPr>
            <a:lvl4pPr indent="-342900" lvl="3" marL="1828800" algn="l">
              <a:lnSpc>
                <a:spcPct val="100000"/>
              </a:lnSpc>
              <a:spcBef>
                <a:spcPts val="360"/>
              </a:spcBef>
              <a:spcAft>
                <a:spcPts val="0"/>
              </a:spcAft>
              <a:buClr>
                <a:schemeClr val="lt1"/>
              </a:buClr>
              <a:buSzPts val="1800"/>
              <a:buChar char="–"/>
              <a:defRPr>
                <a:solidFill>
                  <a:schemeClr val="lt1"/>
                </a:solidFill>
              </a:defRPr>
            </a:lvl4pPr>
            <a:lvl5pPr indent="-342900" lvl="4" marL="2286000" algn="l">
              <a:lnSpc>
                <a:spcPct val="100000"/>
              </a:lnSpc>
              <a:spcBef>
                <a:spcPts val="360"/>
              </a:spcBef>
              <a:spcAft>
                <a:spcPts val="0"/>
              </a:spcAft>
              <a:buClr>
                <a:schemeClr val="lt1"/>
              </a:buClr>
              <a:buSzPts val="1800"/>
              <a:buChar char="»"/>
              <a:defRPr>
                <a:solidFill>
                  <a:schemeClr val="lt1"/>
                </a:solidFill>
              </a:defRPr>
            </a:lvl5pPr>
            <a:lvl6pPr indent="-342900" lvl="5" marL="2743200" algn="l">
              <a:lnSpc>
                <a:spcPct val="100000"/>
              </a:lnSpc>
              <a:spcBef>
                <a:spcPts val="360"/>
              </a:spcBef>
              <a:spcAft>
                <a:spcPts val="0"/>
              </a:spcAft>
              <a:buClr>
                <a:schemeClr val="lt1"/>
              </a:buClr>
              <a:buSzPts val="1800"/>
              <a:buChar char="•"/>
              <a:defRPr>
                <a:solidFill>
                  <a:schemeClr val="lt1"/>
                </a:solidFill>
              </a:defRPr>
            </a:lvl6pPr>
            <a:lvl7pPr indent="-342900" lvl="6" marL="3200400" algn="l">
              <a:lnSpc>
                <a:spcPct val="100000"/>
              </a:lnSpc>
              <a:spcBef>
                <a:spcPts val="360"/>
              </a:spcBef>
              <a:spcAft>
                <a:spcPts val="0"/>
              </a:spcAft>
              <a:buClr>
                <a:schemeClr val="lt1"/>
              </a:buClr>
              <a:buSzPts val="1800"/>
              <a:buChar char="•"/>
              <a:defRPr>
                <a:solidFill>
                  <a:schemeClr val="lt1"/>
                </a:solidFill>
              </a:defRPr>
            </a:lvl7pPr>
            <a:lvl8pPr indent="-342900" lvl="7" marL="3657600" algn="l">
              <a:lnSpc>
                <a:spcPct val="100000"/>
              </a:lnSpc>
              <a:spcBef>
                <a:spcPts val="360"/>
              </a:spcBef>
              <a:spcAft>
                <a:spcPts val="0"/>
              </a:spcAft>
              <a:buClr>
                <a:schemeClr val="lt1"/>
              </a:buClr>
              <a:buSzPts val="1800"/>
              <a:buChar char="•"/>
              <a:defRPr>
                <a:solidFill>
                  <a:schemeClr val="lt1"/>
                </a:solidFill>
              </a:defRPr>
            </a:lvl8pPr>
            <a:lvl9pPr indent="-342900" lvl="8" marL="4114800" algn="l">
              <a:lnSpc>
                <a:spcPct val="100000"/>
              </a:lnSpc>
              <a:spcBef>
                <a:spcPts val="360"/>
              </a:spcBef>
              <a:spcAft>
                <a:spcPts val="0"/>
              </a:spcAft>
              <a:buClr>
                <a:schemeClr val="lt1"/>
              </a:buClr>
              <a:buSzPts val="1800"/>
              <a:buChar char="•"/>
              <a:defRPr>
                <a:solidFill>
                  <a:schemeClr val="lt1"/>
                </a:solidFill>
              </a:defRPr>
            </a:lvl9pPr>
          </a:lstStyle>
          <a:p/>
        </p:txBody>
      </p:sp>
      <p:sp>
        <p:nvSpPr>
          <p:cNvPr id="710" name="Google Shape;710;g3f9df32ea02_0_826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11" name="Google Shape;711;g3f9df32ea02_0_8264"/>
          <p:cNvSpPr txBox="1"/>
          <p:nvPr>
            <p:ph idx="2" type="subTitle"/>
          </p:nvPr>
        </p:nvSpPr>
        <p:spPr>
          <a:xfrm>
            <a:off x="5715000" y="631950"/>
            <a:ext cx="25842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1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range Background Nodes Top Right 2">
  <p:cSld name="32_Title and Content_1">
    <p:bg>
      <p:bgPr>
        <a:solidFill>
          <a:schemeClr val="accent1"/>
        </a:solidFill>
      </p:bgPr>
    </p:bg>
    <p:spTree>
      <p:nvGrpSpPr>
        <p:cNvPr id="712" name="Shape 712"/>
        <p:cNvGrpSpPr/>
        <p:nvPr/>
      </p:nvGrpSpPr>
      <p:grpSpPr>
        <a:xfrm>
          <a:off x="0" y="0"/>
          <a:ext cx="0" cy="0"/>
          <a:chOff x="0" y="0"/>
          <a:chExt cx="0" cy="0"/>
        </a:xfrm>
      </p:grpSpPr>
      <p:sp>
        <p:nvSpPr>
          <p:cNvPr id="713" name="Google Shape;713;g3f9df32ea02_0_8269"/>
          <p:cNvSpPr txBox="1"/>
          <p:nvPr>
            <p:ph idx="1" type="body"/>
          </p:nvPr>
        </p:nvSpPr>
        <p:spPr>
          <a:xfrm>
            <a:off x="457200" y="1264922"/>
            <a:ext cx="70236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400"/>
              <a:buFont typeface="Plus Jakarta Sans"/>
              <a:buNone/>
              <a:defRPr>
                <a:solidFill>
                  <a:schemeClr val="lt1"/>
                </a:solidFill>
              </a:defRPr>
            </a:lvl1pPr>
            <a:lvl2pPr indent="-228600" lvl="1" marL="914400" algn="l">
              <a:lnSpc>
                <a:spcPct val="118333"/>
              </a:lnSpc>
              <a:spcBef>
                <a:spcPts val="400"/>
              </a:spcBef>
              <a:spcAft>
                <a:spcPts val="0"/>
              </a:spcAft>
              <a:buSzPts val="1440"/>
              <a:buFont typeface="Plus Jakarta Sans"/>
              <a:buNone/>
              <a:defRPr>
                <a:solidFill>
                  <a:schemeClr val="lt1"/>
                </a:solidFill>
              </a:defRPr>
            </a:lvl2pPr>
            <a:lvl3pPr indent="-304800" lvl="2" marL="1371600" algn="l">
              <a:lnSpc>
                <a:spcPct val="100000"/>
              </a:lnSpc>
              <a:spcBef>
                <a:spcPts val="200"/>
              </a:spcBef>
              <a:spcAft>
                <a:spcPts val="0"/>
              </a:spcAft>
              <a:buClr>
                <a:schemeClr val="lt1"/>
              </a:buClr>
              <a:buSzPts val="1200"/>
              <a:buChar char="•"/>
              <a:defRPr>
                <a:solidFill>
                  <a:schemeClr val="lt1"/>
                </a:solidFill>
              </a:defRPr>
            </a:lvl3pPr>
            <a:lvl4pPr indent="-292100" lvl="3" marL="1828800" algn="l">
              <a:lnSpc>
                <a:spcPct val="100000"/>
              </a:lnSpc>
              <a:spcBef>
                <a:spcPts val="200"/>
              </a:spcBef>
              <a:spcAft>
                <a:spcPts val="0"/>
              </a:spcAft>
              <a:buClr>
                <a:schemeClr val="lt1"/>
              </a:buClr>
              <a:buSzPts val="1000"/>
              <a:buChar char="–"/>
              <a:defRPr>
                <a:solidFill>
                  <a:schemeClr val="lt1"/>
                </a:solidFill>
              </a:defRPr>
            </a:lvl4pPr>
            <a:lvl5pPr indent="-292100" lvl="4" marL="2286000" algn="l">
              <a:lnSpc>
                <a:spcPct val="100000"/>
              </a:lnSpc>
              <a:spcBef>
                <a:spcPts val="200"/>
              </a:spcBef>
              <a:spcAft>
                <a:spcPts val="0"/>
              </a:spcAft>
              <a:buClr>
                <a:schemeClr val="lt1"/>
              </a:buClr>
              <a:buSzPts val="10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4" name="Google Shape;714;g3f9df32ea02_0_8269"/>
          <p:cNvSpPr/>
          <p:nvPr/>
        </p:nvSpPr>
        <p:spPr>
          <a:xfrm rot="-5400000">
            <a:off x="4542000" y="539200"/>
            <a:ext cx="73500" cy="9157500"/>
          </a:xfrm>
          <a:prstGeom prst="rect">
            <a:avLst/>
          </a:prstGeom>
          <a:solidFill>
            <a:schemeClr val="lt1"/>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15" name="Google Shape;715;g3f9df32ea02_0_8269"/>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Clr>
                <a:schemeClr val="lt1"/>
              </a:buClr>
              <a:buSzPts val="1400"/>
              <a:buNone/>
              <a:defRPr>
                <a:solidFill>
                  <a:schemeClr val="lt1"/>
                </a:solidFill>
              </a:defRPr>
            </a:lvl2pPr>
            <a:lvl3pPr lvl="2" algn="l">
              <a:lnSpc>
                <a:spcPct val="100000"/>
              </a:lnSpc>
              <a:spcBef>
                <a:spcPts val="0"/>
              </a:spcBef>
              <a:spcAft>
                <a:spcPts val="0"/>
              </a:spcAft>
              <a:buClr>
                <a:schemeClr val="lt1"/>
              </a:buClr>
              <a:buSzPts val="1400"/>
              <a:buNone/>
              <a:defRPr>
                <a:solidFill>
                  <a:schemeClr val="lt1"/>
                </a:solidFill>
              </a:defRPr>
            </a:lvl3pPr>
            <a:lvl4pPr lvl="3" algn="l">
              <a:lnSpc>
                <a:spcPct val="100000"/>
              </a:lnSpc>
              <a:spcBef>
                <a:spcPts val="0"/>
              </a:spcBef>
              <a:spcAft>
                <a:spcPts val="0"/>
              </a:spcAft>
              <a:buClr>
                <a:schemeClr val="lt1"/>
              </a:buClr>
              <a:buSzPts val="1400"/>
              <a:buNone/>
              <a:defRPr>
                <a:solidFill>
                  <a:schemeClr val="lt1"/>
                </a:solidFill>
              </a:defRPr>
            </a:lvl4pPr>
            <a:lvl5pPr lvl="4" algn="l">
              <a:lnSpc>
                <a:spcPct val="100000"/>
              </a:lnSpc>
              <a:spcBef>
                <a:spcPts val="0"/>
              </a:spcBef>
              <a:spcAft>
                <a:spcPts val="0"/>
              </a:spcAft>
              <a:buClr>
                <a:schemeClr val="lt1"/>
              </a:buClr>
              <a:buSzPts val="1400"/>
              <a:buNone/>
              <a:defRPr>
                <a:solidFill>
                  <a:schemeClr val="lt1"/>
                </a:solidFill>
              </a:defRPr>
            </a:lvl5pPr>
            <a:lvl6pPr lvl="5" algn="l">
              <a:lnSpc>
                <a:spcPct val="100000"/>
              </a:lnSpc>
              <a:spcBef>
                <a:spcPts val="0"/>
              </a:spcBef>
              <a:spcAft>
                <a:spcPts val="0"/>
              </a:spcAft>
              <a:buClr>
                <a:schemeClr val="lt1"/>
              </a:buClr>
              <a:buSzPts val="1400"/>
              <a:buNone/>
              <a:defRPr>
                <a:solidFill>
                  <a:schemeClr val="lt1"/>
                </a:solidFill>
              </a:defRPr>
            </a:lvl6pPr>
            <a:lvl7pPr lvl="6" algn="l">
              <a:lnSpc>
                <a:spcPct val="100000"/>
              </a:lnSpc>
              <a:spcBef>
                <a:spcPts val="0"/>
              </a:spcBef>
              <a:spcAft>
                <a:spcPts val="0"/>
              </a:spcAft>
              <a:buClr>
                <a:schemeClr val="lt1"/>
              </a:buClr>
              <a:buSzPts val="1400"/>
              <a:buNone/>
              <a:defRPr>
                <a:solidFill>
                  <a:schemeClr val="lt1"/>
                </a:solidFill>
              </a:defRPr>
            </a:lvl7pPr>
            <a:lvl8pPr lvl="7" algn="l">
              <a:lnSpc>
                <a:spcPct val="100000"/>
              </a:lnSpc>
              <a:spcBef>
                <a:spcPts val="0"/>
              </a:spcBef>
              <a:spcAft>
                <a:spcPts val="0"/>
              </a:spcAft>
              <a:buClr>
                <a:schemeClr val="lt1"/>
              </a:buClr>
              <a:buSzPts val="1400"/>
              <a:buNone/>
              <a:defRPr>
                <a:solidFill>
                  <a:schemeClr val="lt1"/>
                </a:solidFill>
              </a:defRPr>
            </a:lvl8pPr>
            <a:lvl9pPr lvl="8" algn="l">
              <a:lnSpc>
                <a:spcPct val="100000"/>
              </a:lnSpc>
              <a:spcBef>
                <a:spcPts val="0"/>
              </a:spcBef>
              <a:spcAft>
                <a:spcPts val="0"/>
              </a:spcAft>
              <a:buClr>
                <a:schemeClr val="lt1"/>
              </a:buClr>
              <a:buSzPts val="1400"/>
              <a:buNone/>
              <a:defRPr>
                <a:solidFill>
                  <a:schemeClr val="lt1"/>
                </a:solidFill>
              </a:defRPr>
            </a:lvl9pPr>
          </a:lstStyle>
          <a:p/>
        </p:txBody>
      </p:sp>
      <p:pic>
        <p:nvPicPr>
          <p:cNvPr id="716" name="Google Shape;716;g3f9df32ea02_0_8269"/>
          <p:cNvPicPr preferRelativeResize="0"/>
          <p:nvPr/>
        </p:nvPicPr>
        <p:blipFill rotWithShape="1">
          <a:blip r:embed="rId2">
            <a:alphaModFix amt="30000"/>
          </a:blip>
          <a:srcRect b="0" l="0" r="0" t="0"/>
          <a:stretch/>
        </p:blipFill>
        <p:spPr>
          <a:xfrm>
            <a:off x="7611575" y="0"/>
            <a:ext cx="1532425" cy="3244899"/>
          </a:xfrm>
          <a:prstGeom prst="rect">
            <a:avLst/>
          </a:prstGeom>
          <a:noFill/>
          <a:ln>
            <a:noFill/>
          </a:ln>
        </p:spPr>
      </p:pic>
      <p:sp>
        <p:nvSpPr>
          <p:cNvPr id="717" name="Google Shape;717;g3f9df32ea02_0_8269"/>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chemeClr val="lt1"/>
                </a:solidFill>
                <a:latin typeface="Plus Jakarta Sans"/>
                <a:ea typeface="Plus Jakarta Sans"/>
                <a:cs typeface="Plus Jakarta Sans"/>
                <a:sym typeface="Plus Jakarta Sans"/>
              </a:rPr>
              <a:t>©2026 Cloudera, Inc. All Rights Reserved. </a:t>
            </a:r>
            <a:endParaRPr b="0" i="0" sz="600" u="none" cap="none" strike="noStrike">
              <a:solidFill>
                <a:schemeClr val="lt1"/>
              </a:solidFill>
              <a:latin typeface="Plus Jakarta Sans"/>
              <a:ea typeface="Plus Jakarta Sans"/>
              <a:cs typeface="Plus Jakarta Sans"/>
              <a:sym typeface="Plus Jakarta Sans"/>
            </a:endParaRPr>
          </a:p>
        </p:txBody>
      </p:sp>
      <p:pic>
        <p:nvPicPr>
          <p:cNvPr descr=" " id="718" name="Google Shape;718;g3f9df32ea02_0_8269"/>
          <p:cNvPicPr preferRelativeResize="0"/>
          <p:nvPr/>
        </p:nvPicPr>
        <p:blipFill rotWithShape="1">
          <a:blip r:embed="rId3">
            <a:alphaModFix/>
          </a:blip>
          <a:srcRect b="0" l="0" r="0" t="0"/>
          <a:stretch/>
        </p:blipFill>
        <p:spPr>
          <a:xfrm>
            <a:off x="7553310" y="4766314"/>
            <a:ext cx="1133484" cy="142859"/>
          </a:xfrm>
          <a:prstGeom prst="rect">
            <a:avLst/>
          </a:prstGeom>
          <a:noFill/>
          <a:ln>
            <a:noFill/>
          </a:ln>
        </p:spPr>
      </p:pic>
      <p:sp>
        <p:nvSpPr>
          <p:cNvPr id="719" name="Google Shape;719;g3f9df32ea02_0_8269"/>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1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ilight Background Nodes Top Right 2">
  <p:cSld name="41_Title and Content_1">
    <p:bg>
      <p:bgPr>
        <a:solidFill>
          <a:schemeClr val="dk1"/>
        </a:solidFill>
      </p:bgPr>
    </p:bg>
    <p:spTree>
      <p:nvGrpSpPr>
        <p:cNvPr id="720" name="Shape 720"/>
        <p:cNvGrpSpPr/>
        <p:nvPr/>
      </p:nvGrpSpPr>
      <p:grpSpPr>
        <a:xfrm>
          <a:off x="0" y="0"/>
          <a:ext cx="0" cy="0"/>
          <a:chOff x="0" y="0"/>
          <a:chExt cx="0" cy="0"/>
        </a:xfrm>
      </p:grpSpPr>
      <p:sp>
        <p:nvSpPr>
          <p:cNvPr id="721" name="Google Shape;721;g3f9df32ea02_0_8277"/>
          <p:cNvSpPr txBox="1"/>
          <p:nvPr>
            <p:ph idx="1" type="body"/>
          </p:nvPr>
        </p:nvSpPr>
        <p:spPr>
          <a:xfrm>
            <a:off x="457200" y="1370025"/>
            <a:ext cx="6972900" cy="32622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chemeClr val="lt1"/>
              </a:buClr>
              <a:buSzPts val="1400"/>
              <a:buFont typeface="Plus Jakarta Sans"/>
              <a:buNone/>
              <a:defRPr>
                <a:solidFill>
                  <a:schemeClr val="lt1"/>
                </a:solidFill>
              </a:defRPr>
            </a:lvl1pPr>
            <a:lvl2pPr indent="-228600" lvl="1" marL="914400" algn="l">
              <a:lnSpc>
                <a:spcPct val="118333"/>
              </a:lnSpc>
              <a:spcBef>
                <a:spcPts val="400"/>
              </a:spcBef>
              <a:spcAft>
                <a:spcPts val="0"/>
              </a:spcAft>
              <a:buSzPts val="1440"/>
              <a:buFont typeface="Plus Jakarta Sans"/>
              <a:buNone/>
              <a:defRPr>
                <a:solidFill>
                  <a:schemeClr val="lt1"/>
                </a:solidFill>
              </a:defRPr>
            </a:lvl2pPr>
            <a:lvl3pPr indent="-304800" lvl="2" marL="1371600" algn="l">
              <a:lnSpc>
                <a:spcPct val="100000"/>
              </a:lnSpc>
              <a:spcBef>
                <a:spcPts val="200"/>
              </a:spcBef>
              <a:spcAft>
                <a:spcPts val="0"/>
              </a:spcAft>
              <a:buClr>
                <a:schemeClr val="lt1"/>
              </a:buClr>
              <a:buSzPts val="1200"/>
              <a:buChar char="•"/>
              <a:defRPr>
                <a:solidFill>
                  <a:schemeClr val="lt1"/>
                </a:solidFill>
              </a:defRPr>
            </a:lvl3pPr>
            <a:lvl4pPr indent="-292100" lvl="3" marL="1828800" algn="l">
              <a:lnSpc>
                <a:spcPct val="100000"/>
              </a:lnSpc>
              <a:spcBef>
                <a:spcPts val="200"/>
              </a:spcBef>
              <a:spcAft>
                <a:spcPts val="0"/>
              </a:spcAft>
              <a:buClr>
                <a:schemeClr val="lt1"/>
              </a:buClr>
              <a:buSzPts val="1000"/>
              <a:buChar char="–"/>
              <a:defRPr>
                <a:solidFill>
                  <a:schemeClr val="lt1"/>
                </a:solidFill>
              </a:defRPr>
            </a:lvl4pPr>
            <a:lvl5pPr indent="-292100" lvl="4" marL="2286000" algn="l">
              <a:lnSpc>
                <a:spcPct val="100000"/>
              </a:lnSpc>
              <a:spcBef>
                <a:spcPts val="200"/>
              </a:spcBef>
              <a:spcAft>
                <a:spcPts val="0"/>
              </a:spcAft>
              <a:buClr>
                <a:schemeClr val="lt1"/>
              </a:buClr>
              <a:buSzPts val="1000"/>
              <a:buChar char="»"/>
              <a:defRPr>
                <a:solidFill>
                  <a:schemeClr val="lt1"/>
                </a:solidFill>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22" name="Google Shape;722;g3f9df32ea02_0_8277"/>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23" name="Google Shape;723;g3f9df32ea02_0_8277"/>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pic>
        <p:nvPicPr>
          <p:cNvPr id="724" name="Google Shape;724;g3f9df32ea02_0_8277"/>
          <p:cNvPicPr preferRelativeResize="0"/>
          <p:nvPr/>
        </p:nvPicPr>
        <p:blipFill rotWithShape="1">
          <a:blip r:embed="rId2">
            <a:alphaModFix/>
          </a:blip>
          <a:srcRect b="0" l="0" r="0" t="0"/>
          <a:stretch/>
        </p:blipFill>
        <p:spPr>
          <a:xfrm>
            <a:off x="7611575" y="0"/>
            <a:ext cx="1532425" cy="3244899"/>
          </a:xfrm>
          <a:prstGeom prst="rect">
            <a:avLst/>
          </a:prstGeom>
          <a:noFill/>
          <a:ln>
            <a:noFill/>
          </a:ln>
        </p:spPr>
      </p:pic>
      <p:sp>
        <p:nvSpPr>
          <p:cNvPr id="725" name="Google Shape;725;g3f9df32ea02_0_8277"/>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1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_rounded">
  <p:cSld name="15_Title Only_1_2">
    <p:spTree>
      <p:nvGrpSpPr>
        <p:cNvPr id="726" name="Shape 726"/>
        <p:cNvGrpSpPr/>
        <p:nvPr/>
      </p:nvGrpSpPr>
      <p:grpSpPr>
        <a:xfrm>
          <a:off x="0" y="0"/>
          <a:ext cx="0" cy="0"/>
          <a:chOff x="0" y="0"/>
          <a:chExt cx="0" cy="0"/>
        </a:xfrm>
      </p:grpSpPr>
      <p:sp>
        <p:nvSpPr>
          <p:cNvPr id="727" name="Google Shape;727;g3f9df32ea02_0_8283"/>
          <p:cNvSpPr/>
          <p:nvPr/>
        </p:nvSpPr>
        <p:spPr>
          <a:xfrm>
            <a:off x="-20225" y="5039775"/>
            <a:ext cx="9177600" cy="103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728" name="Google Shape;728;g3f9df32ea02_0_8283"/>
          <p:cNvSpPr/>
          <p:nvPr/>
        </p:nvSpPr>
        <p:spPr>
          <a:xfrm>
            <a:off x="526900" y="976075"/>
            <a:ext cx="709200" cy="18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descr=" " id="729" name="Google Shape;729;g3f9df32ea02_0_8283"/>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
        <p:nvSpPr>
          <p:cNvPr id="730" name="Google Shape;730;g3f9df32ea02_0_8283"/>
          <p:cNvSpPr/>
          <p:nvPr>
            <p:ph idx="2" type="pic"/>
          </p:nvPr>
        </p:nvSpPr>
        <p:spPr>
          <a:xfrm>
            <a:off x="103350" y="81900"/>
            <a:ext cx="8950800" cy="4979700"/>
          </a:xfrm>
          <a:prstGeom prst="roundRect">
            <a:avLst>
              <a:gd fmla="val 3798" name="adj"/>
            </a:avLst>
          </a:prstGeom>
          <a:noFill/>
          <a:ln>
            <a:noFill/>
          </a:ln>
        </p:spPr>
      </p:sp>
    </p:spTree>
  </p:cSld>
  <p:clrMapOvr>
    <a:masterClrMapping/>
  </p:clrMapOvr>
  <p:transition spd="slow">
    <p:push/>
  </p:transition>
</p:sldLayout>
</file>

<file path=ppt/slideLayouts/slideLayout1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ull image_bleed">
  <p:cSld name="15_Title Only_1_2_1">
    <p:spTree>
      <p:nvGrpSpPr>
        <p:cNvPr id="731" name="Shape 731"/>
        <p:cNvGrpSpPr/>
        <p:nvPr/>
      </p:nvGrpSpPr>
      <p:grpSpPr>
        <a:xfrm>
          <a:off x="0" y="0"/>
          <a:ext cx="0" cy="0"/>
          <a:chOff x="0" y="0"/>
          <a:chExt cx="0" cy="0"/>
        </a:xfrm>
      </p:grpSpPr>
      <p:sp>
        <p:nvSpPr>
          <p:cNvPr id="732" name="Google Shape;732;g3f9df32ea02_0_8288"/>
          <p:cNvSpPr/>
          <p:nvPr/>
        </p:nvSpPr>
        <p:spPr>
          <a:xfrm>
            <a:off x="526900" y="976075"/>
            <a:ext cx="709200" cy="189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pic>
        <p:nvPicPr>
          <p:cNvPr descr=" " id="733" name="Google Shape;733;g3f9df32ea02_0_8288"/>
          <p:cNvPicPr preferRelativeResize="0"/>
          <p:nvPr/>
        </p:nvPicPr>
        <p:blipFill rotWithShape="1">
          <a:blip r:embed="rId2">
            <a:alphaModFix/>
          </a:blip>
          <a:srcRect b="0" l="0" r="0" t="0"/>
          <a:stretch/>
        </p:blipFill>
        <p:spPr>
          <a:xfrm>
            <a:off x="7382610" y="4766314"/>
            <a:ext cx="1133484" cy="142859"/>
          </a:xfrm>
          <a:prstGeom prst="rect">
            <a:avLst/>
          </a:prstGeom>
          <a:noFill/>
          <a:ln>
            <a:noFill/>
          </a:ln>
        </p:spPr>
      </p:pic>
      <p:sp>
        <p:nvSpPr>
          <p:cNvPr id="734" name="Google Shape;734;g3f9df32ea02_0_8288"/>
          <p:cNvSpPr/>
          <p:nvPr>
            <p:ph idx="2" type="pic"/>
          </p:nvPr>
        </p:nvSpPr>
        <p:spPr>
          <a:xfrm>
            <a:off x="-6700" y="325"/>
            <a:ext cx="9144000" cy="5143500"/>
          </a:xfrm>
          <a:prstGeom prst="rect">
            <a:avLst/>
          </a:prstGeom>
          <a:noFill/>
          <a:ln>
            <a:noFill/>
          </a:ln>
        </p:spPr>
      </p:sp>
    </p:spTree>
  </p:cSld>
  <p:clrMapOvr>
    <a:masterClrMapping/>
  </p:clrMapOvr>
  <p:transition spd="slow">
    <p:push/>
  </p:transition>
</p:sldLayout>
</file>

<file path=ppt/slideLayouts/slideLayout1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logo 1">
  <p:cSld name="15_Title Only_1_1">
    <p:bg>
      <p:bgPr>
        <a:solidFill>
          <a:schemeClr val="dk1"/>
        </a:solidFill>
      </p:bgPr>
    </p:bg>
    <p:spTree>
      <p:nvGrpSpPr>
        <p:cNvPr id="735" name="Shape 735"/>
        <p:cNvGrpSpPr/>
        <p:nvPr/>
      </p:nvGrpSpPr>
      <p:grpSpPr>
        <a:xfrm>
          <a:off x="0" y="0"/>
          <a:ext cx="0" cy="0"/>
          <a:chOff x="0" y="0"/>
          <a:chExt cx="0" cy="0"/>
        </a:xfrm>
      </p:grpSpPr>
      <p:sp>
        <p:nvSpPr>
          <p:cNvPr id="736" name="Google Shape;736;g3f9df32ea02_0_829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1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 title | Twilight 3">
  <p:cSld name="6_Title Only_2_3_4">
    <p:bg>
      <p:bgPr>
        <a:solidFill>
          <a:schemeClr val="accent3"/>
        </a:solidFill>
      </p:bgPr>
    </p:bg>
    <p:spTree>
      <p:nvGrpSpPr>
        <p:cNvPr id="737" name="Shape 737"/>
        <p:cNvGrpSpPr/>
        <p:nvPr/>
      </p:nvGrpSpPr>
      <p:grpSpPr>
        <a:xfrm>
          <a:off x="0" y="0"/>
          <a:ext cx="0" cy="0"/>
          <a:chOff x="0" y="0"/>
          <a:chExt cx="0" cy="0"/>
        </a:xfrm>
      </p:grpSpPr>
      <p:sp>
        <p:nvSpPr>
          <p:cNvPr id="738" name="Google Shape;738;g3f9df32ea02_0_8294"/>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Tree>
  </p:cSld>
  <p:clrMapOvr>
    <a:masterClrMapping/>
  </p:clrMapOvr>
  <p:transition spd="slow">
    <p:push/>
  </p:transition>
</p:sldLayout>
</file>

<file path=ppt/slideLayouts/slideLayout1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Twilight 3 1">
  <p:cSld name="6_Title Only_2_3_4_1">
    <p:bg>
      <p:bgPr>
        <a:solidFill>
          <a:schemeClr val="accent3"/>
        </a:solidFill>
      </p:bgPr>
    </p:bg>
    <p:spTree>
      <p:nvGrpSpPr>
        <p:cNvPr id="739" name="Shape 739"/>
        <p:cNvGrpSpPr/>
        <p:nvPr/>
      </p:nvGrpSpPr>
      <p:grpSpPr>
        <a:xfrm>
          <a:off x="0" y="0"/>
          <a:ext cx="0" cy="0"/>
          <a:chOff x="0" y="0"/>
          <a:chExt cx="0" cy="0"/>
        </a:xfrm>
      </p:grpSpPr>
      <p:sp>
        <p:nvSpPr>
          <p:cNvPr id="740" name="Google Shape;740;g3f9df32ea02_0_8296"/>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sp>
        <p:nvSpPr>
          <p:cNvPr id="741" name="Google Shape;741;g3f9df32ea02_0_8296"/>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chemeClr val="lt1"/>
              </a:buClr>
              <a:buSzPts val="2000"/>
              <a:buNone/>
              <a:defRPr>
                <a:solidFill>
                  <a:schemeClr val="l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2" name="Google Shape;742;g3f9df32ea02_0_8296"/>
          <p:cNvSpPr txBox="1"/>
          <p:nvPr>
            <p:ph idx="1"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lt1"/>
              </a:buClr>
              <a:buSzPts val="1100"/>
              <a:buFont typeface="Plus Jakarta Sans SemiBold"/>
              <a:buNone/>
              <a:defRPr sz="1100">
                <a:solidFill>
                  <a:schemeClr val="lt1"/>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Clr>
                <a:schemeClr val="lt1"/>
              </a:buClr>
              <a:buSzPts val="1440"/>
              <a:buNone/>
              <a:defRPr>
                <a:solidFill>
                  <a:schemeClr val="lt1"/>
                </a:solidFill>
              </a:defRPr>
            </a:lvl2pPr>
            <a:lvl3pPr lvl="2" algn="l">
              <a:lnSpc>
                <a:spcPct val="100000"/>
              </a:lnSpc>
              <a:spcBef>
                <a:spcPts val="200"/>
              </a:spcBef>
              <a:spcAft>
                <a:spcPts val="0"/>
              </a:spcAft>
              <a:buClr>
                <a:schemeClr val="lt1"/>
              </a:buClr>
              <a:buSzPts val="1200"/>
              <a:buNone/>
              <a:defRPr>
                <a:solidFill>
                  <a:schemeClr val="lt1"/>
                </a:solidFill>
              </a:defRPr>
            </a:lvl3pPr>
            <a:lvl4pPr lvl="3" algn="l">
              <a:lnSpc>
                <a:spcPct val="100000"/>
              </a:lnSpc>
              <a:spcBef>
                <a:spcPts val="200"/>
              </a:spcBef>
              <a:spcAft>
                <a:spcPts val="0"/>
              </a:spcAft>
              <a:buClr>
                <a:schemeClr val="lt1"/>
              </a:buClr>
              <a:buSzPts val="1000"/>
              <a:buNone/>
              <a:defRPr>
                <a:solidFill>
                  <a:schemeClr val="lt1"/>
                </a:solidFill>
              </a:defRPr>
            </a:lvl4pPr>
            <a:lvl5pPr lvl="4" algn="l">
              <a:lnSpc>
                <a:spcPct val="100000"/>
              </a:lnSpc>
              <a:spcBef>
                <a:spcPts val="200"/>
              </a:spcBef>
              <a:spcAft>
                <a:spcPts val="0"/>
              </a:spcAft>
              <a:buClr>
                <a:schemeClr val="lt1"/>
              </a:buClr>
              <a:buSzPts val="1000"/>
              <a:buNone/>
              <a:defRPr>
                <a:solidFill>
                  <a:schemeClr val="lt1"/>
                </a:solidFill>
              </a:defRPr>
            </a:lvl5pPr>
            <a:lvl6pPr lvl="5" algn="l">
              <a:lnSpc>
                <a:spcPct val="100000"/>
              </a:lnSpc>
              <a:spcBef>
                <a:spcPts val="400"/>
              </a:spcBef>
              <a:spcAft>
                <a:spcPts val="0"/>
              </a:spcAft>
              <a:buClr>
                <a:schemeClr val="lt1"/>
              </a:buClr>
              <a:buSzPts val="2000"/>
              <a:buNone/>
              <a:defRPr>
                <a:solidFill>
                  <a:schemeClr val="lt1"/>
                </a:solidFill>
              </a:defRPr>
            </a:lvl6pPr>
            <a:lvl7pPr lvl="6" algn="l">
              <a:lnSpc>
                <a:spcPct val="100000"/>
              </a:lnSpc>
              <a:spcBef>
                <a:spcPts val="400"/>
              </a:spcBef>
              <a:spcAft>
                <a:spcPts val="0"/>
              </a:spcAft>
              <a:buClr>
                <a:schemeClr val="lt1"/>
              </a:buClr>
              <a:buSzPts val="2000"/>
              <a:buNone/>
              <a:defRPr>
                <a:solidFill>
                  <a:schemeClr val="lt1"/>
                </a:solidFill>
              </a:defRPr>
            </a:lvl7pPr>
            <a:lvl8pPr lvl="7" algn="l">
              <a:lnSpc>
                <a:spcPct val="100000"/>
              </a:lnSpc>
              <a:spcBef>
                <a:spcPts val="400"/>
              </a:spcBef>
              <a:spcAft>
                <a:spcPts val="0"/>
              </a:spcAft>
              <a:buClr>
                <a:schemeClr val="lt1"/>
              </a:buClr>
              <a:buSzPts val="2000"/>
              <a:buNone/>
              <a:defRPr>
                <a:solidFill>
                  <a:schemeClr val="lt1"/>
                </a:solidFill>
              </a:defRPr>
            </a:lvl8pPr>
            <a:lvl9pPr lvl="8" algn="l">
              <a:lnSpc>
                <a:spcPct val="100000"/>
              </a:lnSpc>
              <a:spcBef>
                <a:spcPts val="400"/>
              </a:spcBef>
              <a:spcAft>
                <a:spcPts val="0"/>
              </a:spcAft>
              <a:buClr>
                <a:schemeClr val="lt1"/>
              </a:buClr>
              <a:buSzPts val="2000"/>
              <a:buNone/>
              <a:defRPr>
                <a:solidFill>
                  <a:schemeClr val="lt1"/>
                </a:solidFill>
              </a:defRPr>
            </a:lvl9pPr>
          </a:lstStyle>
          <a:p/>
        </p:txBody>
      </p:sp>
    </p:spTree>
  </p:cSld>
  <p:clrMapOvr>
    <a:masterClrMapping/>
  </p:clrMapOvr>
  <p:transition spd="slow">
    <p:push/>
  </p:transition>
</p:sldLayout>
</file>

<file path=ppt/slideLayouts/slideLayout1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rey Nodes Top Right 1">
  <p:cSld name="Grey Nodes Top Right (g3f72b3c87a5_8_0)">
    <p:spTree>
      <p:nvGrpSpPr>
        <p:cNvPr id="743" name="Shape 743"/>
        <p:cNvGrpSpPr/>
        <p:nvPr/>
      </p:nvGrpSpPr>
      <p:grpSpPr>
        <a:xfrm>
          <a:off x="0" y="0"/>
          <a:ext cx="0" cy="0"/>
          <a:chOff x="0" y="0"/>
          <a:chExt cx="0" cy="0"/>
        </a:xfrm>
      </p:grpSpPr>
      <p:sp>
        <p:nvSpPr>
          <p:cNvPr id="744" name="Google Shape;744;g3f9df32ea02_0_8300"/>
          <p:cNvSpPr txBox="1"/>
          <p:nvPr>
            <p:ph idx="1" type="body"/>
          </p:nvPr>
        </p:nvSpPr>
        <p:spPr>
          <a:xfrm>
            <a:off x="457200" y="1267650"/>
            <a:ext cx="8077200" cy="459300"/>
          </a:xfrm>
          <a:prstGeom prst="rect">
            <a:avLst/>
          </a:prstGeom>
          <a:noFill/>
          <a:ln>
            <a:noFill/>
          </a:ln>
        </p:spPr>
        <p:txBody>
          <a:bodyPr anchorCtr="0" anchor="t" bIns="45700" lIns="0" spcFirstLastPara="1" rIns="91425" wrap="square" tIns="45700">
            <a:noAutofit/>
          </a:bodyPr>
          <a:lstStyle>
            <a:lvl1pPr indent="-228600" lvl="0" marL="457200" algn="l">
              <a:lnSpc>
                <a:spcPct val="100000"/>
              </a:lnSpc>
              <a:spcBef>
                <a:spcPts val="0"/>
              </a:spcBef>
              <a:spcAft>
                <a:spcPts val="0"/>
              </a:spcAft>
              <a:buClr>
                <a:srgbClr val="000000"/>
              </a:buClr>
              <a:buSzPts val="1800"/>
              <a:buNone/>
              <a:defRPr/>
            </a:lvl1pPr>
            <a:lvl2pPr indent="-228600" lvl="1" marL="914400" algn="l">
              <a:lnSpc>
                <a:spcPct val="78888"/>
              </a:lnSpc>
              <a:spcBef>
                <a:spcPts val="400"/>
              </a:spcBef>
              <a:spcAft>
                <a:spcPts val="0"/>
              </a:spcAft>
              <a:buSzPts val="2160"/>
              <a:buNone/>
              <a:defRPr/>
            </a:lvl2pPr>
            <a:lvl3pPr indent="-365760" lvl="2" marL="1371600" algn="l">
              <a:lnSpc>
                <a:spcPct val="100000"/>
              </a:lnSpc>
              <a:spcBef>
                <a:spcPts val="360"/>
              </a:spcBef>
              <a:spcAft>
                <a:spcPts val="0"/>
              </a:spcAft>
              <a:buSzPts val="2160"/>
              <a:buChar char="•"/>
              <a:defRPr/>
            </a:lvl3pPr>
            <a:lvl4pPr indent="-342900" lvl="3" marL="1828800" algn="l">
              <a:lnSpc>
                <a:spcPct val="100000"/>
              </a:lnSpc>
              <a:spcBef>
                <a:spcPts val="360"/>
              </a:spcBef>
              <a:spcAft>
                <a:spcPts val="0"/>
              </a:spcAft>
              <a:buClr>
                <a:srgbClr val="4E5661"/>
              </a:buClr>
              <a:buSzPts val="1800"/>
              <a:buChar char="–"/>
              <a:defRPr/>
            </a:lvl4pPr>
            <a:lvl5pPr indent="-342900" lvl="4" marL="2286000" algn="l">
              <a:lnSpc>
                <a:spcPct val="100000"/>
              </a:lnSpc>
              <a:spcBef>
                <a:spcPts val="360"/>
              </a:spcBef>
              <a:spcAft>
                <a:spcPts val="0"/>
              </a:spcAft>
              <a:buClr>
                <a:srgbClr val="4E566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45" name="Google Shape;745;g3f9df32ea02_0_8300"/>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algn="l">
              <a:lnSpc>
                <a:spcPct val="100000"/>
              </a:lnSpc>
              <a:spcBef>
                <a:spcPts val="0"/>
              </a:spcBef>
              <a:spcAft>
                <a:spcPts val="0"/>
              </a:spcAft>
              <a:buClr>
                <a:srgbClr val="120046"/>
              </a:buClr>
              <a:buSzPts val="20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6" name="Google Shape;746;g3f9df32ea02_0_8300"/>
          <p:cNvSpPr txBox="1"/>
          <p:nvPr>
            <p:ph idx="2" type="subTitle"/>
          </p:nvPr>
        </p:nvSpPr>
        <p:spPr>
          <a:xfrm>
            <a:off x="457200" y="631950"/>
            <a:ext cx="4707600" cy="380400"/>
          </a:xfrm>
          <a:prstGeom prst="rect">
            <a:avLst/>
          </a:prstGeom>
          <a:noFill/>
          <a:ln>
            <a:noFill/>
          </a:ln>
        </p:spPr>
        <p:txBody>
          <a:bodyPr anchorCtr="0" anchor="t" bIns="45700" lIns="0" spcFirstLastPara="1" rIns="91425" wrap="square" tIns="45700">
            <a:noAutofit/>
          </a:bodyPr>
          <a:lstStyle>
            <a:lvl1pPr lvl="0" algn="l">
              <a:lnSpc>
                <a:spcPct val="100000"/>
              </a:lnSpc>
              <a:spcBef>
                <a:spcPts val="0"/>
              </a:spcBef>
              <a:spcAft>
                <a:spcPts val="0"/>
              </a:spcAft>
              <a:buClr>
                <a:schemeClr val="accent2"/>
              </a:buClr>
              <a:buSzPts val="1100"/>
              <a:buFont typeface="Plus Jakarta Sans SemiBold"/>
              <a:buNone/>
              <a:defRPr sz="1100">
                <a:solidFill>
                  <a:schemeClr val="accent2"/>
                </a:solidFill>
                <a:latin typeface="Plus Jakarta Sans SemiBold"/>
                <a:ea typeface="Plus Jakarta Sans SemiBold"/>
                <a:cs typeface="Plus Jakarta Sans SemiBold"/>
                <a:sym typeface="Plus Jakarta Sans SemiBold"/>
              </a:defRPr>
            </a:lvl1pPr>
            <a:lvl2pPr lvl="1" algn="l">
              <a:lnSpc>
                <a:spcPct val="118333"/>
              </a:lnSpc>
              <a:spcBef>
                <a:spcPts val="400"/>
              </a:spcBef>
              <a:spcAft>
                <a:spcPts val="0"/>
              </a:spcAft>
              <a:buSzPts val="1440"/>
              <a:buNone/>
              <a:defRPr/>
            </a:lvl2pPr>
            <a:lvl3pPr lvl="2" algn="l">
              <a:lnSpc>
                <a:spcPct val="100000"/>
              </a:lnSpc>
              <a:spcBef>
                <a:spcPts val="200"/>
              </a:spcBef>
              <a:spcAft>
                <a:spcPts val="0"/>
              </a:spcAft>
              <a:buSzPts val="1200"/>
              <a:buNone/>
              <a:defRPr/>
            </a:lvl3pPr>
            <a:lvl4pPr lvl="3" algn="l">
              <a:lnSpc>
                <a:spcPct val="100000"/>
              </a:lnSpc>
              <a:spcBef>
                <a:spcPts val="200"/>
              </a:spcBef>
              <a:spcAft>
                <a:spcPts val="0"/>
              </a:spcAft>
              <a:buSzPts val="1000"/>
              <a:buNone/>
              <a:defRPr/>
            </a:lvl4pPr>
            <a:lvl5pPr lvl="4" algn="l">
              <a:lnSpc>
                <a:spcPct val="100000"/>
              </a:lnSpc>
              <a:spcBef>
                <a:spcPts val="200"/>
              </a:spcBef>
              <a:spcAft>
                <a:spcPts val="0"/>
              </a:spcAft>
              <a:buSzPts val="1000"/>
              <a:buNone/>
              <a:defRPr/>
            </a:lvl5pPr>
            <a:lvl6pPr lvl="5" algn="l">
              <a:lnSpc>
                <a:spcPct val="100000"/>
              </a:lnSpc>
              <a:spcBef>
                <a:spcPts val="400"/>
              </a:spcBef>
              <a:spcAft>
                <a:spcPts val="0"/>
              </a:spcAft>
              <a:buSzPts val="2000"/>
              <a:buNone/>
              <a:defRPr/>
            </a:lvl6pPr>
            <a:lvl7pPr lvl="6" algn="l">
              <a:lnSpc>
                <a:spcPct val="100000"/>
              </a:lnSpc>
              <a:spcBef>
                <a:spcPts val="400"/>
              </a:spcBef>
              <a:spcAft>
                <a:spcPts val="0"/>
              </a:spcAft>
              <a:buSzPts val="2000"/>
              <a:buNone/>
              <a:defRPr/>
            </a:lvl7pPr>
            <a:lvl8pPr lvl="7" algn="l">
              <a:lnSpc>
                <a:spcPct val="100000"/>
              </a:lnSpc>
              <a:spcBef>
                <a:spcPts val="400"/>
              </a:spcBef>
              <a:spcAft>
                <a:spcPts val="0"/>
              </a:spcAft>
              <a:buSzPts val="2000"/>
              <a:buNone/>
              <a:defRPr/>
            </a:lvl8pPr>
            <a:lvl9pPr lvl="8" algn="l">
              <a:lnSpc>
                <a:spcPct val="100000"/>
              </a:lnSpc>
              <a:spcBef>
                <a:spcPts val="400"/>
              </a:spcBef>
              <a:spcAft>
                <a:spcPts val="0"/>
              </a:spcAft>
              <a:buSzPts val="2000"/>
              <a:buNone/>
              <a:defRPr/>
            </a:lvl9pPr>
          </a:lstStyle>
          <a:p/>
        </p:txBody>
      </p:sp>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 Id="rId19" Type="http://schemas.openxmlformats.org/officeDocument/2006/relationships/slideLayout" Target="../slideLayouts/slideLayout18.xml"/><Relationship Id="rId20" Type="http://schemas.openxmlformats.org/officeDocument/2006/relationships/slideLayout" Target="../slideLayouts/slideLayout19.xml"/><Relationship Id="rId21" Type="http://schemas.openxmlformats.org/officeDocument/2006/relationships/slideLayout" Target="../slideLayouts/slideLayout20.xml"/><Relationship Id="rId22" Type="http://schemas.openxmlformats.org/officeDocument/2006/relationships/slideLayout" Target="../slideLayouts/slideLayout21.xml"/><Relationship Id="rId23" Type="http://schemas.openxmlformats.org/officeDocument/2006/relationships/slideLayout" Target="../slideLayouts/slideLayout22.xml"/><Relationship Id="rId24" Type="http://schemas.openxmlformats.org/officeDocument/2006/relationships/slideLayout" Target="../slideLayouts/slideLayout23.xml"/><Relationship Id="rId25" Type="http://schemas.openxmlformats.org/officeDocument/2006/relationships/slideLayout" Target="../slideLayouts/slideLayout24.xml"/><Relationship Id="rId26" Type="http://schemas.openxmlformats.org/officeDocument/2006/relationships/slideLayout" Target="../slideLayouts/slideLayout25.xml"/><Relationship Id="rId27" Type="http://schemas.openxmlformats.org/officeDocument/2006/relationships/slideLayout" Target="../slideLayouts/slideLayout26.xml"/><Relationship Id="rId28" Type="http://schemas.openxmlformats.org/officeDocument/2006/relationships/slideLayout" Target="../slideLayouts/slideLayout27.xml"/><Relationship Id="rId29" Type="http://schemas.openxmlformats.org/officeDocument/2006/relationships/slideLayout" Target="../slideLayouts/slideLayout28.xml"/><Relationship Id="rId30" Type="http://schemas.openxmlformats.org/officeDocument/2006/relationships/slideLayout" Target="../slideLayouts/slideLayout29.xml"/><Relationship Id="rId31" Type="http://schemas.openxmlformats.org/officeDocument/2006/relationships/slideLayout" Target="../slideLayouts/slideLayout30.xml"/><Relationship Id="rId32" Type="http://schemas.openxmlformats.org/officeDocument/2006/relationships/slideLayout" Target="../slideLayouts/slideLayout31.xml"/><Relationship Id="rId33" Type="http://schemas.openxmlformats.org/officeDocument/2006/relationships/slideLayout" Target="../slideLayouts/slideLayout32.xml"/><Relationship Id="rId34" Type="http://schemas.openxmlformats.org/officeDocument/2006/relationships/slideLayout" Target="../slideLayouts/slideLayout33.xml"/><Relationship Id="rId35" Type="http://schemas.openxmlformats.org/officeDocument/2006/relationships/slideLayout" Target="../slideLayouts/slideLayout34.xml"/><Relationship Id="rId36" Type="http://schemas.openxmlformats.org/officeDocument/2006/relationships/slideLayout" Target="../slideLayouts/slideLayout35.xml"/><Relationship Id="rId37" Type="http://schemas.openxmlformats.org/officeDocument/2006/relationships/slideLayout" Target="../slideLayouts/slideLayout36.xml"/><Relationship Id="rId38" Type="http://schemas.openxmlformats.org/officeDocument/2006/relationships/slideLayout" Target="../slideLayouts/slideLayout37.xml"/><Relationship Id="rId39" Type="http://schemas.openxmlformats.org/officeDocument/2006/relationships/slideLayout" Target="../slideLayouts/slideLayout38.xml"/><Relationship Id="rId40" Type="http://schemas.openxmlformats.org/officeDocument/2006/relationships/slideLayout" Target="../slideLayouts/slideLayout39.xml"/><Relationship Id="rId41" Type="http://schemas.openxmlformats.org/officeDocument/2006/relationships/slideLayout" Target="../slideLayouts/slideLayout40.xml"/><Relationship Id="rId42" Type="http://schemas.openxmlformats.org/officeDocument/2006/relationships/slideLayout" Target="../slideLayouts/slideLayout41.xml"/><Relationship Id="rId43" Type="http://schemas.openxmlformats.org/officeDocument/2006/relationships/slideLayout" Target="../slideLayouts/slideLayout42.xml"/><Relationship Id="rId44" Type="http://schemas.openxmlformats.org/officeDocument/2006/relationships/slideLayout" Target="../slideLayouts/slideLayout43.xml"/><Relationship Id="rId45" Type="http://schemas.openxmlformats.org/officeDocument/2006/relationships/slideLayout" Target="../slideLayouts/slideLayout44.xml"/><Relationship Id="rId46" Type="http://schemas.openxmlformats.org/officeDocument/2006/relationships/slideLayout" Target="../slideLayouts/slideLayout45.xml"/><Relationship Id="rId47" Type="http://schemas.openxmlformats.org/officeDocument/2006/relationships/slideLayout" Target="../slideLayouts/slideLayout46.xml"/><Relationship Id="rId48" Type="http://schemas.openxmlformats.org/officeDocument/2006/relationships/slideLayout" Target="../slideLayouts/slideLayout47.xml"/><Relationship Id="rId49" Type="http://schemas.openxmlformats.org/officeDocument/2006/relationships/slideLayout" Target="../slideLayouts/slideLayout48.xml"/><Relationship Id="rId50" Type="http://schemas.openxmlformats.org/officeDocument/2006/relationships/slideLayout" Target="../slideLayouts/slideLayout49.xml"/><Relationship Id="rId51" Type="http://schemas.openxmlformats.org/officeDocument/2006/relationships/slideLayout" Target="../slideLayouts/slideLayout50.xml"/><Relationship Id="rId52" Type="http://schemas.openxmlformats.org/officeDocument/2006/relationships/slideLayout" Target="../slideLayouts/slideLayout51.xml"/><Relationship Id="rId53" Type="http://schemas.openxmlformats.org/officeDocument/2006/relationships/slideLayout" Target="../slideLayouts/slideLayout52.xml"/><Relationship Id="rId54" Type="http://schemas.openxmlformats.org/officeDocument/2006/relationships/slideLayout" Target="../slideLayouts/slideLayout53.xml"/><Relationship Id="rId55" Type="http://schemas.openxmlformats.org/officeDocument/2006/relationships/slideLayout" Target="../slideLayouts/slideLayout54.xml"/><Relationship Id="rId56" Type="http://schemas.openxmlformats.org/officeDocument/2006/relationships/slideLayout" Target="../slideLayouts/slideLayout55.xml"/><Relationship Id="rId57" Type="http://schemas.openxmlformats.org/officeDocument/2006/relationships/slideLayout" Target="../slideLayouts/slideLayout56.xml"/><Relationship Id="rId58" Type="http://schemas.openxmlformats.org/officeDocument/2006/relationships/slideLayout" Target="../slideLayouts/slideLayout57.xml"/><Relationship Id="rId59" Type="http://schemas.openxmlformats.org/officeDocument/2006/relationships/slideLayout" Target="../slideLayouts/slideLayout58.xml"/><Relationship Id="rId60" Type="http://schemas.openxmlformats.org/officeDocument/2006/relationships/slideLayout" Target="../slideLayouts/slideLayout59.xml"/><Relationship Id="rId61" Type="http://schemas.openxmlformats.org/officeDocument/2006/relationships/theme" Target="../theme/theme3.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60.xml"/><Relationship Id="rId3" Type="http://schemas.openxmlformats.org/officeDocument/2006/relationships/slideLayout" Target="../slideLayouts/slideLayout61.xml"/><Relationship Id="rId4" Type="http://schemas.openxmlformats.org/officeDocument/2006/relationships/slideLayout" Target="../slideLayouts/slideLayout62.xml"/><Relationship Id="rId5" Type="http://schemas.openxmlformats.org/officeDocument/2006/relationships/slideLayout" Target="../slideLayouts/slideLayout63.xml"/><Relationship Id="rId6" Type="http://schemas.openxmlformats.org/officeDocument/2006/relationships/slideLayout" Target="../slideLayouts/slideLayout64.xml"/><Relationship Id="rId7" Type="http://schemas.openxmlformats.org/officeDocument/2006/relationships/slideLayout" Target="../slideLayouts/slideLayout65.xml"/><Relationship Id="rId8" Type="http://schemas.openxmlformats.org/officeDocument/2006/relationships/slideLayout" Target="../slideLayouts/slideLayout66.xml"/><Relationship Id="rId9" Type="http://schemas.openxmlformats.org/officeDocument/2006/relationships/slideLayout" Target="../slideLayouts/slideLayout67.xml"/><Relationship Id="rId10" Type="http://schemas.openxmlformats.org/officeDocument/2006/relationships/slideLayout" Target="../slideLayouts/slideLayout68.xml"/><Relationship Id="rId11" Type="http://schemas.openxmlformats.org/officeDocument/2006/relationships/slideLayout" Target="../slideLayouts/slideLayout69.xml"/><Relationship Id="rId12" Type="http://schemas.openxmlformats.org/officeDocument/2006/relationships/slideLayout" Target="../slideLayouts/slideLayout70.xml"/><Relationship Id="rId13" Type="http://schemas.openxmlformats.org/officeDocument/2006/relationships/slideLayout" Target="../slideLayouts/slideLayout71.xml"/><Relationship Id="rId14" Type="http://schemas.openxmlformats.org/officeDocument/2006/relationships/slideLayout" Target="../slideLayouts/slideLayout72.xml"/><Relationship Id="rId15" Type="http://schemas.openxmlformats.org/officeDocument/2006/relationships/slideLayout" Target="../slideLayouts/slideLayout73.xml"/><Relationship Id="rId16" Type="http://schemas.openxmlformats.org/officeDocument/2006/relationships/slideLayout" Target="../slideLayouts/slideLayout74.xml"/><Relationship Id="rId17" Type="http://schemas.openxmlformats.org/officeDocument/2006/relationships/slideLayout" Target="../slideLayouts/slideLayout75.xml"/><Relationship Id="rId18" Type="http://schemas.openxmlformats.org/officeDocument/2006/relationships/slideLayout" Target="../slideLayouts/slideLayout76.xml"/><Relationship Id="rId19" Type="http://schemas.openxmlformats.org/officeDocument/2006/relationships/slideLayout" Target="../slideLayouts/slideLayout77.xml"/><Relationship Id="rId20" Type="http://schemas.openxmlformats.org/officeDocument/2006/relationships/slideLayout" Target="../slideLayouts/slideLayout78.xml"/><Relationship Id="rId21" Type="http://schemas.openxmlformats.org/officeDocument/2006/relationships/slideLayout" Target="../slideLayouts/slideLayout79.xml"/><Relationship Id="rId22" Type="http://schemas.openxmlformats.org/officeDocument/2006/relationships/slideLayout" Target="../slideLayouts/slideLayout80.xml"/><Relationship Id="rId23" Type="http://schemas.openxmlformats.org/officeDocument/2006/relationships/slideLayout" Target="../slideLayouts/slideLayout81.xml"/><Relationship Id="rId24" Type="http://schemas.openxmlformats.org/officeDocument/2006/relationships/slideLayout" Target="../slideLayouts/slideLayout82.xml"/><Relationship Id="rId25" Type="http://schemas.openxmlformats.org/officeDocument/2006/relationships/slideLayout" Target="../slideLayouts/slideLayout83.xml"/><Relationship Id="rId26" Type="http://schemas.openxmlformats.org/officeDocument/2006/relationships/slideLayout" Target="../slideLayouts/slideLayout84.xml"/><Relationship Id="rId27" Type="http://schemas.openxmlformats.org/officeDocument/2006/relationships/slideLayout" Target="../slideLayouts/slideLayout85.xml"/><Relationship Id="rId28" Type="http://schemas.openxmlformats.org/officeDocument/2006/relationships/slideLayout" Target="../slideLayouts/slideLayout86.xml"/><Relationship Id="rId29" Type="http://schemas.openxmlformats.org/officeDocument/2006/relationships/slideLayout" Target="../slideLayouts/slideLayout87.xml"/><Relationship Id="rId30" Type="http://schemas.openxmlformats.org/officeDocument/2006/relationships/slideLayout" Target="../slideLayouts/slideLayout88.xml"/><Relationship Id="rId31" Type="http://schemas.openxmlformats.org/officeDocument/2006/relationships/slideLayout" Target="../slideLayouts/slideLayout89.xml"/><Relationship Id="rId32" Type="http://schemas.openxmlformats.org/officeDocument/2006/relationships/slideLayout" Target="../slideLayouts/slideLayout90.xml"/><Relationship Id="rId33" Type="http://schemas.openxmlformats.org/officeDocument/2006/relationships/slideLayout" Target="../slideLayouts/slideLayout91.xml"/><Relationship Id="rId34" Type="http://schemas.openxmlformats.org/officeDocument/2006/relationships/slideLayout" Target="../slideLayouts/slideLayout92.xml"/><Relationship Id="rId35" Type="http://schemas.openxmlformats.org/officeDocument/2006/relationships/slideLayout" Target="../slideLayouts/slideLayout93.xml"/><Relationship Id="rId36" Type="http://schemas.openxmlformats.org/officeDocument/2006/relationships/slideLayout" Target="../slideLayouts/slideLayout94.xml"/><Relationship Id="rId37" Type="http://schemas.openxmlformats.org/officeDocument/2006/relationships/slideLayout" Target="../slideLayouts/slideLayout95.xml"/><Relationship Id="rId38" Type="http://schemas.openxmlformats.org/officeDocument/2006/relationships/slideLayout" Target="../slideLayouts/slideLayout96.xml"/><Relationship Id="rId39" Type="http://schemas.openxmlformats.org/officeDocument/2006/relationships/slideLayout" Target="../slideLayouts/slideLayout97.xml"/><Relationship Id="rId40" Type="http://schemas.openxmlformats.org/officeDocument/2006/relationships/slideLayout" Target="../slideLayouts/slideLayout98.xml"/><Relationship Id="rId41" Type="http://schemas.openxmlformats.org/officeDocument/2006/relationships/slideLayout" Target="../slideLayouts/slideLayout99.xml"/><Relationship Id="rId42" Type="http://schemas.openxmlformats.org/officeDocument/2006/relationships/slideLayout" Target="../slideLayouts/slideLayout100.xml"/><Relationship Id="rId43" Type="http://schemas.openxmlformats.org/officeDocument/2006/relationships/slideLayout" Target="../slideLayouts/slideLayout101.xml"/><Relationship Id="rId44" Type="http://schemas.openxmlformats.org/officeDocument/2006/relationships/slideLayout" Target="../slideLayouts/slideLayout102.xml"/><Relationship Id="rId45" Type="http://schemas.openxmlformats.org/officeDocument/2006/relationships/slideLayout" Target="../slideLayouts/slideLayout103.xml"/><Relationship Id="rId46" Type="http://schemas.openxmlformats.org/officeDocument/2006/relationships/slideLayout" Target="../slideLayouts/slideLayout104.xml"/><Relationship Id="rId47" Type="http://schemas.openxmlformats.org/officeDocument/2006/relationships/slideLayout" Target="../slideLayouts/slideLayout105.xml"/><Relationship Id="rId48" Type="http://schemas.openxmlformats.org/officeDocument/2006/relationships/slideLayout" Target="../slideLayouts/slideLayout106.xml"/><Relationship Id="rId49" Type="http://schemas.openxmlformats.org/officeDocument/2006/relationships/slideLayout" Target="../slideLayouts/slideLayout107.xml"/><Relationship Id="rId50" Type="http://schemas.openxmlformats.org/officeDocument/2006/relationships/slideLayout" Target="../slideLayouts/slideLayout108.xml"/><Relationship Id="rId51" Type="http://schemas.openxmlformats.org/officeDocument/2006/relationships/slideLayout" Target="../slideLayouts/slideLayout109.xml"/><Relationship Id="rId52" Type="http://schemas.openxmlformats.org/officeDocument/2006/relationships/slideLayout" Target="../slideLayouts/slideLayout110.xml"/><Relationship Id="rId53" Type="http://schemas.openxmlformats.org/officeDocument/2006/relationships/slideLayout" Target="../slideLayouts/slideLayout111.xml"/><Relationship Id="rId54" Type="http://schemas.openxmlformats.org/officeDocument/2006/relationships/slideLayout" Target="../slideLayouts/slideLayout112.xml"/><Relationship Id="rId55" Type="http://schemas.openxmlformats.org/officeDocument/2006/relationships/slideLayout" Target="../slideLayouts/slideLayout113.xml"/><Relationship Id="rId56" Type="http://schemas.openxmlformats.org/officeDocument/2006/relationships/slideLayout" Target="../slideLayouts/slideLayout114.xml"/><Relationship Id="rId57" Type="http://schemas.openxmlformats.org/officeDocument/2006/relationships/slideLayout" Target="../slideLayouts/slideLayout115.xml"/><Relationship Id="rId58" Type="http://schemas.openxmlformats.org/officeDocument/2006/relationships/slideLayout" Target="../slideLayouts/slideLayout116.xml"/><Relationship Id="rId59" Type="http://schemas.openxmlformats.org/officeDocument/2006/relationships/slideLayout" Target="../slideLayouts/slideLayout117.xml"/><Relationship Id="rId60" Type="http://schemas.openxmlformats.org/officeDocument/2006/relationships/slideLayout" Target="../slideLayouts/slideLayout118.xml"/><Relationship Id="rId61"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g3f723343625_0_0"/>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marR="0" rtl="0" algn="l">
              <a:lnSpc>
                <a:spcPct val="100000"/>
              </a:lnSpc>
              <a:spcBef>
                <a:spcPts val="0"/>
              </a:spcBef>
              <a:spcAft>
                <a:spcPts val="0"/>
              </a:spcAft>
              <a:buClr>
                <a:srgbClr val="120046"/>
              </a:buClr>
              <a:buSzPts val="2000"/>
              <a:buFont typeface="Plus Jakarta Sans Medium"/>
              <a:buNone/>
              <a:defRPr b="0" i="0" sz="2000" u="none" cap="none" strike="noStrike">
                <a:solidFill>
                  <a:srgbClr val="120046"/>
                </a:solidFill>
                <a:latin typeface="Plus Jakarta Sans Medium"/>
                <a:ea typeface="Plus Jakarta Sans Medium"/>
                <a:cs typeface="Plus Jakarta Sans Medium"/>
                <a:sym typeface="Plus Jakarta Sans Medium"/>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g3f723343625_0_0"/>
          <p:cNvSpPr txBox="1"/>
          <p:nvPr>
            <p:ph idx="1" type="body"/>
          </p:nvPr>
        </p:nvSpPr>
        <p:spPr>
          <a:xfrm>
            <a:off x="457200" y="1370013"/>
            <a:ext cx="7982100" cy="32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Plus Jakarta Sans"/>
              <a:buNone/>
              <a:defRPr b="0" i="0" sz="1400" u="none" cap="none" strike="noStrike">
                <a:solidFill>
                  <a:srgbClr val="000000"/>
                </a:solidFill>
                <a:latin typeface="Plus Jakarta Sans"/>
                <a:ea typeface="Plus Jakarta Sans"/>
                <a:cs typeface="Plus Jakarta Sans"/>
                <a:sym typeface="Plus Jakarta Sans"/>
              </a:defRPr>
            </a:lvl1pPr>
            <a:lvl2pPr indent="-228600" lvl="1" marL="914400" marR="0" rtl="0" algn="l">
              <a:lnSpc>
                <a:spcPct val="118333"/>
              </a:lnSpc>
              <a:spcBef>
                <a:spcPts val="400"/>
              </a:spcBef>
              <a:spcAft>
                <a:spcPts val="0"/>
              </a:spcAft>
              <a:buClr>
                <a:srgbClr val="000000"/>
              </a:buClr>
              <a:buSzPts val="1440"/>
              <a:buFont typeface="Plus Jakarta Sans"/>
              <a:buNone/>
              <a:defRPr b="0" i="0" sz="1200" u="none" cap="none" strike="noStrike">
                <a:solidFill>
                  <a:srgbClr val="000000"/>
                </a:solidFill>
                <a:latin typeface="Plus Jakarta Sans"/>
                <a:ea typeface="Plus Jakarta Sans"/>
                <a:cs typeface="Plus Jakarta Sans"/>
                <a:sym typeface="Plus Jakarta Sans"/>
              </a:defRPr>
            </a:lvl2pPr>
            <a:lvl3pPr indent="-304800" lvl="2" marL="1371600" marR="0" rtl="0" algn="l">
              <a:lnSpc>
                <a:spcPct val="100000"/>
              </a:lnSpc>
              <a:spcBef>
                <a:spcPts val="200"/>
              </a:spcBef>
              <a:spcAft>
                <a:spcPts val="0"/>
              </a:spcAft>
              <a:buClr>
                <a:srgbClr val="000000"/>
              </a:buClr>
              <a:buSzPts val="1200"/>
              <a:buFont typeface="Arial"/>
              <a:buChar char="•"/>
              <a:defRPr b="0" i="0" sz="1000" u="none" cap="none" strike="noStrike">
                <a:solidFill>
                  <a:srgbClr val="000000"/>
                </a:solidFill>
                <a:latin typeface="Plus Jakarta Sans"/>
                <a:ea typeface="Plus Jakarta Sans"/>
                <a:cs typeface="Plus Jakarta Sans"/>
                <a:sym typeface="Plus Jakarta Sans"/>
              </a:defRPr>
            </a:lvl3pPr>
            <a:lvl4pPr indent="-292100" lvl="3" marL="1828800" marR="0" rtl="0" algn="l">
              <a:lnSpc>
                <a:spcPct val="100000"/>
              </a:lnSpc>
              <a:spcBef>
                <a:spcPts val="200"/>
              </a:spcBef>
              <a:spcAft>
                <a:spcPts val="0"/>
              </a:spcAft>
              <a:buClr>
                <a:srgbClr val="000000"/>
              </a:buClr>
              <a:buSzPts val="1000"/>
              <a:buFont typeface="Arial"/>
              <a:buChar char="–"/>
              <a:defRPr b="0" i="0" sz="1000" u="none" cap="none" strike="noStrike">
                <a:solidFill>
                  <a:srgbClr val="000000"/>
                </a:solidFill>
                <a:latin typeface="Plus Jakarta Sans"/>
                <a:ea typeface="Plus Jakarta Sans"/>
                <a:cs typeface="Plus Jakarta Sans"/>
                <a:sym typeface="Plus Jakarta Sans"/>
              </a:defRPr>
            </a:lvl4pPr>
            <a:lvl5pPr indent="-292100" lvl="4" marL="2286000" marR="0" rtl="0" algn="l">
              <a:lnSpc>
                <a:spcPct val="100000"/>
              </a:lnSpc>
              <a:spcBef>
                <a:spcPts val="200"/>
              </a:spcBef>
              <a:spcAft>
                <a:spcPts val="0"/>
              </a:spcAft>
              <a:buClr>
                <a:srgbClr val="000000"/>
              </a:buClr>
              <a:buSzPts val="1000"/>
              <a:buFont typeface="Arial"/>
              <a:buChar char="»"/>
              <a:defRPr b="0" i="0" sz="1000" u="none" cap="none" strike="noStrike">
                <a:solidFill>
                  <a:srgbClr val="000000"/>
                </a:solidFill>
                <a:latin typeface="Plus Jakarta Sans"/>
                <a:ea typeface="Plus Jakarta Sans"/>
                <a:cs typeface="Plus Jakarta Sans"/>
                <a:sym typeface="Plus Jakarta Sans"/>
              </a:defRPr>
            </a:lvl5pPr>
            <a:lvl6pPr indent="-355600" lvl="5" marL="27432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6pPr>
            <a:lvl7pPr indent="-355600" lvl="6" marL="32004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7pPr>
            <a:lvl8pPr indent="-355600" lvl="7" marL="36576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8pPr>
            <a:lvl9pPr indent="-355600" lvl="8" marL="41148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9pPr>
          </a:lstStyle>
          <a:p/>
        </p:txBody>
      </p:sp>
      <p:sp>
        <p:nvSpPr>
          <p:cNvPr id="12" name="Google Shape;12;g3f723343625_0_0"/>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888892"/>
                </a:solidFill>
                <a:latin typeface="Plus Jakarta Sans"/>
                <a:ea typeface="Plus Jakarta Sans"/>
                <a:cs typeface="Plus Jakarta Sans"/>
                <a:sym typeface="Plus Jakarta Sans"/>
              </a:rPr>
              <a:t>©2026 Cloudera, Inc. All Rights Reserved.</a:t>
            </a:r>
            <a:endParaRPr b="0" i="0" sz="600" u="none" cap="none" strike="noStrike">
              <a:solidFill>
                <a:srgbClr val="888892"/>
              </a:solidFill>
              <a:latin typeface="Plus Jakarta Sans"/>
              <a:ea typeface="Plus Jakarta Sans"/>
              <a:cs typeface="Plus Jakarta Sans"/>
              <a:sym typeface="Plus Jakarta Sans"/>
            </a:endParaRPr>
          </a:p>
        </p:txBody>
      </p:sp>
      <p:pic>
        <p:nvPicPr>
          <p:cNvPr descr=" " id="13" name="Google Shape;13;g3f723343625_0_0"/>
          <p:cNvPicPr preferRelativeResize="0"/>
          <p:nvPr/>
        </p:nvPicPr>
        <p:blipFill rotWithShape="1">
          <a:blip r:embed="rId1">
            <a:alphaModFix/>
          </a:blip>
          <a:srcRect b="0" l="0" r="0" t="0"/>
          <a:stretch/>
        </p:blipFill>
        <p:spPr>
          <a:xfrm>
            <a:off x="7553310" y="4766314"/>
            <a:ext cx="1133484" cy="14285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 id="2147483681" r:id="rId34"/>
    <p:sldLayoutId id="2147483682" r:id="rId35"/>
    <p:sldLayoutId id="2147483683" r:id="rId36"/>
    <p:sldLayoutId id="2147483684" r:id="rId37"/>
    <p:sldLayoutId id="2147483685" r:id="rId38"/>
    <p:sldLayoutId id="2147483686" r:id="rId39"/>
    <p:sldLayoutId id="2147483687" r:id="rId40"/>
    <p:sldLayoutId id="2147483688" r:id="rId41"/>
    <p:sldLayoutId id="2147483689" r:id="rId42"/>
    <p:sldLayoutId id="2147483690" r:id="rId43"/>
    <p:sldLayoutId id="2147483691" r:id="rId44"/>
    <p:sldLayoutId id="2147483692" r:id="rId45"/>
    <p:sldLayoutId id="2147483693" r:id="rId46"/>
    <p:sldLayoutId id="2147483694" r:id="rId47"/>
    <p:sldLayoutId id="2147483695" r:id="rId48"/>
    <p:sldLayoutId id="2147483696" r:id="rId49"/>
    <p:sldLayoutId id="2147483697" r:id="rId50"/>
    <p:sldLayoutId id="2147483698" r:id="rId51"/>
    <p:sldLayoutId id="2147483699" r:id="rId52"/>
    <p:sldLayoutId id="2147483700" r:id="rId53"/>
    <p:sldLayoutId id="2147483701" r:id="rId54"/>
    <p:sldLayoutId id="2147483702" r:id="rId55"/>
    <p:sldLayoutId id="2147483703" r:id="rId56"/>
    <p:sldLayoutId id="2147483704" r:id="rId57"/>
    <p:sldLayoutId id="2147483705" r:id="rId58"/>
    <p:sldLayoutId id="2147483706" r:id="rId59"/>
    <p:sldLayoutId id="2147483707" r:id="rId60"/>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pos="5472">
          <p15:clr>
            <a:srgbClr val="E46962"/>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78" name="Shape 378"/>
        <p:cNvGrpSpPr/>
        <p:nvPr/>
      </p:nvGrpSpPr>
      <p:grpSpPr>
        <a:xfrm>
          <a:off x="0" y="0"/>
          <a:ext cx="0" cy="0"/>
          <a:chOff x="0" y="0"/>
          <a:chExt cx="0" cy="0"/>
        </a:xfrm>
      </p:grpSpPr>
      <p:sp>
        <p:nvSpPr>
          <p:cNvPr id="379" name="Google Shape;379;g3f9df32ea02_0_7935"/>
          <p:cNvSpPr txBox="1"/>
          <p:nvPr>
            <p:ph type="title"/>
          </p:nvPr>
        </p:nvSpPr>
        <p:spPr>
          <a:xfrm>
            <a:off x="457200" y="284251"/>
            <a:ext cx="7620000" cy="347700"/>
          </a:xfrm>
          <a:prstGeom prst="rect">
            <a:avLst/>
          </a:prstGeom>
          <a:noFill/>
          <a:ln>
            <a:noFill/>
          </a:ln>
        </p:spPr>
        <p:txBody>
          <a:bodyPr anchorCtr="0" anchor="t" bIns="45700" lIns="0" spcFirstLastPara="1" rIns="91425" wrap="square" tIns="0">
            <a:noAutofit/>
          </a:bodyPr>
          <a:lstStyle>
            <a:lvl1pPr lvl="0" marR="0" rtl="0" algn="l">
              <a:lnSpc>
                <a:spcPct val="100000"/>
              </a:lnSpc>
              <a:spcBef>
                <a:spcPts val="0"/>
              </a:spcBef>
              <a:spcAft>
                <a:spcPts val="0"/>
              </a:spcAft>
              <a:buClr>
                <a:srgbClr val="120046"/>
              </a:buClr>
              <a:buSzPts val="2000"/>
              <a:buFont typeface="Plus Jakarta Sans Medium"/>
              <a:buNone/>
              <a:defRPr b="0" i="0" sz="2000" u="none" cap="none" strike="noStrike">
                <a:solidFill>
                  <a:srgbClr val="120046"/>
                </a:solidFill>
                <a:latin typeface="Plus Jakarta Sans Medium"/>
                <a:ea typeface="Plus Jakarta Sans Medium"/>
                <a:cs typeface="Plus Jakarta Sans Medium"/>
                <a:sym typeface="Plus Jakarta Sans Medium"/>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80" name="Google Shape;380;g3f9df32ea02_0_7935"/>
          <p:cNvSpPr txBox="1"/>
          <p:nvPr>
            <p:ph idx="1" type="body"/>
          </p:nvPr>
        </p:nvSpPr>
        <p:spPr>
          <a:xfrm>
            <a:off x="457200" y="1370013"/>
            <a:ext cx="7982100" cy="3262200"/>
          </a:xfrm>
          <a:prstGeom prst="rect">
            <a:avLst/>
          </a:prstGeom>
          <a:noFill/>
          <a:ln>
            <a:noFill/>
          </a:ln>
        </p:spPr>
        <p:txBody>
          <a:bodyPr anchorCtr="0" anchor="t" bIns="45700" lIns="0"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Plus Jakarta Sans"/>
              <a:buNone/>
              <a:defRPr b="0" i="0" sz="1400" u="none" cap="none" strike="noStrike">
                <a:solidFill>
                  <a:srgbClr val="000000"/>
                </a:solidFill>
                <a:latin typeface="Plus Jakarta Sans"/>
                <a:ea typeface="Plus Jakarta Sans"/>
                <a:cs typeface="Plus Jakarta Sans"/>
                <a:sym typeface="Plus Jakarta Sans"/>
              </a:defRPr>
            </a:lvl1pPr>
            <a:lvl2pPr indent="-228600" lvl="1" marL="914400" marR="0" rtl="0" algn="l">
              <a:lnSpc>
                <a:spcPct val="118333"/>
              </a:lnSpc>
              <a:spcBef>
                <a:spcPts val="400"/>
              </a:spcBef>
              <a:spcAft>
                <a:spcPts val="0"/>
              </a:spcAft>
              <a:buClr>
                <a:srgbClr val="000000"/>
              </a:buClr>
              <a:buSzPts val="1440"/>
              <a:buFont typeface="Plus Jakarta Sans"/>
              <a:buNone/>
              <a:defRPr b="0" i="0" sz="1200" u="none" cap="none" strike="noStrike">
                <a:solidFill>
                  <a:srgbClr val="000000"/>
                </a:solidFill>
                <a:latin typeface="Plus Jakarta Sans"/>
                <a:ea typeface="Plus Jakarta Sans"/>
                <a:cs typeface="Plus Jakarta Sans"/>
                <a:sym typeface="Plus Jakarta Sans"/>
              </a:defRPr>
            </a:lvl2pPr>
            <a:lvl3pPr indent="-304800" lvl="2" marL="1371600" marR="0" rtl="0" algn="l">
              <a:lnSpc>
                <a:spcPct val="100000"/>
              </a:lnSpc>
              <a:spcBef>
                <a:spcPts val="200"/>
              </a:spcBef>
              <a:spcAft>
                <a:spcPts val="0"/>
              </a:spcAft>
              <a:buClr>
                <a:srgbClr val="000000"/>
              </a:buClr>
              <a:buSzPts val="1200"/>
              <a:buFont typeface="Arial"/>
              <a:buChar char="•"/>
              <a:defRPr b="0" i="0" sz="1000" u="none" cap="none" strike="noStrike">
                <a:solidFill>
                  <a:srgbClr val="000000"/>
                </a:solidFill>
                <a:latin typeface="Plus Jakarta Sans"/>
                <a:ea typeface="Plus Jakarta Sans"/>
                <a:cs typeface="Plus Jakarta Sans"/>
                <a:sym typeface="Plus Jakarta Sans"/>
              </a:defRPr>
            </a:lvl3pPr>
            <a:lvl4pPr indent="-292100" lvl="3" marL="1828800" marR="0" rtl="0" algn="l">
              <a:lnSpc>
                <a:spcPct val="100000"/>
              </a:lnSpc>
              <a:spcBef>
                <a:spcPts val="200"/>
              </a:spcBef>
              <a:spcAft>
                <a:spcPts val="0"/>
              </a:spcAft>
              <a:buClr>
                <a:srgbClr val="000000"/>
              </a:buClr>
              <a:buSzPts val="1000"/>
              <a:buFont typeface="Arial"/>
              <a:buChar char="–"/>
              <a:defRPr b="0" i="0" sz="1000" u="none" cap="none" strike="noStrike">
                <a:solidFill>
                  <a:srgbClr val="000000"/>
                </a:solidFill>
                <a:latin typeface="Plus Jakarta Sans"/>
                <a:ea typeface="Plus Jakarta Sans"/>
                <a:cs typeface="Plus Jakarta Sans"/>
                <a:sym typeface="Plus Jakarta Sans"/>
              </a:defRPr>
            </a:lvl4pPr>
            <a:lvl5pPr indent="-292100" lvl="4" marL="2286000" marR="0" rtl="0" algn="l">
              <a:lnSpc>
                <a:spcPct val="100000"/>
              </a:lnSpc>
              <a:spcBef>
                <a:spcPts val="200"/>
              </a:spcBef>
              <a:spcAft>
                <a:spcPts val="0"/>
              </a:spcAft>
              <a:buClr>
                <a:srgbClr val="000000"/>
              </a:buClr>
              <a:buSzPts val="1000"/>
              <a:buFont typeface="Arial"/>
              <a:buChar char="»"/>
              <a:defRPr b="0" i="0" sz="1000" u="none" cap="none" strike="noStrike">
                <a:solidFill>
                  <a:srgbClr val="000000"/>
                </a:solidFill>
                <a:latin typeface="Plus Jakarta Sans"/>
                <a:ea typeface="Plus Jakarta Sans"/>
                <a:cs typeface="Plus Jakarta Sans"/>
                <a:sym typeface="Plus Jakarta Sans"/>
              </a:defRPr>
            </a:lvl5pPr>
            <a:lvl6pPr indent="-355600" lvl="5" marL="27432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6pPr>
            <a:lvl7pPr indent="-355600" lvl="6" marL="32004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7pPr>
            <a:lvl8pPr indent="-355600" lvl="7" marL="36576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8pPr>
            <a:lvl9pPr indent="-355600" lvl="8" marL="4114800" marR="0" rtl="0" algn="l">
              <a:lnSpc>
                <a:spcPct val="100000"/>
              </a:lnSpc>
              <a:spcBef>
                <a:spcPts val="400"/>
              </a:spcBef>
              <a:spcAft>
                <a:spcPts val="0"/>
              </a:spcAft>
              <a:buClr>
                <a:srgbClr val="000000"/>
              </a:buClr>
              <a:buSzPts val="2000"/>
              <a:buFont typeface="Arial"/>
              <a:buChar char="•"/>
              <a:defRPr b="0" i="0" sz="2000" u="none" cap="none" strike="noStrike">
                <a:solidFill>
                  <a:srgbClr val="000000"/>
                </a:solidFill>
                <a:latin typeface="Calibri"/>
                <a:ea typeface="Calibri"/>
                <a:cs typeface="Calibri"/>
                <a:sym typeface="Calibri"/>
              </a:defRPr>
            </a:lvl9pPr>
          </a:lstStyle>
          <a:p/>
        </p:txBody>
      </p:sp>
      <p:sp>
        <p:nvSpPr>
          <p:cNvPr id="381" name="Google Shape;381;g3f9df32ea02_0_7935"/>
          <p:cNvSpPr txBox="1"/>
          <p:nvPr/>
        </p:nvSpPr>
        <p:spPr>
          <a:xfrm>
            <a:off x="380125" y="4737800"/>
            <a:ext cx="4613700" cy="287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600"/>
              <a:buFont typeface="Arial"/>
              <a:buNone/>
            </a:pPr>
            <a:r>
              <a:rPr b="0" i="0" lang="en" sz="600" u="none" cap="none" strike="noStrike">
                <a:solidFill>
                  <a:srgbClr val="888892"/>
                </a:solidFill>
                <a:latin typeface="Plus Jakarta Sans"/>
                <a:ea typeface="Plus Jakarta Sans"/>
                <a:cs typeface="Plus Jakarta Sans"/>
                <a:sym typeface="Plus Jakarta Sans"/>
              </a:rPr>
              <a:t>©2026 Cloudera, Inc. All Rights Reserved.</a:t>
            </a:r>
            <a:endParaRPr b="0" i="0" sz="600" u="none" cap="none" strike="noStrike">
              <a:solidFill>
                <a:srgbClr val="888892"/>
              </a:solidFill>
              <a:latin typeface="Plus Jakarta Sans"/>
              <a:ea typeface="Plus Jakarta Sans"/>
              <a:cs typeface="Plus Jakarta Sans"/>
              <a:sym typeface="Plus Jakarta Sans"/>
            </a:endParaRPr>
          </a:p>
        </p:txBody>
      </p:sp>
      <p:pic>
        <p:nvPicPr>
          <p:cNvPr descr=" " id="382" name="Google Shape;382;g3f9df32ea02_0_7935"/>
          <p:cNvPicPr preferRelativeResize="0"/>
          <p:nvPr/>
        </p:nvPicPr>
        <p:blipFill rotWithShape="1">
          <a:blip r:embed="rId1">
            <a:alphaModFix/>
          </a:blip>
          <a:srcRect b="0" l="0" r="0" t="0"/>
          <a:stretch/>
        </p:blipFill>
        <p:spPr>
          <a:xfrm>
            <a:off x="7553310" y="4766314"/>
            <a:ext cx="1133484" cy="142859"/>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4" r:id="rId27"/>
    <p:sldLayoutId id="2147483735" r:id="rId28"/>
    <p:sldLayoutId id="2147483736" r:id="rId29"/>
    <p:sldLayoutId id="2147483737" r:id="rId30"/>
    <p:sldLayoutId id="2147483738" r:id="rId31"/>
    <p:sldLayoutId id="2147483739" r:id="rId32"/>
    <p:sldLayoutId id="2147483740" r:id="rId33"/>
    <p:sldLayoutId id="2147483741" r:id="rId34"/>
    <p:sldLayoutId id="2147483742" r:id="rId35"/>
    <p:sldLayoutId id="2147483743" r:id="rId36"/>
    <p:sldLayoutId id="2147483744" r:id="rId37"/>
    <p:sldLayoutId id="2147483745" r:id="rId38"/>
    <p:sldLayoutId id="2147483746" r:id="rId39"/>
    <p:sldLayoutId id="2147483747" r:id="rId40"/>
    <p:sldLayoutId id="2147483748" r:id="rId41"/>
    <p:sldLayoutId id="2147483749" r:id="rId42"/>
    <p:sldLayoutId id="2147483750" r:id="rId43"/>
    <p:sldLayoutId id="2147483751" r:id="rId44"/>
    <p:sldLayoutId id="2147483752" r:id="rId45"/>
    <p:sldLayoutId id="2147483753" r:id="rId46"/>
    <p:sldLayoutId id="2147483754" r:id="rId47"/>
    <p:sldLayoutId id="2147483755" r:id="rId48"/>
    <p:sldLayoutId id="2147483756" r:id="rId49"/>
    <p:sldLayoutId id="2147483757" r:id="rId50"/>
    <p:sldLayoutId id="2147483758" r:id="rId51"/>
    <p:sldLayoutId id="2147483759" r:id="rId52"/>
    <p:sldLayoutId id="2147483760" r:id="rId53"/>
    <p:sldLayoutId id="2147483761" r:id="rId54"/>
    <p:sldLayoutId id="2147483762" r:id="rId55"/>
    <p:sldLayoutId id="2147483763" r:id="rId56"/>
    <p:sldLayoutId id="2147483764" r:id="rId57"/>
    <p:sldLayoutId id="2147483765" r:id="rId58"/>
    <p:sldLayoutId id="2147483766" r:id="rId59"/>
    <p:sldLayoutId id="2147483767" r:id="rId60"/>
  </p:sldLayoutIdLst>
  <p:transition spd="slow">
    <p:push/>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288">
          <p15:clr>
            <a:srgbClr val="E46962"/>
          </p15:clr>
        </p15:guide>
        <p15:guide id="2" pos="547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0.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2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23.jpg"/><Relationship Id="rId4"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8.xml"/><Relationship Id="rId3" Type="http://schemas.openxmlformats.org/officeDocument/2006/relationships/image" Target="../media/image2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image30.png"/><Relationship Id="rId4" Type="http://schemas.openxmlformats.org/officeDocument/2006/relationships/image" Target="../media/image29.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28.png"/><Relationship Id="rId8" Type="http://schemas.openxmlformats.org/officeDocument/2006/relationships/image" Target="../media/image36.png"/><Relationship Id="rId9" Type="http://schemas.openxmlformats.org/officeDocument/2006/relationships/image" Target="../media/image35.png"/><Relationship Id="rId10" Type="http://schemas.openxmlformats.org/officeDocument/2006/relationships/image" Target="../media/image31.png"/><Relationship Id="rId11" Type="http://schemas.openxmlformats.org/officeDocument/2006/relationships/image" Target="../media/image27.png"/><Relationship Id="rId12" Type="http://schemas.openxmlformats.org/officeDocument/2006/relationships/image" Target="../media/image37.png"/><Relationship Id="rId13" Type="http://schemas.openxmlformats.org/officeDocument/2006/relationships/image" Target="../media/image32.png"/><Relationship Id="rId14" Type="http://schemas.openxmlformats.org/officeDocument/2006/relationships/image" Target="../media/image39.png"/><Relationship Id="rId15" Type="http://schemas.openxmlformats.org/officeDocument/2006/relationships/image" Target="../media/image40.png"/><Relationship Id="rId16" Type="http://schemas.openxmlformats.org/officeDocument/2006/relationships/image" Target="../media/image38.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1.png"/><Relationship Id="rId4" Type="http://schemas.openxmlformats.org/officeDocument/2006/relationships/image" Target="../media/image42.png"/><Relationship Id="rId5" Type="http://schemas.openxmlformats.org/officeDocument/2006/relationships/image" Target="../media/image43.png"/><Relationship Id="rId6"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750" name="Shape 750"/>
        <p:cNvGrpSpPr/>
        <p:nvPr/>
      </p:nvGrpSpPr>
      <p:grpSpPr>
        <a:xfrm>
          <a:off x="0" y="0"/>
          <a:ext cx="0" cy="0"/>
          <a:chOff x="0" y="0"/>
          <a:chExt cx="0" cy="0"/>
        </a:xfrm>
      </p:grpSpPr>
      <p:sp>
        <p:nvSpPr>
          <p:cNvPr id="751" name="Google Shape;751;p1"/>
          <p:cNvSpPr txBox="1"/>
          <p:nvPr>
            <p:ph idx="1" type="body"/>
          </p:nvPr>
        </p:nvSpPr>
        <p:spPr>
          <a:xfrm>
            <a:off x="3670625" y="4491831"/>
            <a:ext cx="3505200" cy="274500"/>
          </a:xfrm>
          <a:prstGeom prst="rect">
            <a:avLst/>
          </a:prstGeom>
          <a:noFill/>
          <a:ln>
            <a:noFill/>
          </a:ln>
        </p:spPr>
        <p:txBody>
          <a:bodyPr anchorCtr="0" anchor="t" bIns="45700" lIns="0" spcFirstLastPara="1" rIns="91425" wrap="square" tIns="45700">
            <a:noAutofit/>
          </a:bodyPr>
          <a:lstStyle/>
          <a:p>
            <a:pPr indent="0" lvl="0" marL="0" rtl="0" algn="l">
              <a:lnSpc>
                <a:spcPct val="100000"/>
              </a:lnSpc>
              <a:spcBef>
                <a:spcPts val="0"/>
              </a:spcBef>
              <a:spcAft>
                <a:spcPts val="0"/>
              </a:spcAft>
              <a:buSzPts val="1300"/>
              <a:buNone/>
            </a:pPr>
            <a:r>
              <a:rPr lang="en"/>
              <a:t>Zhong Qishuai</a:t>
            </a:r>
            <a:endParaRPr/>
          </a:p>
        </p:txBody>
      </p:sp>
      <p:sp>
        <p:nvSpPr>
          <p:cNvPr id="752" name="Google Shape;752;p1"/>
          <p:cNvSpPr/>
          <p:nvPr/>
        </p:nvSpPr>
        <p:spPr>
          <a:xfrm>
            <a:off x="3624676" y="1828800"/>
            <a:ext cx="4257600"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FFFFFF"/>
              </a:buClr>
              <a:buSzPts val="5400"/>
              <a:buFont typeface="Arial"/>
              <a:buNone/>
            </a:pPr>
            <a:r>
              <a:rPr b="0" i="0" lang="en" sz="4500" u="none" cap="none" strike="noStrike">
                <a:solidFill>
                  <a:srgbClr val="FFFFFF"/>
                </a:solidFill>
                <a:latin typeface="Plus Jakarta Sans SemiBold"/>
                <a:ea typeface="Plus Jakarta Sans SemiBold"/>
                <a:cs typeface="Plus Jakarta Sans SemiBold"/>
                <a:sym typeface="Plus Jakarta Sans SemiBold"/>
              </a:rPr>
              <a:t>Cloudera </a:t>
            </a:r>
            <a:r>
              <a:rPr b="0" i="0" lang="en" sz="4500" u="none" cap="none" strike="noStrike">
                <a:solidFill>
                  <a:srgbClr val="EE5A29"/>
                </a:solidFill>
                <a:latin typeface="Plus Jakarta Sans SemiBold"/>
                <a:ea typeface="Plus Jakarta Sans SemiBold"/>
                <a:cs typeface="Plus Jakarta Sans SemiBold"/>
                <a:sym typeface="Plus Jakarta Sans SemiBold"/>
              </a:rPr>
              <a:t>AI</a:t>
            </a:r>
            <a:endParaRPr b="0" i="0" sz="4500" u="none" cap="none" strike="noStrike">
              <a:solidFill>
                <a:schemeClr val="dk1"/>
              </a:solidFill>
              <a:latin typeface="Plus Jakarta Sans SemiBold"/>
              <a:ea typeface="Plus Jakarta Sans SemiBold"/>
              <a:cs typeface="Plus Jakarta Sans SemiBold"/>
              <a:sym typeface="Plus Jakarta Sans SemiBold"/>
            </a:endParaRPr>
          </a:p>
        </p:txBody>
      </p:sp>
      <p:sp>
        <p:nvSpPr>
          <p:cNvPr id="753" name="Google Shape;753;p1"/>
          <p:cNvSpPr/>
          <p:nvPr/>
        </p:nvSpPr>
        <p:spPr>
          <a:xfrm>
            <a:off x="3670626" y="2743200"/>
            <a:ext cx="4257600" cy="640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C9C9E6"/>
              </a:buClr>
              <a:buSzPts val="3200"/>
              <a:buFont typeface="Arial"/>
              <a:buNone/>
            </a:pPr>
            <a:r>
              <a:rPr b="0" i="0" lang="en" sz="1600" u="none" cap="none" strike="noStrike">
                <a:solidFill>
                  <a:srgbClr val="C9C9E6"/>
                </a:solidFill>
                <a:latin typeface="Plus Jakarta Sans"/>
                <a:ea typeface="Plus Jakarta Sans"/>
                <a:cs typeface="Plus Jakarta Sans"/>
                <a:sym typeface="Plus Jakarta Sans"/>
              </a:rPr>
              <a:t>Building Your Centralized Private-AI Platform </a:t>
            </a:r>
            <a:endParaRPr b="0" i="0" sz="1600" u="none" cap="none" strike="noStrike">
              <a:solidFill>
                <a:schemeClr val="dk1"/>
              </a:solidFill>
              <a:latin typeface="Plus Jakarta Sans"/>
              <a:ea typeface="Plus Jakarta Sans"/>
              <a:cs typeface="Plus Jakarta Sans"/>
              <a:sym typeface="Plus Jakarta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g3f9b3f86724_0_962"/>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3300"/>
              <a:buNone/>
            </a:pPr>
            <a:r>
              <a:rPr lang="en"/>
              <a:t>AI-ready Platform</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2"/>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The AI Landscape is Broad — Private AI is Your Stronghold</a:t>
            </a:r>
            <a:endParaRPr>
              <a:latin typeface="Plus Jakarta Sans"/>
              <a:ea typeface="Plus Jakarta Sans"/>
              <a:cs typeface="Plus Jakarta Sans"/>
              <a:sym typeface="Plus Jakarta Sans"/>
            </a:endParaRPr>
          </a:p>
        </p:txBody>
      </p:sp>
      <p:sp>
        <p:nvSpPr>
          <p:cNvPr id="766" name="Google Shape;766;p2"/>
          <p:cNvSpPr/>
          <p:nvPr/>
        </p:nvSpPr>
        <p:spPr>
          <a:xfrm>
            <a:off x="731525" y="4050800"/>
            <a:ext cx="1865400" cy="438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E5A29"/>
              </a:buClr>
              <a:buSzPts val="1100"/>
              <a:buFont typeface="Calibri"/>
              <a:buNone/>
            </a:pPr>
            <a:r>
              <a:rPr b="0" i="0" lang="en" sz="1100" u="none" cap="none" strike="noStrike">
                <a:solidFill>
                  <a:srgbClr val="EE5A29"/>
                </a:solidFill>
                <a:latin typeface="Plus Jakarta Sans"/>
                <a:ea typeface="Plus Jakarta Sans"/>
                <a:cs typeface="Plus Jakarta Sans"/>
                <a:sym typeface="Plus Jakarta Sans"/>
              </a:rPr>
              <a:t>INCREASING AUTONOMY</a:t>
            </a:r>
            <a:endParaRPr b="0" i="0" sz="1100" u="none" cap="none" strike="noStrike">
              <a:solidFill>
                <a:srgbClr val="000000"/>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EE5A29"/>
              </a:buClr>
              <a:buSzPts val="1100"/>
              <a:buFont typeface="Calibri"/>
              <a:buNone/>
            </a:pPr>
            <a:r>
              <a:t/>
            </a:r>
            <a:endParaRPr b="0" i="0" sz="1100" u="none" cap="none" strike="noStrike">
              <a:solidFill>
                <a:srgbClr val="EE5A29"/>
              </a:solidFill>
              <a:latin typeface="Plus Jakarta Sans"/>
              <a:ea typeface="Plus Jakarta Sans"/>
              <a:cs typeface="Plus Jakarta Sans"/>
              <a:sym typeface="Plus Jakarta Sans"/>
            </a:endParaRPr>
          </a:p>
        </p:txBody>
      </p:sp>
      <p:sp>
        <p:nvSpPr>
          <p:cNvPr id="767" name="Google Shape;767;p2"/>
          <p:cNvSpPr/>
          <p:nvPr/>
        </p:nvSpPr>
        <p:spPr>
          <a:xfrm>
            <a:off x="3035808" y="4169664"/>
            <a:ext cx="5029200" cy="54900"/>
          </a:xfrm>
          <a:prstGeom prst="rect">
            <a:avLst/>
          </a:prstGeom>
          <a:solidFill>
            <a:srgbClr val="4F4FF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8" name="Google Shape;768;p2"/>
          <p:cNvSpPr/>
          <p:nvPr/>
        </p:nvSpPr>
        <p:spPr>
          <a:xfrm>
            <a:off x="6510528" y="4169664"/>
            <a:ext cx="1554600" cy="54900"/>
          </a:xfrm>
          <a:prstGeom prst="rect">
            <a:avLst/>
          </a:prstGeom>
          <a:solidFill>
            <a:srgbClr val="EE5A29"/>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9" name="Google Shape;769;p2"/>
          <p:cNvSpPr/>
          <p:nvPr/>
        </p:nvSpPr>
        <p:spPr>
          <a:xfrm>
            <a:off x="8065008" y="4050792"/>
            <a:ext cx="457200" cy="2742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E5A29"/>
              </a:buClr>
              <a:buSzPts val="1500"/>
              <a:buFont typeface="Arial"/>
              <a:buNone/>
            </a:pPr>
            <a:r>
              <a:rPr b="1" i="0" lang="en" sz="1500" u="none" cap="none" strike="noStrike">
                <a:solidFill>
                  <a:srgbClr val="EE5A29"/>
                </a:solidFill>
                <a:latin typeface="Arial"/>
                <a:ea typeface="Arial"/>
                <a:cs typeface="Arial"/>
                <a:sym typeface="Arial"/>
              </a:rPr>
              <a:t>→</a:t>
            </a:r>
            <a:endParaRPr b="0" i="0" sz="1500" u="none" cap="none" strike="noStrike">
              <a:solidFill>
                <a:srgbClr val="000000"/>
              </a:solidFill>
              <a:latin typeface="Calibri"/>
              <a:ea typeface="Calibri"/>
              <a:cs typeface="Calibri"/>
              <a:sym typeface="Calibri"/>
            </a:endParaRPr>
          </a:p>
        </p:txBody>
      </p:sp>
      <p:sp>
        <p:nvSpPr>
          <p:cNvPr id="770" name="Google Shape;770;p2"/>
          <p:cNvSpPr/>
          <p:nvPr/>
        </p:nvSpPr>
        <p:spPr>
          <a:xfrm>
            <a:off x="566928" y="1417320"/>
            <a:ext cx="1865400" cy="2469000"/>
          </a:xfrm>
          <a:prstGeom prst="roundRect">
            <a:avLst>
              <a:gd fmla="val 4412" name="adj"/>
            </a:avLst>
          </a:prstGeom>
          <a:noFill/>
          <a:ln cap="flat" cmpd="sng" w="9525">
            <a:solidFill>
              <a:srgbClr val="C9C9E8"/>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771" name="Google Shape;771;p2"/>
          <p:cNvSpPr/>
          <p:nvPr/>
        </p:nvSpPr>
        <p:spPr>
          <a:xfrm>
            <a:off x="731520" y="1581912"/>
            <a:ext cx="1591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154A"/>
              </a:buClr>
              <a:buSzPts val="2400"/>
              <a:buFont typeface="Arial"/>
              <a:buNone/>
            </a:pPr>
            <a:r>
              <a:rPr b="0" i="0" lang="en" sz="2400" u="none" cap="none" strike="noStrike">
                <a:solidFill>
                  <a:srgbClr val="15154A"/>
                </a:solidFill>
                <a:latin typeface="Plus Jakarta Sans"/>
                <a:ea typeface="Plus Jakarta Sans"/>
                <a:cs typeface="Plus Jakarta Sans"/>
                <a:sym typeface="Plus Jakarta Sans"/>
              </a:rPr>
              <a:t>2023</a:t>
            </a:r>
            <a:endParaRPr b="0" i="0" sz="2400" u="none" cap="none" strike="noStrike">
              <a:solidFill>
                <a:srgbClr val="000000"/>
              </a:solidFill>
              <a:latin typeface="Plus Jakarta Sans"/>
              <a:ea typeface="Plus Jakarta Sans"/>
              <a:cs typeface="Plus Jakarta Sans"/>
              <a:sym typeface="Plus Jakarta Sans"/>
            </a:endParaRPr>
          </a:p>
        </p:txBody>
      </p:sp>
      <p:sp>
        <p:nvSpPr>
          <p:cNvPr id="772" name="Google Shape;772;p2"/>
          <p:cNvSpPr/>
          <p:nvPr/>
        </p:nvSpPr>
        <p:spPr>
          <a:xfrm>
            <a:off x="731520" y="2093976"/>
            <a:ext cx="1591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5A72"/>
              </a:buClr>
              <a:buSzPts val="950"/>
              <a:buFont typeface="Calibri"/>
              <a:buNone/>
            </a:pPr>
            <a:r>
              <a:rPr b="0" i="0" lang="en" sz="950" u="none" cap="none" strike="noStrike">
                <a:solidFill>
                  <a:srgbClr val="5A5A72"/>
                </a:solidFill>
                <a:latin typeface="Plus Jakarta Sans SemiBold"/>
                <a:ea typeface="Plus Jakarta Sans SemiBold"/>
                <a:cs typeface="Plus Jakarta Sans SemiBold"/>
                <a:sym typeface="Plus Jakarta Sans SemiBold"/>
              </a:rPr>
              <a:t>FOUNDATION</a:t>
            </a:r>
            <a:endParaRPr b="0" i="0" sz="95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773" name="Google Shape;773;p2"/>
          <p:cNvSpPr/>
          <p:nvPr/>
        </p:nvSpPr>
        <p:spPr>
          <a:xfrm>
            <a:off x="731520" y="2441448"/>
            <a:ext cx="1554600" cy="13716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First LLM deployments</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Basic cluster setup</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System integration</a:t>
            </a:r>
            <a:endParaRPr b="0" i="0" sz="1050" u="none" cap="none" strike="noStrike">
              <a:solidFill>
                <a:srgbClr val="000000"/>
              </a:solidFill>
              <a:latin typeface="Plus Jakarta Sans"/>
              <a:ea typeface="Plus Jakarta Sans"/>
              <a:cs typeface="Plus Jakarta Sans"/>
              <a:sym typeface="Plus Jakarta Sans"/>
            </a:endParaRPr>
          </a:p>
        </p:txBody>
      </p:sp>
      <p:sp>
        <p:nvSpPr>
          <p:cNvPr id="774" name="Google Shape;774;p2"/>
          <p:cNvSpPr/>
          <p:nvPr/>
        </p:nvSpPr>
        <p:spPr>
          <a:xfrm>
            <a:off x="2615184" y="1417320"/>
            <a:ext cx="1865400" cy="2469000"/>
          </a:xfrm>
          <a:prstGeom prst="roundRect">
            <a:avLst>
              <a:gd fmla="val 4412" name="adj"/>
            </a:avLst>
          </a:prstGeom>
          <a:noFill/>
          <a:ln cap="flat" cmpd="sng" w="9525">
            <a:solidFill>
              <a:srgbClr val="C9C9E8"/>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775" name="Google Shape;775;p2"/>
          <p:cNvSpPr/>
          <p:nvPr/>
        </p:nvSpPr>
        <p:spPr>
          <a:xfrm>
            <a:off x="2779776" y="1581912"/>
            <a:ext cx="1591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154A"/>
              </a:buClr>
              <a:buSzPts val="2400"/>
              <a:buFont typeface="Arial"/>
              <a:buNone/>
            </a:pPr>
            <a:r>
              <a:rPr b="0" i="0" lang="en" sz="2400" u="none" cap="none" strike="noStrike">
                <a:solidFill>
                  <a:srgbClr val="15154A"/>
                </a:solidFill>
                <a:latin typeface="Plus Jakarta Sans"/>
                <a:ea typeface="Plus Jakarta Sans"/>
                <a:cs typeface="Plus Jakarta Sans"/>
                <a:sym typeface="Plus Jakarta Sans"/>
              </a:rPr>
              <a:t>2024</a:t>
            </a:r>
            <a:endParaRPr b="0" i="0" sz="2400" u="none" cap="none" strike="noStrike">
              <a:solidFill>
                <a:srgbClr val="000000"/>
              </a:solidFill>
              <a:latin typeface="Plus Jakarta Sans"/>
              <a:ea typeface="Plus Jakarta Sans"/>
              <a:cs typeface="Plus Jakarta Sans"/>
              <a:sym typeface="Plus Jakarta Sans"/>
            </a:endParaRPr>
          </a:p>
        </p:txBody>
      </p:sp>
      <p:sp>
        <p:nvSpPr>
          <p:cNvPr id="776" name="Google Shape;776;p2"/>
          <p:cNvSpPr/>
          <p:nvPr/>
        </p:nvSpPr>
        <p:spPr>
          <a:xfrm>
            <a:off x="2779776" y="2093976"/>
            <a:ext cx="1591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5A72"/>
              </a:buClr>
              <a:buSzPts val="950"/>
              <a:buFont typeface="Calibri"/>
              <a:buNone/>
            </a:pPr>
            <a:r>
              <a:rPr b="0" i="0" lang="en" sz="950" u="none" cap="none" strike="noStrike">
                <a:solidFill>
                  <a:srgbClr val="5A5A72"/>
                </a:solidFill>
                <a:latin typeface="Plus Jakarta Sans SemiBold"/>
                <a:ea typeface="Plus Jakarta Sans SemiBold"/>
                <a:cs typeface="Plus Jakarta Sans SemiBold"/>
                <a:sym typeface="Plus Jakarta Sans SemiBold"/>
              </a:rPr>
              <a:t>EXPANSION</a:t>
            </a:r>
            <a:endParaRPr b="0" i="0" sz="95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777" name="Google Shape;777;p2"/>
          <p:cNvSpPr/>
          <p:nvPr/>
        </p:nvSpPr>
        <p:spPr>
          <a:xfrm>
            <a:off x="2779776" y="2441448"/>
            <a:ext cx="1554600" cy="13716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RAG at scale</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Multimodal (VLM)</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First agents</a:t>
            </a:r>
            <a:endParaRPr b="0" i="0" sz="1050" u="none" cap="none" strike="noStrike">
              <a:solidFill>
                <a:srgbClr val="000000"/>
              </a:solidFill>
              <a:latin typeface="Plus Jakarta Sans"/>
              <a:ea typeface="Plus Jakarta Sans"/>
              <a:cs typeface="Plus Jakarta Sans"/>
              <a:sym typeface="Plus Jakarta Sans"/>
            </a:endParaRPr>
          </a:p>
        </p:txBody>
      </p:sp>
      <p:sp>
        <p:nvSpPr>
          <p:cNvPr id="778" name="Google Shape;778;p2"/>
          <p:cNvSpPr/>
          <p:nvPr/>
        </p:nvSpPr>
        <p:spPr>
          <a:xfrm>
            <a:off x="4663440" y="1417320"/>
            <a:ext cx="1865400" cy="2469000"/>
          </a:xfrm>
          <a:prstGeom prst="roundRect">
            <a:avLst>
              <a:gd fmla="val 4412" name="adj"/>
            </a:avLst>
          </a:prstGeom>
          <a:noFill/>
          <a:ln cap="flat" cmpd="sng" w="9525">
            <a:solidFill>
              <a:srgbClr val="F9CB9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779" name="Google Shape;779;p2"/>
          <p:cNvSpPr/>
          <p:nvPr/>
        </p:nvSpPr>
        <p:spPr>
          <a:xfrm>
            <a:off x="4828032" y="1581912"/>
            <a:ext cx="1591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154A"/>
              </a:buClr>
              <a:buSzPts val="2400"/>
              <a:buFont typeface="Arial"/>
              <a:buNone/>
            </a:pPr>
            <a:r>
              <a:rPr b="0" i="0" lang="en" sz="2400" u="none" cap="none" strike="noStrike">
                <a:solidFill>
                  <a:srgbClr val="15154A"/>
                </a:solidFill>
                <a:latin typeface="Plus Jakarta Sans"/>
                <a:ea typeface="Plus Jakarta Sans"/>
                <a:cs typeface="Plus Jakarta Sans"/>
                <a:sym typeface="Plus Jakarta Sans"/>
              </a:rPr>
              <a:t>2025</a:t>
            </a:r>
            <a:endParaRPr b="0" i="0" sz="2400" u="none" cap="none" strike="noStrike">
              <a:solidFill>
                <a:srgbClr val="000000"/>
              </a:solidFill>
              <a:latin typeface="Plus Jakarta Sans"/>
              <a:ea typeface="Plus Jakarta Sans"/>
              <a:cs typeface="Plus Jakarta Sans"/>
              <a:sym typeface="Plus Jakarta Sans"/>
            </a:endParaRPr>
          </a:p>
        </p:txBody>
      </p:sp>
      <p:sp>
        <p:nvSpPr>
          <p:cNvPr id="780" name="Google Shape;780;p2"/>
          <p:cNvSpPr/>
          <p:nvPr/>
        </p:nvSpPr>
        <p:spPr>
          <a:xfrm>
            <a:off x="4828032" y="2093976"/>
            <a:ext cx="1591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5A72"/>
              </a:buClr>
              <a:buSzPts val="950"/>
              <a:buFont typeface="Calibri"/>
              <a:buNone/>
            </a:pPr>
            <a:r>
              <a:rPr b="0" i="0" lang="en" sz="950" u="none" cap="none" strike="noStrike">
                <a:solidFill>
                  <a:srgbClr val="5A5A72"/>
                </a:solidFill>
                <a:latin typeface="Plus Jakarta Sans SemiBold"/>
                <a:ea typeface="Plus Jakarta Sans SemiBold"/>
                <a:cs typeface="Plus Jakarta Sans SemiBold"/>
                <a:sym typeface="Plus Jakarta Sans SemiBold"/>
              </a:rPr>
              <a:t>MATURITY</a:t>
            </a:r>
            <a:endParaRPr b="0" i="0" sz="95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781" name="Google Shape;781;p2"/>
          <p:cNvSpPr/>
          <p:nvPr/>
        </p:nvSpPr>
        <p:spPr>
          <a:xfrm>
            <a:off x="4828032" y="2441448"/>
            <a:ext cx="1554600" cy="13716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Reasoning agents</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Deep data &amp; API integration</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Fine-tuning at scale</a:t>
            </a:r>
            <a:endParaRPr b="0" i="0" sz="1050" u="none" cap="none" strike="noStrike">
              <a:solidFill>
                <a:srgbClr val="000000"/>
              </a:solidFill>
              <a:latin typeface="Plus Jakarta Sans"/>
              <a:ea typeface="Plus Jakarta Sans"/>
              <a:cs typeface="Plus Jakarta Sans"/>
              <a:sym typeface="Plus Jakarta Sans"/>
            </a:endParaRPr>
          </a:p>
        </p:txBody>
      </p:sp>
      <p:sp>
        <p:nvSpPr>
          <p:cNvPr id="782" name="Google Shape;782;p2"/>
          <p:cNvSpPr/>
          <p:nvPr/>
        </p:nvSpPr>
        <p:spPr>
          <a:xfrm>
            <a:off x="6711696" y="1417320"/>
            <a:ext cx="1865400" cy="2469000"/>
          </a:xfrm>
          <a:prstGeom prst="roundRect">
            <a:avLst>
              <a:gd fmla="val 4412" name="adj"/>
            </a:avLst>
          </a:prstGeom>
          <a:solidFill>
            <a:schemeClr val="lt2"/>
          </a:solidFill>
          <a:ln cap="flat" cmpd="sng" w="9525">
            <a:solidFill>
              <a:srgbClr val="FF550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783" name="Google Shape;783;p2"/>
          <p:cNvSpPr/>
          <p:nvPr/>
        </p:nvSpPr>
        <p:spPr>
          <a:xfrm>
            <a:off x="6876288" y="1581912"/>
            <a:ext cx="1591200" cy="5028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5154A"/>
              </a:buClr>
              <a:buSzPts val="2400"/>
              <a:buFont typeface="Arial"/>
              <a:buNone/>
            </a:pPr>
            <a:r>
              <a:rPr b="0" i="0" lang="en" sz="2400" u="none" cap="none" strike="noStrike">
                <a:solidFill>
                  <a:srgbClr val="15154A"/>
                </a:solidFill>
                <a:latin typeface="Plus Jakarta Sans"/>
                <a:ea typeface="Plus Jakarta Sans"/>
                <a:cs typeface="Plus Jakarta Sans"/>
                <a:sym typeface="Plus Jakarta Sans"/>
              </a:rPr>
              <a:t>2026</a:t>
            </a:r>
            <a:endParaRPr b="0" i="0" sz="2400" u="none" cap="none" strike="noStrike">
              <a:solidFill>
                <a:srgbClr val="000000"/>
              </a:solidFill>
              <a:latin typeface="Plus Jakarta Sans"/>
              <a:ea typeface="Plus Jakarta Sans"/>
              <a:cs typeface="Plus Jakarta Sans"/>
              <a:sym typeface="Plus Jakarta Sans"/>
            </a:endParaRPr>
          </a:p>
        </p:txBody>
      </p:sp>
      <p:sp>
        <p:nvSpPr>
          <p:cNvPr id="784" name="Google Shape;784;p2"/>
          <p:cNvSpPr/>
          <p:nvPr/>
        </p:nvSpPr>
        <p:spPr>
          <a:xfrm>
            <a:off x="6876288" y="2093976"/>
            <a:ext cx="1591200" cy="255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5A5A72"/>
              </a:buClr>
              <a:buSzPts val="950"/>
              <a:buFont typeface="Calibri"/>
              <a:buNone/>
            </a:pPr>
            <a:r>
              <a:rPr b="0" i="0" lang="en" sz="950" u="none" cap="none" strike="noStrike">
                <a:solidFill>
                  <a:srgbClr val="5A5A72"/>
                </a:solidFill>
                <a:latin typeface="Plus Jakarta Sans SemiBold"/>
                <a:ea typeface="Plus Jakarta Sans SemiBold"/>
                <a:cs typeface="Plus Jakarta Sans SemiBold"/>
                <a:sym typeface="Plus Jakarta Sans SemiBold"/>
              </a:rPr>
              <a:t>THE FRONTIER</a:t>
            </a:r>
            <a:endParaRPr b="0" i="0" sz="95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785" name="Google Shape;785;p2"/>
          <p:cNvSpPr/>
          <p:nvPr/>
        </p:nvSpPr>
        <p:spPr>
          <a:xfrm>
            <a:off x="6876288" y="2441448"/>
            <a:ext cx="1554600" cy="1371600"/>
          </a:xfrm>
          <a:prstGeom prst="rect">
            <a:avLst/>
          </a:prstGeom>
          <a:noFill/>
          <a:ln>
            <a:noFill/>
          </a:ln>
        </p:spPr>
        <p:txBody>
          <a:bodyPr anchorCtr="0" anchor="ctr" bIns="0" lIns="0" spcFirstLastPara="1" rIns="0" wrap="square" tIns="0">
            <a:noAutofit/>
          </a:bodyPr>
          <a:lstStyle/>
          <a:p>
            <a:pPr indent="-342900" lvl="0" marL="342900" marR="0" rtl="0" algn="l">
              <a:lnSpc>
                <a:spcPct val="100000"/>
              </a:lnSpc>
              <a:spcBef>
                <a:spcPts val="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Self-evolving agents</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Ontology-grounded reasoning</a:t>
            </a:r>
            <a:endParaRPr b="0" i="0" sz="1050" u="none" cap="none" strike="noStrike">
              <a:solidFill>
                <a:srgbClr val="000000"/>
              </a:solidFill>
              <a:latin typeface="Plus Jakarta Sans"/>
              <a:ea typeface="Plus Jakarta Sans"/>
              <a:cs typeface="Plus Jakarta Sans"/>
              <a:sym typeface="Plus Jakarta Sans"/>
            </a:endParaRPr>
          </a:p>
          <a:p>
            <a:pPr indent="-342900" lvl="0" marL="342900" marR="0" rtl="0" algn="l">
              <a:lnSpc>
                <a:spcPct val="100000"/>
              </a:lnSpc>
              <a:spcBef>
                <a:spcPts val="600"/>
              </a:spcBef>
              <a:spcAft>
                <a:spcPts val="0"/>
              </a:spcAft>
              <a:buClr>
                <a:srgbClr val="15154A"/>
              </a:buClr>
              <a:buSzPts val="1050"/>
              <a:buFont typeface="Plus Jakarta Sans"/>
              <a:buChar char="•"/>
            </a:pPr>
            <a:r>
              <a:rPr b="0" i="0" lang="en" sz="1050" u="none" cap="none" strike="noStrike">
                <a:solidFill>
                  <a:srgbClr val="15154A"/>
                </a:solidFill>
                <a:latin typeface="Plus Jakarta Sans"/>
                <a:ea typeface="Plus Jakarta Sans"/>
                <a:cs typeface="Plus Jakarta Sans"/>
                <a:sym typeface="Plus Jakarta Sans"/>
              </a:rPr>
              <a:t>Centralized AI infra &amp; governance</a:t>
            </a:r>
            <a:endParaRPr b="0" i="0" sz="1050" u="none" cap="none" strike="noStrike">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9" name="Shape 789"/>
        <p:cNvGrpSpPr/>
        <p:nvPr/>
      </p:nvGrpSpPr>
      <p:grpSpPr>
        <a:xfrm>
          <a:off x="0" y="0"/>
          <a:ext cx="0" cy="0"/>
          <a:chOff x="0" y="0"/>
          <a:chExt cx="0" cy="0"/>
        </a:xfrm>
      </p:grpSpPr>
      <p:sp>
        <p:nvSpPr>
          <p:cNvPr id="790" name="Google Shape;790;p3"/>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The Agentic Shift — and the Inference Bill</a:t>
            </a:r>
            <a:endParaRPr>
              <a:latin typeface="Plus Jakarta Sans"/>
              <a:ea typeface="Plus Jakarta Sans"/>
              <a:cs typeface="Plus Jakarta Sans"/>
              <a:sym typeface="Plus Jakarta Sans"/>
            </a:endParaRPr>
          </a:p>
        </p:txBody>
      </p:sp>
      <p:sp>
        <p:nvSpPr>
          <p:cNvPr id="791" name="Google Shape;791;p3"/>
          <p:cNvSpPr txBox="1"/>
          <p:nvPr>
            <p:ph idx="1" type="body"/>
          </p:nvPr>
        </p:nvSpPr>
        <p:spPr>
          <a:xfrm>
            <a:off x="533400" y="734285"/>
            <a:ext cx="8010000" cy="3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400"/>
              </a:spcAft>
              <a:buSzPts val="1100"/>
              <a:buNone/>
            </a:pPr>
            <a:r>
              <a:rPr lang="en">
                <a:latin typeface="Plus Jakarta Sans Medium"/>
                <a:ea typeface="Plus Jakarta Sans Medium"/>
                <a:cs typeface="Plus Jakarta Sans Medium"/>
                <a:sym typeface="Plus Jakarta Sans Medium"/>
              </a:rPr>
              <a:t>Agents don't just change what AI does — they change what AI costs. Three numbers every platform owner should know.</a:t>
            </a:r>
            <a:endParaRPr>
              <a:latin typeface="Plus Jakarta Sans Medium"/>
              <a:ea typeface="Plus Jakarta Sans Medium"/>
              <a:cs typeface="Plus Jakarta Sans Medium"/>
              <a:sym typeface="Plus Jakarta Sans Medium"/>
            </a:endParaRPr>
          </a:p>
        </p:txBody>
      </p:sp>
      <p:sp>
        <p:nvSpPr>
          <p:cNvPr id="792" name="Google Shape;792;p3"/>
          <p:cNvSpPr/>
          <p:nvPr/>
        </p:nvSpPr>
        <p:spPr>
          <a:xfrm>
            <a:off x="566925" y="1554474"/>
            <a:ext cx="2800000" cy="2648875"/>
          </a:xfrm>
          <a:prstGeom prst="roundRect">
            <a:avLst>
              <a:gd fmla="val 3600" name="adj"/>
            </a:avLst>
          </a:prstGeom>
          <a:solidFill>
            <a:srgbClr val="FFFFFF"/>
          </a:solidFill>
          <a:ln cap="flat" cmpd="sng" w="19050">
            <a:solidFill>
              <a:srgbClr val="EE5A29"/>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3" name="Google Shape;793;p3"/>
          <p:cNvSpPr/>
          <p:nvPr/>
        </p:nvSpPr>
        <p:spPr>
          <a:xfrm>
            <a:off x="666925" y="1740000"/>
            <a:ext cx="2600000" cy="105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600"/>
              <a:buFont typeface="Arial"/>
              <a:buNone/>
            </a:pPr>
            <a:r>
              <a:rPr b="1" i="0" lang="en" sz="6600" u="none" cap="none" strike="noStrike">
                <a:solidFill>
                  <a:srgbClr val="EE5A29"/>
                </a:solidFill>
                <a:latin typeface="Plus Jakarta Sans"/>
                <a:ea typeface="Plus Jakarta Sans"/>
                <a:cs typeface="Plus Jakarta Sans"/>
                <a:sym typeface="Plus Jakarta Sans"/>
              </a:rPr>
              <a:t>30×</a:t>
            </a:r>
            <a:endParaRPr b="1" i="0" sz="6600" u="none" cap="none" strike="noStrike">
              <a:solidFill>
                <a:srgbClr val="EE5A29"/>
              </a:solidFill>
              <a:latin typeface="Plus Jakarta Sans"/>
              <a:ea typeface="Plus Jakarta Sans"/>
              <a:cs typeface="Plus Jakarta Sans"/>
              <a:sym typeface="Plus Jakarta Sans"/>
            </a:endParaRPr>
          </a:p>
        </p:txBody>
      </p:sp>
      <p:sp>
        <p:nvSpPr>
          <p:cNvPr id="794" name="Google Shape;794;p3"/>
          <p:cNvSpPr/>
          <p:nvPr/>
        </p:nvSpPr>
        <p:spPr>
          <a:xfrm>
            <a:off x="666925" y="2800000"/>
            <a:ext cx="2600000" cy="32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15154A"/>
                </a:solidFill>
                <a:latin typeface="Plus Jakarta Sans"/>
                <a:ea typeface="Plus Jakarta Sans"/>
                <a:cs typeface="Plus Jakarta Sans"/>
                <a:sym typeface="Plus Jakarta Sans"/>
              </a:rPr>
              <a:t>Agents multiply compute</a:t>
            </a:r>
            <a:endParaRPr b="0" i="0" sz="1400" u="none" cap="none" strike="noStrike">
              <a:solidFill>
                <a:srgbClr val="15154A"/>
              </a:solidFill>
              <a:latin typeface="Plus Jakarta Sans"/>
              <a:ea typeface="Plus Jakarta Sans"/>
              <a:cs typeface="Plus Jakarta Sans"/>
              <a:sym typeface="Plus Jakarta Sans"/>
            </a:endParaRPr>
          </a:p>
        </p:txBody>
      </p:sp>
      <p:sp>
        <p:nvSpPr>
          <p:cNvPr id="795" name="Google Shape;795;p3"/>
          <p:cNvSpPr/>
          <p:nvPr/>
        </p:nvSpPr>
        <p:spPr>
          <a:xfrm>
            <a:off x="766925" y="3200000"/>
            <a:ext cx="2400000" cy="950000"/>
          </a:xfrm>
          <a:prstGeom prst="rect">
            <a:avLst/>
          </a:prstGeom>
          <a:noFill/>
          <a:ln>
            <a:noFill/>
          </a:ln>
        </p:spPr>
        <p:txBody>
          <a:bodyPr anchorCtr="0" anchor="t" bIns="0" lIns="0" spcFirstLastPara="1" rIns="0" wrap="square" tIns="0">
            <a:noAutofit/>
          </a:bodyPr>
          <a:lstStyle/>
          <a:p>
            <a:pPr indent="-285750" lvl="0" marL="285750" marR="0" rtl="0" algn="l">
              <a:lnSpc>
                <a:spcPct val="100000"/>
              </a:lnSpc>
              <a:spcBef>
                <a:spcPts val="0"/>
              </a:spcBef>
              <a:spcAft>
                <a:spcPts val="0"/>
              </a:spcAft>
              <a:buClr>
                <a:srgbClr val="5A5A72"/>
              </a:buClr>
              <a:buSzPts val="900"/>
              <a:buFont typeface="Plus Jakarta Sans"/>
              <a:buChar char="●"/>
            </a:pPr>
            <a:r>
              <a:rPr b="0" i="0" lang="en" sz="900" u="none" cap="none" strike="noStrike">
                <a:solidFill>
                  <a:srgbClr val="5A5A72"/>
                </a:solidFill>
                <a:latin typeface="Plus Jakarta Sans Light"/>
                <a:ea typeface="Plus Jakarta Sans Light"/>
                <a:cs typeface="Plus Jakarta Sans Light"/>
                <a:sym typeface="Plus Jakarta Sans Light"/>
              </a:rPr>
              <a:t>Cost per run jumps from ~$0.04 (chat) to ~$1.20 (agentic)</a:t>
            </a:r>
            <a:endParaRPr b="0" i="0" sz="900" u="none" cap="none" strike="noStrike">
              <a:solidFill>
                <a:srgbClr val="5A5A72"/>
              </a:solidFill>
              <a:latin typeface="Plus Jakarta Sans Light"/>
              <a:ea typeface="Plus Jakarta Sans Light"/>
              <a:cs typeface="Plus Jakarta Sans Light"/>
              <a:sym typeface="Plus Jakarta Sans Light"/>
            </a:endParaRPr>
          </a:p>
          <a:p>
            <a:pPr indent="-285750" lvl="0" marL="285750" marR="0" rtl="0" algn="l">
              <a:lnSpc>
                <a:spcPct val="100000"/>
              </a:lnSpc>
              <a:spcBef>
                <a:spcPts val="300"/>
              </a:spcBef>
              <a:spcAft>
                <a:spcPts val="0"/>
              </a:spcAft>
              <a:buClr>
                <a:srgbClr val="5A5A72"/>
              </a:buClr>
              <a:buSzPts val="900"/>
              <a:buFont typeface="Plus Jakarta Sans"/>
              <a:buChar char="●"/>
            </a:pPr>
            <a:r>
              <a:rPr b="0" i="0" lang="en" sz="900" u="none" cap="none" strike="noStrike">
                <a:solidFill>
                  <a:srgbClr val="5A5A72"/>
                </a:solidFill>
                <a:latin typeface="Plus Jakarta Sans Light"/>
                <a:ea typeface="Plus Jakarta Sans Light"/>
                <a:cs typeface="Plus Jakarta Sans Light"/>
                <a:sym typeface="Plus Jakarta Sans Light"/>
              </a:rPr>
              <a:t>Over 75% of run cost is driven by input tokens</a:t>
            </a:r>
            <a:endParaRPr b="0" i="0" sz="900" u="none" cap="none" strike="noStrike">
              <a:solidFill>
                <a:srgbClr val="5A5A72"/>
              </a:solidFill>
              <a:latin typeface="Plus Jakarta Sans Light"/>
              <a:ea typeface="Plus Jakarta Sans Light"/>
              <a:cs typeface="Plus Jakarta Sans Light"/>
              <a:sym typeface="Plus Jakarta Sans Light"/>
            </a:endParaRPr>
          </a:p>
          <a:p>
            <a:pPr indent="-285750" lvl="0" marL="285750" marR="0" rtl="0" algn="l">
              <a:lnSpc>
                <a:spcPct val="100000"/>
              </a:lnSpc>
              <a:spcBef>
                <a:spcPts val="300"/>
              </a:spcBef>
              <a:spcAft>
                <a:spcPts val="0"/>
              </a:spcAft>
              <a:buClr>
                <a:srgbClr val="5A5A72"/>
              </a:buClr>
              <a:buSzPts val="900"/>
              <a:buFont typeface="Plus Jakarta Sans"/>
              <a:buChar char="●"/>
            </a:pPr>
            <a:r>
              <a:rPr b="0" i="0" lang="en" sz="900" u="none" cap="none" strike="noStrike">
                <a:solidFill>
                  <a:srgbClr val="5A5A72"/>
                </a:solidFill>
                <a:latin typeface="Plus Jakarta Sans Light"/>
                <a:ea typeface="Plus Jakarta Sans Light"/>
                <a:cs typeface="Plus Jakarta Sans Light"/>
                <a:sym typeface="Plus Jakarta Sans Light"/>
              </a:rPr>
              <a:t>Tool calls re-send the entire growing context window</a:t>
            </a:r>
            <a:endParaRPr b="0" i="0" sz="900" u="none" cap="none" strike="noStrike">
              <a:solidFill>
                <a:srgbClr val="5A5A72"/>
              </a:solidFill>
              <a:latin typeface="Plus Jakarta Sans Light"/>
              <a:ea typeface="Plus Jakarta Sans Light"/>
              <a:cs typeface="Plus Jakarta Sans Light"/>
              <a:sym typeface="Plus Jakarta Sans Light"/>
            </a:endParaRPr>
          </a:p>
        </p:txBody>
      </p:sp>
      <p:sp>
        <p:nvSpPr>
          <p:cNvPr id="796" name="Google Shape;796;p3"/>
          <p:cNvSpPr/>
          <p:nvPr/>
        </p:nvSpPr>
        <p:spPr>
          <a:xfrm>
            <a:off x="3620000" y="1554474"/>
            <a:ext cx="4956925" cy="1250000"/>
          </a:xfrm>
          <a:prstGeom prst="roundRect">
            <a:avLst>
              <a:gd fmla="val 5000" name="adj"/>
            </a:avLst>
          </a:prstGeom>
          <a:solidFill>
            <a:srgbClr val="FFFFFF"/>
          </a:solidFill>
          <a:ln cap="flat" cmpd="sng" w="12700">
            <a:solidFill>
              <a:srgbClr val="4F4FF5"/>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7" name="Google Shape;797;p3"/>
          <p:cNvSpPr/>
          <p:nvPr/>
        </p:nvSpPr>
        <p:spPr>
          <a:xfrm>
            <a:off x="3720000" y="1554474"/>
            <a:ext cx="1250000" cy="125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4F4FF5"/>
                </a:solidFill>
                <a:latin typeface="Plus Jakarta Sans"/>
                <a:ea typeface="Plus Jakarta Sans"/>
                <a:cs typeface="Plus Jakarta Sans"/>
                <a:sym typeface="Plus Jakarta Sans"/>
              </a:rPr>
              <a:t>56%</a:t>
            </a:r>
            <a:endParaRPr b="1" i="0" sz="4000" u="none" cap="none" strike="noStrike">
              <a:solidFill>
                <a:srgbClr val="4F4FF5"/>
              </a:solidFill>
              <a:latin typeface="Plus Jakarta Sans"/>
              <a:ea typeface="Plus Jakarta Sans"/>
              <a:cs typeface="Plus Jakarta Sans"/>
              <a:sym typeface="Plus Jakarta Sans"/>
            </a:endParaRPr>
          </a:p>
        </p:txBody>
      </p:sp>
      <p:sp>
        <p:nvSpPr>
          <p:cNvPr id="798" name="Google Shape;798;p3"/>
          <p:cNvSpPr/>
          <p:nvPr/>
        </p:nvSpPr>
        <p:spPr>
          <a:xfrm>
            <a:off x="5060000" y="1704474"/>
            <a:ext cx="13000" cy="95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9" name="Google Shape;799;p3"/>
          <p:cNvSpPr/>
          <p:nvPr/>
        </p:nvSpPr>
        <p:spPr>
          <a:xfrm>
            <a:off x="5250000" y="1604474"/>
            <a:ext cx="3230000" cy="11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0" i="0" lang="en" sz="1250" u="none" cap="none" strike="noStrike">
                <a:solidFill>
                  <a:srgbClr val="15154A"/>
                </a:solidFill>
                <a:latin typeface="Plus Jakarta Sans"/>
                <a:ea typeface="Plus Jakarta Sans"/>
                <a:cs typeface="Plus Jakarta Sans"/>
                <a:sym typeface="Plus Jakarta Sans"/>
              </a:rPr>
              <a:t>CIOs put run-cost first</a:t>
            </a:r>
            <a:endParaRPr/>
          </a:p>
          <a:p>
            <a:pPr indent="-285750" lvl="0" marL="285750" marR="0" rtl="0" algn="l">
              <a:lnSpc>
                <a:spcPct val="100000"/>
              </a:lnSpc>
              <a:spcBef>
                <a:spcPts val="300"/>
              </a:spcBef>
              <a:spcAft>
                <a:spcPts val="0"/>
              </a:spcAft>
              <a:buClr>
                <a:srgbClr val="5A5A72"/>
              </a:buClr>
              <a:buSzPts val="850"/>
              <a:buFont typeface="Plus Jakarta Sans"/>
              <a:buChar char="●"/>
            </a:pPr>
            <a:r>
              <a:rPr b="0" i="0" lang="en" sz="850" u="none" cap="none" strike="noStrike">
                <a:solidFill>
                  <a:srgbClr val="5A5A72"/>
                </a:solidFill>
                <a:latin typeface="Plus Jakarta Sans Light"/>
                <a:ea typeface="Plus Jakarta Sans Light"/>
                <a:cs typeface="Plus Jakarta Sans Light"/>
                <a:sym typeface="Plus Jakarta Sans Light"/>
              </a:rPr>
              <a:t>Enterprise CIOs cite raw run-time cost as primary LLM criterion</a:t>
            </a:r>
            <a:endParaRPr b="0" i="0" sz="850" u="none" cap="none" strike="noStrike">
              <a:solidFill>
                <a:srgbClr val="5A5A72"/>
              </a:solidFill>
              <a:latin typeface="Plus Jakarta Sans Light"/>
              <a:ea typeface="Plus Jakarta Sans Light"/>
              <a:cs typeface="Plus Jakarta Sans Light"/>
              <a:sym typeface="Plus Jakarta Sans Light"/>
            </a:endParaRPr>
          </a:p>
          <a:p>
            <a:pPr indent="-285750" lvl="0" marL="285750" marR="0" rtl="0" algn="l">
              <a:lnSpc>
                <a:spcPct val="100000"/>
              </a:lnSpc>
              <a:spcBef>
                <a:spcPts val="250"/>
              </a:spcBef>
              <a:spcAft>
                <a:spcPts val="0"/>
              </a:spcAft>
              <a:buClr>
                <a:srgbClr val="5A5A72"/>
              </a:buClr>
              <a:buSzPts val="850"/>
              <a:buFont typeface="Plus Jakarta Sans"/>
              <a:buChar char="●"/>
            </a:pPr>
            <a:r>
              <a:rPr b="0" i="0" lang="en" sz="850" u="none" cap="none" strike="noStrike">
                <a:solidFill>
                  <a:srgbClr val="5A5A72"/>
                </a:solidFill>
                <a:latin typeface="Plus Jakarta Sans Light"/>
                <a:ea typeface="Plus Jakarta Sans Light"/>
                <a:cs typeface="Plus Jakarta Sans Light"/>
                <a:sym typeface="Plus Jakarta Sans Light"/>
              </a:rPr>
              <a:t>Today's token prices are heavily VC-subsidized</a:t>
            </a:r>
            <a:endParaRPr b="0" i="0" sz="850" u="none" cap="none" strike="noStrike">
              <a:solidFill>
                <a:srgbClr val="5A5A72"/>
              </a:solidFill>
              <a:latin typeface="Plus Jakarta Sans Light"/>
              <a:ea typeface="Plus Jakarta Sans Light"/>
              <a:cs typeface="Plus Jakarta Sans Light"/>
              <a:sym typeface="Plus Jakarta Sans Light"/>
            </a:endParaRPr>
          </a:p>
          <a:p>
            <a:pPr indent="-285750" lvl="0" marL="285750" marR="0" rtl="0" algn="l">
              <a:lnSpc>
                <a:spcPct val="100000"/>
              </a:lnSpc>
              <a:spcBef>
                <a:spcPts val="250"/>
              </a:spcBef>
              <a:spcAft>
                <a:spcPts val="0"/>
              </a:spcAft>
              <a:buClr>
                <a:srgbClr val="5A5A72"/>
              </a:buClr>
              <a:buSzPts val="850"/>
              <a:buFont typeface="Plus Jakarta Sans"/>
              <a:buChar char="●"/>
            </a:pPr>
            <a:r>
              <a:rPr b="0" i="0" lang="en" sz="850" u="none" cap="none" strike="noStrike">
                <a:solidFill>
                  <a:srgbClr val="5A5A72"/>
                </a:solidFill>
                <a:latin typeface="Plus Jakarta Sans Light"/>
                <a:ea typeface="Plus Jakarta Sans Light"/>
                <a:cs typeface="Plus Jakarta Sans Light"/>
                <a:sym typeface="Plus Jakarta Sans Light"/>
              </a:rPr>
              <a:t>Bubble bursts as vendors face IPO margin pressure</a:t>
            </a:r>
            <a:endParaRPr b="0" i="0" sz="850" u="none" cap="none" strike="noStrike">
              <a:solidFill>
                <a:srgbClr val="5A5A72"/>
              </a:solidFill>
              <a:latin typeface="Plus Jakarta Sans Light"/>
              <a:ea typeface="Plus Jakarta Sans Light"/>
              <a:cs typeface="Plus Jakarta Sans Light"/>
              <a:sym typeface="Plus Jakarta Sans Light"/>
            </a:endParaRPr>
          </a:p>
        </p:txBody>
      </p:sp>
      <p:sp>
        <p:nvSpPr>
          <p:cNvPr id="800" name="Google Shape;800;p3"/>
          <p:cNvSpPr/>
          <p:nvPr/>
        </p:nvSpPr>
        <p:spPr>
          <a:xfrm>
            <a:off x="3620000" y="2953349"/>
            <a:ext cx="4956925" cy="1250000"/>
          </a:xfrm>
          <a:prstGeom prst="roundRect">
            <a:avLst>
              <a:gd fmla="val 5000" name="adj"/>
            </a:avLst>
          </a:prstGeom>
          <a:solidFill>
            <a:srgbClr val="FFFFFF"/>
          </a:solidFill>
          <a:ln cap="flat" cmpd="sng" w="12700">
            <a:solidFill>
              <a:srgbClr val="FF550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1" name="Google Shape;801;p3"/>
          <p:cNvSpPr/>
          <p:nvPr/>
        </p:nvSpPr>
        <p:spPr>
          <a:xfrm>
            <a:off x="3720000" y="2953349"/>
            <a:ext cx="1250000" cy="125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4000"/>
              <a:buFont typeface="Arial"/>
              <a:buNone/>
            </a:pPr>
            <a:r>
              <a:rPr b="1" i="0" lang="en" sz="4000" u="none" cap="none" strike="noStrike">
                <a:solidFill>
                  <a:srgbClr val="EE5A29"/>
                </a:solidFill>
                <a:latin typeface="Plus Jakarta Sans"/>
                <a:ea typeface="Plus Jakarta Sans"/>
                <a:cs typeface="Plus Jakarta Sans"/>
                <a:sym typeface="Plus Jakarta Sans"/>
              </a:rPr>
              <a:t>39%</a:t>
            </a:r>
            <a:endParaRPr b="1" i="0" sz="4000" u="none" cap="none" strike="noStrike">
              <a:solidFill>
                <a:srgbClr val="EE5A29"/>
              </a:solidFill>
              <a:latin typeface="Plus Jakarta Sans"/>
              <a:ea typeface="Plus Jakarta Sans"/>
              <a:cs typeface="Plus Jakarta Sans"/>
              <a:sym typeface="Plus Jakarta Sans"/>
            </a:endParaRPr>
          </a:p>
        </p:txBody>
      </p:sp>
      <p:sp>
        <p:nvSpPr>
          <p:cNvPr id="802" name="Google Shape;802;p3"/>
          <p:cNvSpPr/>
          <p:nvPr/>
        </p:nvSpPr>
        <p:spPr>
          <a:xfrm>
            <a:off x="5060000" y="3103349"/>
            <a:ext cx="13000" cy="95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3" name="Google Shape;803;p3"/>
          <p:cNvSpPr/>
          <p:nvPr/>
        </p:nvSpPr>
        <p:spPr>
          <a:xfrm>
            <a:off x="5250000" y="3003349"/>
            <a:ext cx="3230000" cy="11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b="0" i="0" lang="en" sz="1250" u="none" cap="none" strike="noStrike">
                <a:solidFill>
                  <a:srgbClr val="15154A"/>
                </a:solidFill>
                <a:latin typeface="Plus Jakarta Sans"/>
                <a:ea typeface="Plus Jakarta Sans"/>
                <a:cs typeface="Plus Jakarta Sans"/>
                <a:sym typeface="Plus Jakarta Sans"/>
              </a:rPr>
              <a:t>Racing to capacity control</a:t>
            </a:r>
            <a:endParaRPr/>
          </a:p>
          <a:p>
            <a:pPr indent="-285750" lvl="0" marL="285750" marR="0" rtl="0" algn="l">
              <a:lnSpc>
                <a:spcPct val="100000"/>
              </a:lnSpc>
              <a:spcBef>
                <a:spcPts val="300"/>
              </a:spcBef>
              <a:spcAft>
                <a:spcPts val="0"/>
              </a:spcAft>
              <a:buClr>
                <a:srgbClr val="5A5A72"/>
              </a:buClr>
              <a:buSzPts val="850"/>
              <a:buFont typeface="Plus Jakarta Sans"/>
              <a:buChar char="●"/>
            </a:pPr>
            <a:r>
              <a:rPr b="0" i="0" lang="en" sz="850" u="none" cap="none" strike="noStrike">
                <a:solidFill>
                  <a:srgbClr val="5A5A72"/>
                </a:solidFill>
                <a:latin typeface="Plus Jakarta Sans Light"/>
                <a:ea typeface="Plus Jakarta Sans Light"/>
                <a:cs typeface="Plus Jakarta Sans Light"/>
                <a:sym typeface="Plus Jakarta Sans Light"/>
              </a:rPr>
              <a:t>Testing local, on-prem open-weight model hosting</a:t>
            </a:r>
            <a:endParaRPr b="0" i="0" sz="850" u="none" cap="none" strike="noStrike">
              <a:solidFill>
                <a:srgbClr val="5A5A72"/>
              </a:solidFill>
              <a:latin typeface="Plus Jakarta Sans Light"/>
              <a:ea typeface="Plus Jakarta Sans Light"/>
              <a:cs typeface="Plus Jakarta Sans Light"/>
              <a:sym typeface="Plus Jakarta Sans Light"/>
            </a:endParaRPr>
          </a:p>
          <a:p>
            <a:pPr indent="-285750" lvl="0" marL="285750" marR="0" rtl="0" algn="l">
              <a:lnSpc>
                <a:spcPct val="100000"/>
              </a:lnSpc>
              <a:spcBef>
                <a:spcPts val="250"/>
              </a:spcBef>
              <a:spcAft>
                <a:spcPts val="0"/>
              </a:spcAft>
              <a:buClr>
                <a:srgbClr val="5A5A72"/>
              </a:buClr>
              <a:buSzPts val="850"/>
              <a:buFont typeface="Plus Jakarta Sans"/>
              <a:buChar char="●"/>
            </a:pPr>
            <a:r>
              <a:rPr b="0" i="0" lang="en" sz="850" u="none" cap="none" strike="noStrike">
                <a:solidFill>
                  <a:srgbClr val="5A5A72"/>
                </a:solidFill>
                <a:latin typeface="Plus Jakarta Sans Light"/>
                <a:ea typeface="Plus Jakarta Sans Light"/>
                <a:cs typeface="Plus Jakarta Sans Light"/>
                <a:sym typeface="Plus Jakarta Sans Light"/>
              </a:rPr>
              <a:t>Securing capacity and cost control early</a:t>
            </a:r>
            <a:endParaRPr b="0" i="0" sz="850" u="none" cap="none" strike="noStrike">
              <a:solidFill>
                <a:srgbClr val="5A5A72"/>
              </a:solidFill>
              <a:latin typeface="Plus Jakarta Sans Light"/>
              <a:ea typeface="Plus Jakarta Sans Light"/>
              <a:cs typeface="Plus Jakarta Sans Light"/>
              <a:sym typeface="Plus Jakarta Sans Light"/>
            </a:endParaRPr>
          </a:p>
          <a:p>
            <a:pPr indent="-285750" lvl="0" marL="285750" marR="0" rtl="0" algn="l">
              <a:lnSpc>
                <a:spcPct val="100000"/>
              </a:lnSpc>
              <a:spcBef>
                <a:spcPts val="250"/>
              </a:spcBef>
              <a:spcAft>
                <a:spcPts val="0"/>
              </a:spcAft>
              <a:buClr>
                <a:srgbClr val="5A5A72"/>
              </a:buClr>
              <a:buSzPts val="850"/>
              <a:buFont typeface="Plus Jakarta Sans"/>
              <a:buChar char="●"/>
            </a:pPr>
            <a:r>
              <a:rPr b="0" i="0" lang="en" sz="850" u="none" cap="none" strike="noStrike">
                <a:solidFill>
                  <a:srgbClr val="5A5A72"/>
                </a:solidFill>
                <a:latin typeface="Plus Jakarta Sans Light"/>
                <a:ea typeface="Plus Jakarta Sans Light"/>
                <a:cs typeface="Plus Jakarta Sans Light"/>
                <a:sym typeface="Plus Jakarta Sans Light"/>
              </a:rPr>
              <a:t>Taking proactive steps before token pricing flips</a:t>
            </a:r>
            <a:endParaRPr b="0" i="0" sz="850" u="none" cap="none" strike="noStrike">
              <a:solidFill>
                <a:srgbClr val="5A5A72"/>
              </a:solidFill>
              <a:latin typeface="Plus Jakarta Sans Light"/>
              <a:ea typeface="Plus Jakarta Sans Light"/>
              <a:cs typeface="Plus Jakarta Sans Light"/>
              <a:sym typeface="Plus Jakarta Sans Light"/>
            </a:endParaRPr>
          </a:p>
        </p:txBody>
      </p:sp>
      <p:sp>
        <p:nvSpPr>
          <p:cNvPr id="804" name="Google Shape;804;p3"/>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Agentic AI is an economics game — whoever controls inference cost and capacity, controls AI scale.</a:t>
            </a:r>
            <a:endParaRPr b="0" i="0" sz="1100" u="none" cap="none" strike="noStrike">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8" name="Shape 808"/>
        <p:cNvGrpSpPr/>
        <p:nvPr/>
      </p:nvGrpSpPr>
      <p:grpSpPr>
        <a:xfrm>
          <a:off x="0" y="0"/>
          <a:ext cx="0" cy="0"/>
          <a:chOff x="0" y="0"/>
          <a:chExt cx="0" cy="0"/>
        </a:xfrm>
      </p:grpSpPr>
      <p:sp>
        <p:nvSpPr>
          <p:cNvPr id="809" name="Google Shape;809;p8"/>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Anatomy of an Enterprise Agent Harness</a:t>
            </a:r>
            <a:endParaRPr>
              <a:latin typeface="Plus Jakarta Sans"/>
              <a:ea typeface="Plus Jakarta Sans"/>
              <a:cs typeface="Plus Jakarta Sans"/>
              <a:sym typeface="Plus Jakarta Sans"/>
            </a:endParaRPr>
          </a:p>
        </p:txBody>
      </p:sp>
      <p:sp>
        <p:nvSpPr>
          <p:cNvPr id="810" name="Google Shape;810;p8"/>
          <p:cNvSpPr txBox="1"/>
          <p:nvPr>
            <p:ph idx="1"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400"/>
              </a:spcAft>
              <a:buSzPts val="1100"/>
              <a:buNone/>
            </a:pPr>
            <a:r>
              <a:rPr lang="en">
                <a:latin typeface="Plus Jakarta Sans Medium"/>
                <a:ea typeface="Plus Jakarta Sans Medium"/>
                <a:cs typeface="Plus Jakarta Sans Medium"/>
                <a:sym typeface="Plus Jakarta Sans Medium"/>
              </a:rPr>
              <a:t>Every advanced pattern — deep research, computer-use, self-evolving loops — is assembled from the same blocks.</a:t>
            </a:r>
            <a:endParaRPr>
              <a:latin typeface="Plus Jakarta Sans Medium"/>
              <a:ea typeface="Plus Jakarta Sans Medium"/>
              <a:cs typeface="Plus Jakarta Sans Medium"/>
              <a:sym typeface="Plus Jakarta Sans Medium"/>
            </a:endParaRPr>
          </a:p>
        </p:txBody>
      </p:sp>
      <p:sp>
        <p:nvSpPr>
          <p:cNvPr id="811" name="Google Shape;811;p8"/>
          <p:cNvSpPr/>
          <p:nvPr/>
        </p:nvSpPr>
        <p:spPr>
          <a:xfrm>
            <a:off x="566925" y="1314724"/>
            <a:ext cx="3000000" cy="26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EE5A29"/>
                </a:solidFill>
                <a:latin typeface="Plus Jakarta Sans"/>
                <a:ea typeface="Plus Jakarta Sans"/>
                <a:cs typeface="Plus Jakarta Sans"/>
                <a:sym typeface="Plus Jakarta Sans"/>
              </a:rPr>
              <a:t>THE AGENT LOOP</a:t>
            </a:r>
            <a:endParaRPr b="0" i="0" sz="1400" u="none" cap="none" strike="noStrike">
              <a:solidFill>
                <a:srgbClr val="000000"/>
              </a:solidFill>
              <a:latin typeface="Arial"/>
              <a:ea typeface="Arial"/>
              <a:cs typeface="Arial"/>
              <a:sym typeface="Arial"/>
            </a:endParaRPr>
          </a:p>
        </p:txBody>
      </p:sp>
      <p:sp>
        <p:nvSpPr>
          <p:cNvPr id="812" name="Google Shape;812;p8"/>
          <p:cNvSpPr/>
          <p:nvPr/>
        </p:nvSpPr>
        <p:spPr>
          <a:xfrm>
            <a:off x="687000" y="1614724"/>
            <a:ext cx="1490100" cy="380100"/>
          </a:xfrm>
          <a:prstGeom prst="chevron">
            <a:avLst>
              <a:gd fmla="val 28000" name="adj"/>
            </a:avLst>
          </a:prstGeom>
          <a:solidFill>
            <a:srgbClr val="F6F6FB"/>
          </a:solidFill>
          <a:ln cap="flat" cmpd="sng" w="14000">
            <a:solidFill>
              <a:srgbClr val="4F4FF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 sz="1150" u="none" cap="none" strike="noStrike">
                <a:solidFill>
                  <a:srgbClr val="15154A"/>
                </a:solidFill>
                <a:latin typeface="Plus Jakarta Sans"/>
                <a:ea typeface="Plus Jakarta Sans"/>
                <a:cs typeface="Plus Jakarta Sans"/>
                <a:sym typeface="Plus Jakarta Sans"/>
              </a:rPr>
              <a:t>PLAN</a:t>
            </a:r>
            <a:endParaRPr b="0" i="0" sz="1400" u="none" cap="none" strike="noStrike">
              <a:solidFill>
                <a:srgbClr val="000000"/>
              </a:solidFill>
              <a:latin typeface="Plus Jakarta Sans"/>
              <a:ea typeface="Plus Jakarta Sans"/>
              <a:cs typeface="Plus Jakarta Sans"/>
              <a:sym typeface="Plus Jakarta Sans"/>
            </a:endParaRPr>
          </a:p>
        </p:txBody>
      </p:sp>
      <p:sp>
        <p:nvSpPr>
          <p:cNvPr id="813" name="Google Shape;813;p8"/>
          <p:cNvSpPr/>
          <p:nvPr/>
        </p:nvSpPr>
        <p:spPr>
          <a:xfrm>
            <a:off x="2257000" y="1614724"/>
            <a:ext cx="1490100" cy="380100"/>
          </a:xfrm>
          <a:prstGeom prst="chevron">
            <a:avLst>
              <a:gd fmla="val 28000" name="adj"/>
            </a:avLst>
          </a:prstGeom>
          <a:solidFill>
            <a:srgbClr val="F6F6FB"/>
          </a:solidFill>
          <a:ln cap="flat" cmpd="sng" w="14000">
            <a:solidFill>
              <a:srgbClr val="4F4FF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 sz="1150" u="none" cap="none" strike="noStrike">
                <a:solidFill>
                  <a:srgbClr val="15154A"/>
                </a:solidFill>
                <a:latin typeface="Plus Jakarta Sans"/>
                <a:ea typeface="Plus Jakarta Sans"/>
                <a:cs typeface="Plus Jakarta Sans"/>
                <a:sym typeface="Plus Jakarta Sans"/>
              </a:rPr>
              <a:t>REASON</a:t>
            </a:r>
            <a:endParaRPr b="0" i="0" sz="1400" u="none" cap="none" strike="noStrike">
              <a:solidFill>
                <a:srgbClr val="000000"/>
              </a:solidFill>
              <a:latin typeface="Plus Jakarta Sans"/>
              <a:ea typeface="Plus Jakarta Sans"/>
              <a:cs typeface="Plus Jakarta Sans"/>
              <a:sym typeface="Plus Jakarta Sans"/>
            </a:endParaRPr>
          </a:p>
        </p:txBody>
      </p:sp>
      <p:sp>
        <p:nvSpPr>
          <p:cNvPr id="814" name="Google Shape;814;p8"/>
          <p:cNvSpPr/>
          <p:nvPr/>
        </p:nvSpPr>
        <p:spPr>
          <a:xfrm>
            <a:off x="3827000" y="1614724"/>
            <a:ext cx="1490100" cy="380100"/>
          </a:xfrm>
          <a:prstGeom prst="chevron">
            <a:avLst>
              <a:gd fmla="val 28000" name="adj"/>
            </a:avLst>
          </a:prstGeom>
          <a:solidFill>
            <a:srgbClr val="F6F6FB"/>
          </a:solidFill>
          <a:ln cap="flat" cmpd="sng" w="14000">
            <a:solidFill>
              <a:srgbClr val="4F4FF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 sz="1150" u="none" cap="none" strike="noStrike">
                <a:solidFill>
                  <a:srgbClr val="15154A"/>
                </a:solidFill>
                <a:latin typeface="Plus Jakarta Sans"/>
                <a:ea typeface="Plus Jakarta Sans"/>
                <a:cs typeface="Plus Jakarta Sans"/>
                <a:sym typeface="Plus Jakarta Sans"/>
              </a:rPr>
              <a:t>ACT</a:t>
            </a:r>
            <a:endParaRPr b="0" i="0" sz="1400" u="none" cap="none" strike="noStrike">
              <a:solidFill>
                <a:srgbClr val="000000"/>
              </a:solidFill>
              <a:latin typeface="Plus Jakarta Sans"/>
              <a:ea typeface="Plus Jakarta Sans"/>
              <a:cs typeface="Plus Jakarta Sans"/>
              <a:sym typeface="Plus Jakarta Sans"/>
            </a:endParaRPr>
          </a:p>
        </p:txBody>
      </p:sp>
      <p:sp>
        <p:nvSpPr>
          <p:cNvPr id="815" name="Google Shape;815;p8"/>
          <p:cNvSpPr/>
          <p:nvPr/>
        </p:nvSpPr>
        <p:spPr>
          <a:xfrm>
            <a:off x="5397000" y="1614724"/>
            <a:ext cx="1490100" cy="380100"/>
          </a:xfrm>
          <a:prstGeom prst="chevron">
            <a:avLst>
              <a:gd fmla="val 28000" name="adj"/>
            </a:avLst>
          </a:prstGeom>
          <a:solidFill>
            <a:srgbClr val="F6F6FB"/>
          </a:solidFill>
          <a:ln cap="flat" cmpd="sng" w="14000">
            <a:solidFill>
              <a:srgbClr val="4F4FF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 sz="1150" u="none" cap="none" strike="noStrike">
                <a:solidFill>
                  <a:srgbClr val="15154A"/>
                </a:solidFill>
                <a:latin typeface="Plus Jakarta Sans"/>
                <a:ea typeface="Plus Jakarta Sans"/>
                <a:cs typeface="Plus Jakarta Sans"/>
                <a:sym typeface="Plus Jakarta Sans"/>
              </a:rPr>
              <a:t>OBSERVE</a:t>
            </a:r>
            <a:endParaRPr b="0" i="0" sz="1400" u="none" cap="none" strike="noStrike">
              <a:solidFill>
                <a:srgbClr val="000000"/>
              </a:solidFill>
              <a:latin typeface="Plus Jakarta Sans"/>
              <a:ea typeface="Plus Jakarta Sans"/>
              <a:cs typeface="Plus Jakarta Sans"/>
              <a:sym typeface="Plus Jakarta Sans"/>
            </a:endParaRPr>
          </a:p>
        </p:txBody>
      </p:sp>
      <p:sp>
        <p:nvSpPr>
          <p:cNvPr id="816" name="Google Shape;816;p8"/>
          <p:cNvSpPr/>
          <p:nvPr/>
        </p:nvSpPr>
        <p:spPr>
          <a:xfrm>
            <a:off x="6967000" y="1614724"/>
            <a:ext cx="1490100" cy="380100"/>
          </a:xfrm>
          <a:prstGeom prst="chevron">
            <a:avLst>
              <a:gd fmla="val 28000" name="adj"/>
            </a:avLst>
          </a:prstGeom>
          <a:solidFill>
            <a:srgbClr val="F6F6FB"/>
          </a:solidFill>
          <a:ln cap="flat" cmpd="sng" w="14000">
            <a:solidFill>
              <a:srgbClr val="4F4FF5"/>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 sz="1150" u="none" cap="none" strike="noStrike">
                <a:solidFill>
                  <a:srgbClr val="15154A"/>
                </a:solidFill>
                <a:latin typeface="Plus Jakarta Sans"/>
                <a:ea typeface="Plus Jakarta Sans"/>
                <a:cs typeface="Plus Jakarta Sans"/>
                <a:sym typeface="Plus Jakarta Sans"/>
              </a:rPr>
              <a:t>ITERATE</a:t>
            </a:r>
            <a:endParaRPr b="0" i="0" sz="1400" u="none" cap="none" strike="noStrike">
              <a:solidFill>
                <a:srgbClr val="000000"/>
              </a:solidFill>
              <a:latin typeface="Plus Jakarta Sans"/>
              <a:ea typeface="Plus Jakarta Sans"/>
              <a:cs typeface="Plus Jakarta Sans"/>
              <a:sym typeface="Plus Jakarta Sans"/>
            </a:endParaRPr>
          </a:p>
        </p:txBody>
      </p:sp>
      <p:sp>
        <p:nvSpPr>
          <p:cNvPr id="817" name="Google Shape;817;p8"/>
          <p:cNvSpPr/>
          <p:nvPr/>
        </p:nvSpPr>
        <p:spPr>
          <a:xfrm>
            <a:off x="566925" y="2174724"/>
            <a:ext cx="2541900" cy="980100"/>
          </a:xfrm>
          <a:prstGeom prst="roundRect">
            <a:avLst>
              <a:gd fmla="val 3600" name="adj"/>
            </a:avLst>
          </a:prstGeom>
          <a:solidFill>
            <a:srgbClr val="FFFFFF"/>
          </a:solidFill>
          <a:ln cap="flat" cmpd="sng" w="12700">
            <a:solidFill>
              <a:schemeClr val="accent2"/>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18" name="Google Shape;818;p8"/>
          <p:cNvSpPr/>
          <p:nvPr/>
        </p:nvSpPr>
        <p:spPr>
          <a:xfrm>
            <a:off x="726925" y="2254724"/>
            <a:ext cx="2262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15154A"/>
                </a:solidFill>
                <a:latin typeface="Plus Jakarta Sans"/>
                <a:ea typeface="Plus Jakarta Sans"/>
                <a:cs typeface="Plus Jakarta Sans"/>
                <a:sym typeface="Plus Jakarta Sans"/>
              </a:rPr>
              <a:t>Reasoning Core — the LLM</a:t>
            </a:r>
            <a:endParaRPr b="1" i="0" sz="1400" u="none" cap="none" strike="noStrike">
              <a:solidFill>
                <a:srgbClr val="000000"/>
              </a:solidFill>
              <a:latin typeface="Plus Jakarta Sans"/>
              <a:ea typeface="Plus Jakarta Sans"/>
              <a:cs typeface="Plus Jakarta Sans"/>
              <a:sym typeface="Plus Jakarta Sans"/>
            </a:endParaRPr>
          </a:p>
        </p:txBody>
      </p:sp>
      <p:sp>
        <p:nvSpPr>
          <p:cNvPr id="819" name="Google Shape;819;p8"/>
          <p:cNvSpPr/>
          <p:nvPr/>
        </p:nvSpPr>
        <p:spPr>
          <a:xfrm>
            <a:off x="726925" y="2574724"/>
            <a:ext cx="2241900" cy="50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Light"/>
                <a:ea typeface="Plus Jakarta Sans Light"/>
                <a:cs typeface="Plus Jakarta Sans Light"/>
                <a:sym typeface="Plus Jakarta Sans Light"/>
              </a:rPr>
              <a:t>Private-hosted open-weight or frontier API. Swappable without rewriting the agent.</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20" name="Google Shape;820;p8"/>
          <p:cNvSpPr/>
          <p:nvPr/>
        </p:nvSpPr>
        <p:spPr>
          <a:xfrm>
            <a:off x="3303000" y="2174724"/>
            <a:ext cx="2541900" cy="980100"/>
          </a:xfrm>
          <a:prstGeom prst="roundRect">
            <a:avLst>
              <a:gd fmla="val 3600" name="adj"/>
            </a:avLst>
          </a:prstGeom>
          <a:solidFill>
            <a:srgbClr val="FFFFFF"/>
          </a:solidFill>
          <a:ln cap="flat" cmpd="sng" w="12700">
            <a:solidFill>
              <a:srgbClr val="FF550D"/>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21" name="Google Shape;821;p8"/>
          <p:cNvSpPr/>
          <p:nvPr/>
        </p:nvSpPr>
        <p:spPr>
          <a:xfrm>
            <a:off x="3463000" y="2254724"/>
            <a:ext cx="2262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15154A"/>
                </a:solidFill>
                <a:latin typeface="Plus Jakarta Sans"/>
                <a:ea typeface="Plus Jakarta Sans"/>
                <a:cs typeface="Plus Jakarta Sans"/>
                <a:sym typeface="Plus Jakarta Sans"/>
              </a:rPr>
              <a:t>System Prompt &amp; Persona</a:t>
            </a:r>
            <a:endParaRPr b="1" i="0" sz="1400" u="none" cap="none" strike="noStrike">
              <a:solidFill>
                <a:srgbClr val="000000"/>
              </a:solidFill>
              <a:latin typeface="Plus Jakarta Sans"/>
              <a:ea typeface="Plus Jakarta Sans"/>
              <a:cs typeface="Plus Jakarta Sans"/>
              <a:sym typeface="Plus Jakarta Sans"/>
            </a:endParaRPr>
          </a:p>
        </p:txBody>
      </p:sp>
      <p:sp>
        <p:nvSpPr>
          <p:cNvPr id="822" name="Google Shape;822;p8"/>
          <p:cNvSpPr/>
          <p:nvPr/>
        </p:nvSpPr>
        <p:spPr>
          <a:xfrm>
            <a:off x="3463000" y="2574724"/>
            <a:ext cx="2241900" cy="50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Light"/>
                <a:ea typeface="Plus Jakarta Sans Light"/>
                <a:cs typeface="Plus Jakarta Sans Light"/>
                <a:sym typeface="Plus Jakarta Sans Light"/>
              </a:rPr>
              <a:t>Role, goal, backstory and policy instructions per agent — versioned like code.</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23" name="Google Shape;823;p8"/>
          <p:cNvSpPr/>
          <p:nvPr/>
        </p:nvSpPr>
        <p:spPr>
          <a:xfrm>
            <a:off x="6039075" y="2174724"/>
            <a:ext cx="2541900" cy="980100"/>
          </a:xfrm>
          <a:prstGeom prst="roundRect">
            <a:avLst>
              <a:gd fmla="val 3600" name="adj"/>
            </a:avLst>
          </a:prstGeom>
          <a:solidFill>
            <a:srgbClr val="FFFFFF"/>
          </a:solidFill>
          <a:ln cap="flat" cmpd="sng" w="12700">
            <a:solidFill>
              <a:schemeClr val="accent2"/>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24" name="Google Shape;824;p8"/>
          <p:cNvSpPr/>
          <p:nvPr/>
        </p:nvSpPr>
        <p:spPr>
          <a:xfrm>
            <a:off x="6199075" y="2254724"/>
            <a:ext cx="2262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15154A"/>
                </a:solidFill>
                <a:latin typeface="Plus Jakarta Sans"/>
                <a:ea typeface="Plus Jakarta Sans"/>
                <a:cs typeface="Plus Jakarta Sans"/>
                <a:sym typeface="Plus Jakarta Sans"/>
              </a:rPr>
              <a:t>Tools &amp; MCP Servers</a:t>
            </a:r>
            <a:endParaRPr b="1" i="0" sz="1400" u="none" cap="none" strike="noStrike">
              <a:solidFill>
                <a:srgbClr val="000000"/>
              </a:solidFill>
              <a:latin typeface="Plus Jakarta Sans"/>
              <a:ea typeface="Plus Jakarta Sans"/>
              <a:cs typeface="Plus Jakarta Sans"/>
              <a:sym typeface="Plus Jakarta Sans"/>
            </a:endParaRPr>
          </a:p>
        </p:txBody>
      </p:sp>
      <p:sp>
        <p:nvSpPr>
          <p:cNvPr id="825" name="Google Shape;825;p8"/>
          <p:cNvSpPr/>
          <p:nvPr/>
        </p:nvSpPr>
        <p:spPr>
          <a:xfrm>
            <a:off x="6199075" y="2574724"/>
            <a:ext cx="2241900" cy="50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Light"/>
                <a:ea typeface="Plus Jakarta Sans Light"/>
                <a:cs typeface="Plus Jakarta Sans Light"/>
                <a:sym typeface="Plus Jakarta Sans Light"/>
              </a:rPr>
              <a:t>The agent's hands: data queries, APIs, actions — governed tools via MCP.</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26" name="Google Shape;826;p8"/>
          <p:cNvSpPr/>
          <p:nvPr/>
        </p:nvSpPr>
        <p:spPr>
          <a:xfrm>
            <a:off x="566925" y="3294724"/>
            <a:ext cx="2541900" cy="9801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27" name="Google Shape;827;p8"/>
          <p:cNvSpPr/>
          <p:nvPr/>
        </p:nvSpPr>
        <p:spPr>
          <a:xfrm>
            <a:off x="726925" y="3374724"/>
            <a:ext cx="2262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15154A"/>
                </a:solidFill>
                <a:latin typeface="Plus Jakarta Sans"/>
                <a:ea typeface="Plus Jakarta Sans"/>
                <a:cs typeface="Plus Jakarta Sans"/>
                <a:sym typeface="Plus Jakarta Sans"/>
              </a:rPr>
              <a:t>Memory &amp; Context</a:t>
            </a:r>
            <a:endParaRPr b="1" i="0" sz="1400" u="none" cap="none" strike="noStrike">
              <a:solidFill>
                <a:srgbClr val="000000"/>
              </a:solidFill>
              <a:latin typeface="Plus Jakarta Sans"/>
              <a:ea typeface="Plus Jakarta Sans"/>
              <a:cs typeface="Plus Jakarta Sans"/>
              <a:sym typeface="Plus Jakarta Sans"/>
            </a:endParaRPr>
          </a:p>
        </p:txBody>
      </p:sp>
      <p:sp>
        <p:nvSpPr>
          <p:cNvPr id="828" name="Google Shape;828;p8"/>
          <p:cNvSpPr/>
          <p:nvPr/>
        </p:nvSpPr>
        <p:spPr>
          <a:xfrm>
            <a:off x="726925" y="3694724"/>
            <a:ext cx="2241900" cy="50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Light"/>
                <a:ea typeface="Plus Jakarta Sans Light"/>
                <a:cs typeface="Plus Jakarta Sans Light"/>
                <a:sym typeface="Plus Jakarta Sans Light"/>
              </a:rPr>
              <a:t>Session state, retrieval, enterprise knowledge — what the agent remembers.</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29" name="Google Shape;829;p8"/>
          <p:cNvSpPr/>
          <p:nvPr/>
        </p:nvSpPr>
        <p:spPr>
          <a:xfrm>
            <a:off x="3303000" y="3294724"/>
            <a:ext cx="2541900" cy="980100"/>
          </a:xfrm>
          <a:prstGeom prst="roundRect">
            <a:avLst>
              <a:gd fmla="val 3600" name="adj"/>
            </a:avLst>
          </a:prstGeom>
          <a:solidFill>
            <a:srgbClr val="FFFFFF"/>
          </a:solidFill>
          <a:ln cap="flat" cmpd="sng" w="12700">
            <a:solidFill>
              <a:schemeClr val="accent2"/>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30" name="Google Shape;830;p8"/>
          <p:cNvSpPr/>
          <p:nvPr/>
        </p:nvSpPr>
        <p:spPr>
          <a:xfrm>
            <a:off x="3463000" y="3374724"/>
            <a:ext cx="2262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15154A"/>
                </a:solidFill>
                <a:latin typeface="Plus Jakarta Sans"/>
                <a:ea typeface="Plus Jakarta Sans"/>
                <a:cs typeface="Plus Jakarta Sans"/>
                <a:sym typeface="Plus Jakarta Sans"/>
              </a:rPr>
              <a:t>Guardrails &amp; Policy</a:t>
            </a:r>
            <a:endParaRPr b="1" i="0" sz="1400" u="none" cap="none" strike="noStrike">
              <a:solidFill>
                <a:srgbClr val="000000"/>
              </a:solidFill>
              <a:latin typeface="Plus Jakarta Sans"/>
              <a:ea typeface="Plus Jakarta Sans"/>
              <a:cs typeface="Plus Jakarta Sans"/>
              <a:sym typeface="Plus Jakarta Sans"/>
            </a:endParaRPr>
          </a:p>
        </p:txBody>
      </p:sp>
      <p:sp>
        <p:nvSpPr>
          <p:cNvPr id="831" name="Google Shape;831;p8"/>
          <p:cNvSpPr/>
          <p:nvPr/>
        </p:nvSpPr>
        <p:spPr>
          <a:xfrm>
            <a:off x="3463000" y="3694724"/>
            <a:ext cx="2241900" cy="50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Light"/>
                <a:ea typeface="Plus Jakarta Sans Light"/>
                <a:cs typeface="Plus Jakarta Sans Light"/>
                <a:sym typeface="Plus Jakarta Sans Light"/>
              </a:rPr>
              <a:t>Input/output safety enforced inside the loop, not bolted on per app.</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32" name="Google Shape;832;p8"/>
          <p:cNvSpPr/>
          <p:nvPr/>
        </p:nvSpPr>
        <p:spPr>
          <a:xfrm>
            <a:off x="6039075" y="3294724"/>
            <a:ext cx="2541900" cy="9801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33" name="Google Shape;833;p8"/>
          <p:cNvSpPr/>
          <p:nvPr/>
        </p:nvSpPr>
        <p:spPr>
          <a:xfrm>
            <a:off x="6199075" y="3374724"/>
            <a:ext cx="2262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b="1" i="0" lang="en" sz="1050" u="none" cap="none" strike="noStrike">
                <a:solidFill>
                  <a:srgbClr val="15154A"/>
                </a:solidFill>
                <a:latin typeface="Plus Jakarta Sans"/>
                <a:ea typeface="Plus Jakarta Sans"/>
                <a:cs typeface="Plus Jakarta Sans"/>
                <a:sym typeface="Plus Jakarta Sans"/>
              </a:rPr>
              <a:t>Deploy &amp; Marketplace</a:t>
            </a:r>
            <a:endParaRPr b="1" i="0" sz="1400" u="none" cap="none" strike="noStrike">
              <a:solidFill>
                <a:srgbClr val="000000"/>
              </a:solidFill>
              <a:latin typeface="Plus Jakarta Sans"/>
              <a:ea typeface="Plus Jakarta Sans"/>
              <a:cs typeface="Plus Jakarta Sans"/>
              <a:sym typeface="Plus Jakarta Sans"/>
            </a:endParaRPr>
          </a:p>
        </p:txBody>
      </p:sp>
      <p:sp>
        <p:nvSpPr>
          <p:cNvPr id="834" name="Google Shape;834;p8"/>
          <p:cNvSpPr/>
          <p:nvPr/>
        </p:nvSpPr>
        <p:spPr>
          <a:xfrm>
            <a:off x="6199075" y="3694724"/>
            <a:ext cx="2241900" cy="50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Light"/>
                <a:ea typeface="Plus Jakarta Sans Light"/>
                <a:cs typeface="Plus Jakarta Sans Light"/>
                <a:sym typeface="Plus Jakarta Sans Light"/>
              </a:rPr>
              <a:t>Publish agents as endpoints — reusable lego blocks other teams assemble.</a:t>
            </a:r>
            <a:endParaRPr b="0" i="0" sz="1400" u="none" cap="none" strike="noStrike">
              <a:solidFill>
                <a:srgbClr val="000000"/>
              </a:solidFill>
              <a:latin typeface="Plus Jakarta Sans Light"/>
              <a:ea typeface="Plus Jakarta Sans Light"/>
              <a:cs typeface="Plus Jakarta Sans Light"/>
              <a:sym typeface="Plus Jakarta Sans Light"/>
            </a:endParaRPr>
          </a:p>
        </p:txBody>
      </p:sp>
      <p:sp>
        <p:nvSpPr>
          <p:cNvPr id="835" name="Google Shape;835;p8"/>
          <p:cNvSpPr/>
          <p:nvPr/>
        </p:nvSpPr>
        <p:spPr>
          <a:xfrm>
            <a:off x="566928" y="4371027"/>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Light"/>
                <a:ea typeface="Plus Jakarta Sans Light"/>
                <a:cs typeface="Plus Jakarta Sans Light"/>
                <a:sym typeface="Plus Jakarta Sans Light"/>
              </a:rPr>
              <a:t>The platform question is not “which model” — it is which of these blocks you get out of the box, governed.</a:t>
            </a:r>
            <a:endParaRPr b="0" i="0" sz="1100" u="none" cap="none" strike="noStrike">
              <a:solidFill>
                <a:srgbClr val="000000"/>
              </a:solidFill>
              <a:latin typeface="Plus Jakarta Sans Light"/>
              <a:ea typeface="Plus Jakarta Sans Light"/>
              <a:cs typeface="Plus Jakarta Sans Light"/>
              <a:sym typeface="Plus Jakarta Sans Ligh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9" name="Shape 839"/>
        <p:cNvGrpSpPr/>
        <p:nvPr/>
      </p:nvGrpSpPr>
      <p:grpSpPr>
        <a:xfrm>
          <a:off x="0" y="0"/>
          <a:ext cx="0" cy="0"/>
          <a:chOff x="0" y="0"/>
          <a:chExt cx="0" cy="0"/>
        </a:xfrm>
      </p:grpSpPr>
      <p:sp>
        <p:nvSpPr>
          <p:cNvPr id="840" name="Google Shape;840;p16"/>
          <p:cNvSpPr txBox="1"/>
          <p:nvPr>
            <p:ph type="title"/>
          </p:nvPr>
        </p:nvSpPr>
        <p:spPr>
          <a:xfrm>
            <a:off x="533400" y="284253"/>
            <a:ext cx="7620000" cy="612900"/>
          </a:xfrm>
          <a:prstGeom prst="rect">
            <a:avLst/>
          </a:prstGeom>
          <a:solidFill>
            <a:srgbClr val="000000">
              <a:alpha val="0"/>
            </a:srgbClr>
          </a:solidFill>
          <a:ln>
            <a:noFill/>
          </a:ln>
        </p:spPr>
        <p:txBody>
          <a:bodyPr anchorCtr="0" anchor="t" bIns="45700" lIns="91400" spcFirstLastPara="1" rIns="91400" wrap="square" tIns="0">
            <a:noAutofit/>
          </a:bodyPr>
          <a:lstStyle/>
          <a:p>
            <a:pPr indent="0" lvl="0" marL="0" rtl="0" algn="l">
              <a:lnSpc>
                <a:spcPct val="100000"/>
              </a:lnSpc>
              <a:spcBef>
                <a:spcPts val="0"/>
              </a:spcBef>
              <a:spcAft>
                <a:spcPts val="0"/>
              </a:spcAft>
              <a:buSzPts val="2100"/>
              <a:buNone/>
            </a:pPr>
            <a:r>
              <a:rPr b="0" lang="en" sz="2300">
                <a:solidFill>
                  <a:srgbClr val="120046"/>
                </a:solidFill>
                <a:latin typeface="Plus Jakarta Sans"/>
                <a:ea typeface="Plus Jakarta Sans"/>
                <a:cs typeface="Plus Jakarta Sans"/>
                <a:sym typeface="Plus Jakarta Sans"/>
              </a:rPr>
              <a:t>Models Are Commoditized: Your Data Isn't</a:t>
            </a:r>
            <a:endParaRPr b="0" sz="2300">
              <a:solidFill>
                <a:srgbClr val="120046"/>
              </a:solidFill>
              <a:latin typeface="Plus Jakarta Sans"/>
              <a:ea typeface="Plus Jakarta Sans"/>
              <a:cs typeface="Plus Jakarta Sans"/>
              <a:sym typeface="Plus Jakarta Sans"/>
            </a:endParaRPr>
          </a:p>
        </p:txBody>
      </p:sp>
      <p:sp>
        <p:nvSpPr>
          <p:cNvPr id="841" name="Google Shape;841;p16"/>
          <p:cNvSpPr/>
          <p:nvPr/>
        </p:nvSpPr>
        <p:spPr>
          <a:xfrm>
            <a:off x="566925" y="1500000"/>
            <a:ext cx="8010000" cy="800100"/>
          </a:xfrm>
          <a:prstGeom prst="roundRect">
            <a:avLst>
              <a:gd fmla="val 6000" name="adj"/>
            </a:avLst>
          </a:prstGeom>
          <a:solidFill>
            <a:schemeClr val="accent1"/>
          </a:solidFill>
          <a:ln>
            <a:noFill/>
          </a:ln>
        </p:spPr>
        <p:txBody>
          <a:bodyPr anchorCtr="0" anchor="ctr" bIns="0" lIns="0" spcFirstLastPara="1" rIns="0" wrap="square" tIns="0">
            <a:noAutofit/>
          </a:bodyPr>
          <a:lstStyle/>
          <a:p>
            <a:pPr indent="0" lvl="0" marL="91440" marR="91440" rtl="0" algn="l">
              <a:lnSpc>
                <a:spcPct val="115000"/>
              </a:lnSpc>
              <a:spcBef>
                <a:spcPts val="0"/>
              </a:spcBef>
              <a:spcAft>
                <a:spcPts val="0"/>
              </a:spcAft>
              <a:buClr>
                <a:srgbClr val="000000"/>
              </a:buClr>
              <a:buSzPts val="1250"/>
              <a:buFont typeface="Arial"/>
              <a:buNone/>
            </a:pPr>
            <a:r>
              <a:rPr b="0" i="1" lang="en" sz="1150" u="none" cap="none" strike="noStrike">
                <a:solidFill>
                  <a:schemeClr val="lt1"/>
                </a:solidFill>
                <a:latin typeface="Plus Jakarta Sans"/>
                <a:ea typeface="Plus Jakarta Sans"/>
                <a:cs typeface="Plus Jakarta Sans"/>
                <a:sym typeface="Plus Jakarta Sans"/>
              </a:rPr>
              <a:t>“We've built a super AI system locally because I'm just not confident to share that conversation. It turns out the most valuable IP to me are my questions. The answers are a commodity.”</a:t>
            </a:r>
            <a:endParaRPr b="0" i="0" sz="1300" u="none" cap="none" strike="noStrike">
              <a:solidFill>
                <a:schemeClr val="lt1"/>
              </a:solidFill>
              <a:latin typeface="Arial"/>
              <a:ea typeface="Arial"/>
              <a:cs typeface="Arial"/>
              <a:sym typeface="Arial"/>
            </a:endParaRPr>
          </a:p>
          <a:p>
            <a:pPr indent="0" lvl="0" marL="91440" marR="91440" rtl="0" algn="r">
              <a:lnSpc>
                <a:spcPct val="100000"/>
              </a:lnSpc>
              <a:spcBef>
                <a:spcPts val="0"/>
              </a:spcBef>
              <a:spcAft>
                <a:spcPts val="0"/>
              </a:spcAft>
              <a:buClr>
                <a:srgbClr val="000000"/>
              </a:buClr>
              <a:buSzPts val="1000"/>
              <a:buFont typeface="Arial"/>
              <a:buNone/>
            </a:pPr>
            <a:r>
              <a:rPr b="0" i="0" lang="en" sz="900" u="none" cap="none" strike="noStrike">
                <a:solidFill>
                  <a:schemeClr val="lt1"/>
                </a:solidFill>
                <a:latin typeface="Plus Jakarta Sans"/>
                <a:ea typeface="Plus Jakarta Sans"/>
                <a:cs typeface="Plus Jakarta Sans"/>
                <a:sym typeface="Plus Jakarta Sans"/>
              </a:rPr>
              <a:t>— Jensen Huang, Cisco AI Summit 2026</a:t>
            </a:r>
            <a:endParaRPr b="0" i="0" sz="1300" u="none" cap="none" strike="noStrike">
              <a:solidFill>
                <a:schemeClr val="lt1"/>
              </a:solidFill>
              <a:latin typeface="Arial"/>
              <a:ea typeface="Arial"/>
              <a:cs typeface="Arial"/>
              <a:sym typeface="Arial"/>
            </a:endParaRPr>
          </a:p>
        </p:txBody>
      </p:sp>
      <p:sp>
        <p:nvSpPr>
          <p:cNvPr id="842" name="Google Shape;842;p16"/>
          <p:cNvSpPr/>
          <p:nvPr/>
        </p:nvSpPr>
        <p:spPr>
          <a:xfrm>
            <a:off x="566925" y="2550000"/>
            <a:ext cx="3905100" cy="1550100"/>
          </a:xfrm>
          <a:prstGeom prst="roundRect">
            <a:avLst>
              <a:gd fmla="val 3600" name="adj"/>
            </a:avLst>
          </a:prstGeom>
          <a:solidFill>
            <a:srgbClr val="FFFFFF"/>
          </a:solidFill>
          <a:ln cap="flat" cmpd="sng" w="12700">
            <a:solidFill>
              <a:schemeClr val="accent3"/>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3" name="Google Shape;843;p16"/>
          <p:cNvSpPr/>
          <p:nvPr/>
        </p:nvSpPr>
        <p:spPr>
          <a:xfrm>
            <a:off x="726925" y="2630000"/>
            <a:ext cx="36249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15154A"/>
                </a:solidFill>
                <a:latin typeface="Plus Jakarta Sans"/>
                <a:ea typeface="Plus Jakarta Sans"/>
                <a:cs typeface="Plus Jakarta Sans"/>
                <a:sym typeface="Plus Jakarta Sans"/>
              </a:rPr>
              <a:t>Commoditized: model capability</a:t>
            </a:r>
            <a:endParaRPr b="0" i="0" sz="1400" u="none" cap="none" strike="noStrike">
              <a:solidFill>
                <a:srgbClr val="000000"/>
              </a:solidFill>
              <a:latin typeface="Plus Jakarta Sans"/>
              <a:ea typeface="Plus Jakarta Sans"/>
              <a:cs typeface="Plus Jakarta Sans"/>
              <a:sym typeface="Plus Jakarta Sans"/>
            </a:endParaRPr>
          </a:p>
        </p:txBody>
      </p:sp>
      <p:sp>
        <p:nvSpPr>
          <p:cNvPr id="844" name="Google Shape;844;p16"/>
          <p:cNvSpPr/>
          <p:nvPr/>
        </p:nvSpPr>
        <p:spPr>
          <a:xfrm>
            <a:off x="726925" y="2949997"/>
            <a:ext cx="3605100" cy="1070100"/>
          </a:xfrm>
          <a:prstGeom prst="rect">
            <a:avLst/>
          </a:prstGeom>
          <a:solidFill>
            <a:srgbClr val="000000">
              <a:alpha val="0"/>
            </a:srgbClr>
          </a:solidFill>
          <a:ln>
            <a:noFill/>
          </a:ln>
        </p:spPr>
        <p:txBody>
          <a:bodyPr anchorCtr="0" anchor="t" bIns="0" lIns="0" spcFirstLastPara="1" rIns="0" wrap="square" tIns="0">
            <a:noAutofit/>
          </a:bodyPr>
          <a:lstStyle/>
          <a:p>
            <a:pPr indent="-292100" lvl="0" marL="457200" marR="0" rtl="0" algn="l">
              <a:lnSpc>
                <a:spcPct val="100000"/>
              </a:lnSpc>
              <a:spcBef>
                <a:spcPts val="0"/>
              </a:spcBef>
              <a:spcAft>
                <a:spcPts val="0"/>
              </a:spcAft>
              <a:buClr>
                <a:srgbClr val="5A5A72"/>
              </a:buClr>
              <a:buSzPts val="1000"/>
              <a:buFont typeface="Plus Jakarta Sans Light"/>
              <a:buChar char="●"/>
            </a:pPr>
            <a:r>
              <a:rPr b="0" i="0" lang="en" sz="1000" u="none" cap="none" strike="noStrike">
                <a:solidFill>
                  <a:srgbClr val="5A5A72"/>
                </a:solidFill>
                <a:latin typeface="Plus Jakarta Sans Light"/>
                <a:ea typeface="Plus Jakarta Sans Light"/>
                <a:cs typeface="Plus Jakarta Sans Light"/>
                <a:sym typeface="Plus Jakarta Sans Light"/>
              </a:rPr>
              <a:t>Everyone can rent the same frontier models with the same APIs, benchmarks, and answers. </a:t>
            </a:r>
            <a:endParaRPr b="0" i="0" sz="1000" u="none" cap="none" strike="noStrike">
              <a:solidFill>
                <a:srgbClr val="5A5A72"/>
              </a:solidFill>
              <a:latin typeface="Plus Jakarta Sans Light"/>
              <a:ea typeface="Plus Jakarta Sans Light"/>
              <a:cs typeface="Plus Jakarta Sans Light"/>
              <a:sym typeface="Plus Jakarta Sans Light"/>
            </a:endParaRPr>
          </a:p>
          <a:p>
            <a:pPr indent="-292100" lvl="0" marL="457200" marR="0" rtl="0" algn="l">
              <a:lnSpc>
                <a:spcPct val="100000"/>
              </a:lnSpc>
              <a:spcBef>
                <a:spcPts val="0"/>
              </a:spcBef>
              <a:spcAft>
                <a:spcPts val="0"/>
              </a:spcAft>
              <a:buClr>
                <a:srgbClr val="5A5A72"/>
              </a:buClr>
              <a:buSzPts val="1000"/>
              <a:buFont typeface="Plus Jakarta Sans Light"/>
              <a:buChar char="●"/>
            </a:pPr>
            <a:r>
              <a:rPr b="0" i="0" lang="en" sz="1000" u="none" cap="none" strike="noStrike">
                <a:solidFill>
                  <a:srgbClr val="5A5A72"/>
                </a:solidFill>
                <a:latin typeface="Plus Jakarta Sans Light"/>
                <a:ea typeface="Plus Jakarta Sans Light"/>
                <a:cs typeface="Plus Jakarta Sans Light"/>
                <a:sym typeface="Plus Jakarta Sans Light"/>
              </a:rPr>
              <a:t>Model choice alone differentiates no one.</a:t>
            </a:r>
            <a:endParaRPr b="0" i="0" sz="1000" u="none" cap="none" strike="noStrike">
              <a:solidFill>
                <a:srgbClr val="5A5A72"/>
              </a:solidFill>
              <a:latin typeface="Plus Jakarta Sans Light"/>
              <a:ea typeface="Plus Jakarta Sans Light"/>
              <a:cs typeface="Plus Jakarta Sans Light"/>
              <a:sym typeface="Plus Jakarta Sans Light"/>
            </a:endParaRPr>
          </a:p>
        </p:txBody>
      </p:sp>
      <p:sp>
        <p:nvSpPr>
          <p:cNvPr id="845" name="Google Shape;845;p16"/>
          <p:cNvSpPr/>
          <p:nvPr/>
        </p:nvSpPr>
        <p:spPr>
          <a:xfrm>
            <a:off x="4670925" y="2550000"/>
            <a:ext cx="3905100" cy="15501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6" name="Google Shape;846;p16"/>
          <p:cNvSpPr/>
          <p:nvPr/>
        </p:nvSpPr>
        <p:spPr>
          <a:xfrm>
            <a:off x="4830925" y="2630000"/>
            <a:ext cx="36249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15154A"/>
                </a:solidFill>
                <a:latin typeface="Plus Jakarta Sans"/>
                <a:ea typeface="Plus Jakarta Sans"/>
                <a:cs typeface="Plus Jakarta Sans"/>
                <a:sym typeface="Plus Jakarta Sans"/>
              </a:rPr>
              <a:t>Unique: your data &amp; your platform</a:t>
            </a:r>
            <a:endParaRPr b="0" i="0" sz="1400" u="none" cap="none" strike="noStrike">
              <a:solidFill>
                <a:srgbClr val="000000"/>
              </a:solidFill>
              <a:latin typeface="Plus Jakarta Sans"/>
              <a:ea typeface="Plus Jakarta Sans"/>
              <a:cs typeface="Plus Jakarta Sans"/>
              <a:sym typeface="Plus Jakarta Sans"/>
            </a:endParaRPr>
          </a:p>
        </p:txBody>
      </p:sp>
      <p:sp>
        <p:nvSpPr>
          <p:cNvPr id="847" name="Google Shape;847;p16"/>
          <p:cNvSpPr/>
          <p:nvPr/>
        </p:nvSpPr>
        <p:spPr>
          <a:xfrm>
            <a:off x="4830928" y="2949997"/>
            <a:ext cx="3605100" cy="1070100"/>
          </a:xfrm>
          <a:prstGeom prst="rect">
            <a:avLst/>
          </a:prstGeom>
          <a:solidFill>
            <a:srgbClr val="000000">
              <a:alpha val="0"/>
            </a:srgbClr>
          </a:solidFill>
          <a:ln>
            <a:noFill/>
          </a:ln>
        </p:spPr>
        <p:txBody>
          <a:bodyPr anchorCtr="0" anchor="t" bIns="0" lIns="0" spcFirstLastPara="1" rIns="0" wrap="square" tIns="0">
            <a:noAutofit/>
          </a:bodyPr>
          <a:lstStyle/>
          <a:p>
            <a:pPr indent="-292100" lvl="0" marL="457200" marR="0" rtl="0" algn="l">
              <a:lnSpc>
                <a:spcPct val="100000"/>
              </a:lnSpc>
              <a:spcBef>
                <a:spcPts val="0"/>
              </a:spcBef>
              <a:spcAft>
                <a:spcPts val="0"/>
              </a:spcAft>
              <a:buClr>
                <a:srgbClr val="5A5A72"/>
              </a:buClr>
              <a:buSzPts val="1000"/>
              <a:buFont typeface="Plus Jakarta Sans Light"/>
              <a:buChar char="●"/>
            </a:pPr>
            <a:r>
              <a:rPr b="0" i="0" lang="en" sz="1000" u="none" cap="none" strike="noStrike">
                <a:solidFill>
                  <a:srgbClr val="5A5A72"/>
                </a:solidFill>
                <a:latin typeface="Plus Jakarta Sans Light"/>
                <a:ea typeface="Plus Jakarta Sans Light"/>
                <a:cs typeface="Plus Jakarta Sans Light"/>
                <a:sym typeface="Plus Jakarta Sans Light"/>
              </a:rPr>
              <a:t>Proprietary, longitudinal data and its governance provide the only sustainable advantage. </a:t>
            </a:r>
            <a:endParaRPr b="0" i="0" sz="1000" u="none" cap="none" strike="noStrike">
              <a:solidFill>
                <a:srgbClr val="5A5A72"/>
              </a:solidFill>
              <a:latin typeface="Plus Jakarta Sans Light"/>
              <a:ea typeface="Plus Jakarta Sans Light"/>
              <a:cs typeface="Plus Jakarta Sans Light"/>
              <a:sym typeface="Plus Jakarta Sans Light"/>
            </a:endParaRPr>
          </a:p>
          <a:p>
            <a:pPr indent="-292100" lvl="0" marL="457200" marR="0" rtl="0" algn="l">
              <a:lnSpc>
                <a:spcPct val="100000"/>
              </a:lnSpc>
              <a:spcBef>
                <a:spcPts val="0"/>
              </a:spcBef>
              <a:spcAft>
                <a:spcPts val="0"/>
              </a:spcAft>
              <a:buClr>
                <a:srgbClr val="5A5A72"/>
              </a:buClr>
              <a:buSzPts val="1000"/>
              <a:buFont typeface="Plus Jakarta Sans Light"/>
              <a:buChar char="●"/>
            </a:pPr>
            <a:r>
              <a:rPr b="0" i="0" lang="en" sz="1000" u="none" cap="none" strike="noStrike">
                <a:solidFill>
                  <a:srgbClr val="5A5A72"/>
                </a:solidFill>
                <a:latin typeface="Plus Jakarta Sans Light"/>
                <a:ea typeface="Plus Jakarta Sans Light"/>
                <a:cs typeface="Plus Jakarta Sans Light"/>
                <a:sym typeface="Plus Jakarta Sans Light"/>
              </a:rPr>
              <a:t>High-fidelity, well-governed data wins.</a:t>
            </a:r>
            <a:endParaRPr b="0" i="0" sz="1000" u="none" cap="none" strike="noStrike">
              <a:solidFill>
                <a:srgbClr val="5A5A72"/>
              </a:solidFill>
              <a:latin typeface="Plus Jakarta Sans Light"/>
              <a:ea typeface="Plus Jakarta Sans Light"/>
              <a:cs typeface="Plus Jakarta Sans Light"/>
              <a:sym typeface="Plus Jakarta Sans Light"/>
            </a:endParaRPr>
          </a:p>
        </p:txBody>
      </p:sp>
      <p:sp>
        <p:nvSpPr>
          <p:cNvPr id="848" name="Google Shape;848;p16"/>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So the strategic question for IT: where does AI meet your data: in someone else's cloud, or on a platform you own?</a:t>
            </a:r>
            <a:endParaRPr b="0" i="0" sz="1300" u="none" cap="none" strike="noStrike">
              <a:solidFill>
                <a:srgbClr val="000000"/>
              </a:solidFill>
              <a:latin typeface="Arial"/>
              <a:ea typeface="Arial"/>
              <a:cs typeface="Arial"/>
              <a:sym typeface="Arial"/>
            </a:endParaRPr>
          </a:p>
        </p:txBody>
      </p:sp>
      <p:sp>
        <p:nvSpPr>
          <p:cNvPr id="849" name="Google Shape;849;p16"/>
          <p:cNvSpPr txBox="1"/>
          <p:nvPr>
            <p:ph idx="1"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If your AI strategy relies entirely on public model capabilities, your competitive differentiation is effectively zero.</a:t>
            </a:r>
            <a:endParaRPr>
              <a:latin typeface="Plus Jakarta Sans Medium"/>
              <a:ea typeface="Plus Jakarta Sans Medium"/>
              <a:cs typeface="Plus Jakarta Sans Medium"/>
              <a:sym typeface="Plus Jakarta Sans Medium"/>
            </a:endParaRPr>
          </a:p>
          <a:p>
            <a:pPr indent="0" lvl="0" marL="0" rtl="0" algn="l">
              <a:lnSpc>
                <a:spcPct val="100000"/>
              </a:lnSpc>
              <a:spcBef>
                <a:spcPts val="0"/>
              </a:spcBef>
              <a:spcAft>
                <a:spcPts val="0"/>
              </a:spcAft>
              <a:buSzPts val="1100"/>
              <a:buNone/>
            </a:pPr>
            <a:r>
              <a:t/>
            </a:r>
            <a:endParaRPr>
              <a:latin typeface="Plus Jakarta Sans Medium"/>
              <a:ea typeface="Plus Jakarta Sans Medium"/>
              <a:cs typeface="Plus Jakarta Sans Medium"/>
              <a:sym typeface="Plus Jakarta Sans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3" name="Shape 853"/>
        <p:cNvGrpSpPr/>
        <p:nvPr/>
      </p:nvGrpSpPr>
      <p:grpSpPr>
        <a:xfrm>
          <a:off x="0" y="0"/>
          <a:ext cx="0" cy="0"/>
          <a:chOff x="0" y="0"/>
          <a:chExt cx="0" cy="0"/>
        </a:xfrm>
      </p:grpSpPr>
      <p:sp>
        <p:nvSpPr>
          <p:cNvPr id="854" name="Google Shape;854;g3f9b3f86724_0_0"/>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Three walls stand between you and agents at scale</a:t>
            </a:r>
            <a:endParaRPr>
              <a:latin typeface="Plus Jakarta Sans"/>
              <a:ea typeface="Plus Jakarta Sans"/>
              <a:cs typeface="Plus Jakarta Sans"/>
              <a:sym typeface="Plus Jakarta Sans"/>
            </a:endParaRPr>
          </a:p>
        </p:txBody>
      </p:sp>
      <p:sp>
        <p:nvSpPr>
          <p:cNvPr id="855" name="Google Shape;855;g3f9b3f86724_0_0"/>
          <p:cNvSpPr txBox="1"/>
          <p:nvPr>
            <p:ph idx="1" type="body"/>
          </p:nvPr>
        </p:nvSpPr>
        <p:spPr>
          <a:xfrm>
            <a:off x="533400" y="734285"/>
            <a:ext cx="8010000" cy="3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400"/>
              </a:spcAft>
              <a:buSzPts val="1100"/>
              <a:buNone/>
            </a:pPr>
            <a:r>
              <a:rPr lang="en">
                <a:latin typeface="Plus Jakarta Sans Medium"/>
                <a:ea typeface="Plus Jakarta Sans Medium"/>
                <a:cs typeface="Plus Jakarta Sans Medium"/>
                <a:sym typeface="Plus Jakarta Sans Medium"/>
              </a:rPr>
              <a:t>Agents don't just change what AI does. They expose three problems that compound each other.</a:t>
            </a:r>
            <a:endParaRPr>
              <a:latin typeface="Plus Jakarta Sans Medium"/>
              <a:ea typeface="Plus Jakarta Sans Medium"/>
              <a:cs typeface="Plus Jakarta Sans Medium"/>
              <a:sym typeface="Plus Jakarta Sans Medium"/>
            </a:endParaRPr>
          </a:p>
        </p:txBody>
      </p:sp>
      <p:sp>
        <p:nvSpPr>
          <p:cNvPr id="856" name="Google Shape;856;g3f9b3f86724_0_0"/>
          <p:cNvSpPr/>
          <p:nvPr/>
        </p:nvSpPr>
        <p:spPr>
          <a:xfrm>
            <a:off x="566925" y="1554474"/>
            <a:ext cx="8010000" cy="810000"/>
          </a:xfrm>
          <a:prstGeom prst="roundRect">
            <a:avLst>
              <a:gd fmla="val 6000" name="adj"/>
            </a:avLst>
          </a:prstGeom>
          <a:solidFill>
            <a:srgbClr val="F4F4F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7" name="Google Shape;857;g3f9b3f86724_0_0"/>
          <p:cNvSpPr/>
          <p:nvPr/>
        </p:nvSpPr>
        <p:spPr>
          <a:xfrm>
            <a:off x="746925" y="1739474"/>
            <a:ext cx="440000" cy="440000"/>
          </a:xfrm>
          <a:prstGeom prst="ellipse">
            <a:avLst/>
          </a:prstGeom>
          <a:solidFill>
            <a:srgbClr val="EE5A2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Plus Jakarta Sans"/>
                <a:ea typeface="Plus Jakarta Sans"/>
                <a:cs typeface="Plus Jakarta Sans"/>
                <a:sym typeface="Plus Jakarta Sans"/>
              </a:rPr>
              <a:t>1</a:t>
            </a:r>
            <a:endParaRPr b="1" i="0" sz="1600" u="none" cap="none" strike="noStrike">
              <a:solidFill>
                <a:srgbClr val="FFFFFF"/>
              </a:solidFill>
              <a:latin typeface="Plus Jakarta Sans"/>
              <a:ea typeface="Plus Jakarta Sans"/>
              <a:cs typeface="Plus Jakarta Sans"/>
              <a:sym typeface="Plus Jakarta Sans"/>
            </a:endParaRPr>
          </a:p>
        </p:txBody>
      </p:sp>
      <p:sp>
        <p:nvSpPr>
          <p:cNvPr id="858" name="Google Shape;858;g3f9b3f86724_0_0"/>
          <p:cNvSpPr/>
          <p:nvPr/>
        </p:nvSpPr>
        <p:spPr>
          <a:xfrm>
            <a:off x="1340000" y="1554474"/>
            <a:ext cx="2250000" cy="8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i="0" lang="en" sz="1900" u="none" cap="none" strike="noStrike">
                <a:solidFill>
                  <a:srgbClr val="15154A"/>
                </a:solidFill>
                <a:latin typeface="Plus Jakarta Sans"/>
                <a:ea typeface="Plus Jakarta Sans"/>
                <a:cs typeface="Plus Jakarta Sans"/>
                <a:sym typeface="Plus Jakarta Sans"/>
              </a:rPr>
              <a:t>30×</a:t>
            </a:r>
            <a:endParaRPr>
              <a:latin typeface="Plus Jakarta Sans"/>
              <a:ea typeface="Plus Jakarta Sans"/>
              <a:cs typeface="Plus Jakarta Sans"/>
              <a:sym typeface="Plus Jakarta Sans"/>
            </a:endParaRPr>
          </a:p>
          <a:p>
            <a:pPr indent="0" lvl="0" marL="0" marR="0" rtl="0" algn="l">
              <a:lnSpc>
                <a:spcPct val="100000"/>
              </a:lnSpc>
              <a:spcBef>
                <a:spcPts val="100"/>
              </a:spcBef>
              <a:spcAft>
                <a:spcPts val="0"/>
              </a:spcAft>
              <a:buClr>
                <a:srgbClr val="000000"/>
              </a:buClr>
              <a:buSzPts val="1100"/>
              <a:buFont typeface="Arial"/>
              <a:buNone/>
            </a:pPr>
            <a:r>
              <a:rPr i="0" lang="en" sz="1100" u="none" cap="none" strike="noStrike">
                <a:solidFill>
                  <a:srgbClr val="15154A"/>
                </a:solidFill>
                <a:latin typeface="Plus Jakarta Sans"/>
                <a:ea typeface="Plus Jakarta Sans"/>
                <a:cs typeface="Plus Jakarta Sans"/>
                <a:sym typeface="Plus Jakarta Sans"/>
              </a:rPr>
              <a:t>Cost: out of your hands</a:t>
            </a:r>
            <a:endParaRPr i="0" sz="1100" u="none" cap="none" strike="noStrike">
              <a:solidFill>
                <a:srgbClr val="15154A"/>
              </a:solidFill>
              <a:latin typeface="Plus Jakarta Sans"/>
              <a:ea typeface="Plus Jakarta Sans"/>
              <a:cs typeface="Plus Jakarta Sans"/>
              <a:sym typeface="Plus Jakarta Sans"/>
            </a:endParaRPr>
          </a:p>
        </p:txBody>
      </p:sp>
      <p:sp>
        <p:nvSpPr>
          <p:cNvPr id="859" name="Google Shape;859;g3f9b3f86724_0_0"/>
          <p:cNvSpPr/>
          <p:nvPr/>
        </p:nvSpPr>
        <p:spPr>
          <a:xfrm>
            <a:off x="3700000" y="1699474"/>
            <a:ext cx="13000" cy="520000"/>
          </a:xfrm>
          <a:prstGeom prst="rect">
            <a:avLst/>
          </a:prstGeom>
          <a:solidFill>
            <a:srgbClr val="D8D8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0" name="Google Shape;860;g3f9b3f86724_0_0"/>
          <p:cNvSpPr/>
          <p:nvPr/>
        </p:nvSpPr>
        <p:spPr>
          <a:xfrm>
            <a:off x="3900000" y="1554474"/>
            <a:ext cx="4560000" cy="810000"/>
          </a:xfrm>
          <a:prstGeom prst="rect">
            <a:avLst/>
          </a:prstGeom>
          <a:noFill/>
          <a:ln>
            <a:noFill/>
          </a:ln>
        </p:spPr>
        <p:txBody>
          <a:bodyPr anchorCtr="0" anchor="ctr" bIns="0" lIns="0" spcFirstLastPara="1" rIns="0" wrap="square" tIns="0">
            <a:noAutofit/>
          </a:bodyPr>
          <a:lstStyle/>
          <a:p>
            <a:pPr indent="-285750" lvl="0" marL="28575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Cost jumps 30x (~$0.04 to ~$1.20 per run)</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75% of cost is input tokens re-sent each call</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Dependent on temporary subsidized vendor pricing</a:t>
            </a:r>
            <a:endParaRPr b="0" i="0" sz="950" u="none" cap="none" strike="noStrike">
              <a:solidFill>
                <a:srgbClr val="5A5A72"/>
              </a:solidFill>
              <a:latin typeface="Plus Jakarta Sans"/>
              <a:ea typeface="Plus Jakarta Sans"/>
              <a:cs typeface="Plus Jakarta Sans"/>
              <a:sym typeface="Plus Jakarta Sans"/>
            </a:endParaRPr>
          </a:p>
        </p:txBody>
      </p:sp>
      <p:sp>
        <p:nvSpPr>
          <p:cNvPr id="861" name="Google Shape;861;g3f9b3f86724_0_0"/>
          <p:cNvSpPr/>
          <p:nvPr/>
        </p:nvSpPr>
        <p:spPr>
          <a:xfrm>
            <a:off x="566925" y="2472237"/>
            <a:ext cx="8010000" cy="810000"/>
          </a:xfrm>
          <a:prstGeom prst="roundRect">
            <a:avLst>
              <a:gd fmla="val 6000" name="adj"/>
            </a:avLst>
          </a:prstGeom>
          <a:solidFill>
            <a:srgbClr val="F4F4F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2" name="Google Shape;862;g3f9b3f86724_0_0"/>
          <p:cNvSpPr/>
          <p:nvPr/>
        </p:nvSpPr>
        <p:spPr>
          <a:xfrm>
            <a:off x="746925" y="2657237"/>
            <a:ext cx="440000" cy="440000"/>
          </a:xfrm>
          <a:prstGeom prst="ellipse">
            <a:avLst/>
          </a:prstGeom>
          <a:solidFill>
            <a:srgbClr val="15154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Plus Jakarta Sans"/>
                <a:ea typeface="Plus Jakarta Sans"/>
                <a:cs typeface="Plus Jakarta Sans"/>
                <a:sym typeface="Plus Jakarta Sans"/>
              </a:rPr>
              <a:t>2</a:t>
            </a:r>
            <a:endParaRPr b="1" i="0" sz="1600" u="none" cap="none" strike="noStrike">
              <a:solidFill>
                <a:srgbClr val="FFFFFF"/>
              </a:solidFill>
              <a:latin typeface="Plus Jakarta Sans"/>
              <a:ea typeface="Plus Jakarta Sans"/>
              <a:cs typeface="Plus Jakarta Sans"/>
              <a:sym typeface="Plus Jakarta Sans"/>
            </a:endParaRPr>
          </a:p>
        </p:txBody>
      </p:sp>
      <p:sp>
        <p:nvSpPr>
          <p:cNvPr id="863" name="Google Shape;863;g3f9b3f86724_0_0"/>
          <p:cNvSpPr/>
          <p:nvPr/>
        </p:nvSpPr>
        <p:spPr>
          <a:xfrm>
            <a:off x="1340000" y="2472237"/>
            <a:ext cx="2250000" cy="8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i="0" lang="en" sz="1900" u="none" cap="none" strike="noStrike">
                <a:solidFill>
                  <a:srgbClr val="15154A"/>
                </a:solidFill>
                <a:latin typeface="Plus Jakarta Sans"/>
                <a:ea typeface="Plus Jakarta Sans"/>
                <a:cs typeface="Plus Jakarta Sans"/>
                <a:sym typeface="Plus Jakarta Sans"/>
              </a:rPr>
              <a:t>Shadow AI</a:t>
            </a:r>
            <a:endParaRPr>
              <a:latin typeface="Plus Jakarta Sans"/>
              <a:ea typeface="Plus Jakarta Sans"/>
              <a:cs typeface="Plus Jakarta Sans"/>
              <a:sym typeface="Plus Jakarta Sans"/>
            </a:endParaRPr>
          </a:p>
          <a:p>
            <a:pPr indent="0" lvl="0" marL="0" marR="0" rtl="0" algn="l">
              <a:lnSpc>
                <a:spcPct val="100000"/>
              </a:lnSpc>
              <a:spcBef>
                <a:spcPts val="100"/>
              </a:spcBef>
              <a:spcAft>
                <a:spcPts val="0"/>
              </a:spcAft>
              <a:buClr>
                <a:srgbClr val="000000"/>
              </a:buClr>
              <a:buSzPts val="1100"/>
              <a:buFont typeface="Arial"/>
              <a:buNone/>
            </a:pPr>
            <a:r>
              <a:rPr i="0" lang="en" sz="1100" u="none" cap="none" strike="noStrike">
                <a:solidFill>
                  <a:srgbClr val="15154A"/>
                </a:solidFill>
                <a:latin typeface="Plus Jakarta Sans"/>
                <a:ea typeface="Plus Jakarta Sans"/>
                <a:cs typeface="Plus Jakarta Sans"/>
                <a:sym typeface="Plus Jakarta Sans"/>
              </a:rPr>
              <a:t>Governance breaks at scale</a:t>
            </a:r>
            <a:endParaRPr i="0" sz="1100" u="none" cap="none" strike="noStrike">
              <a:solidFill>
                <a:srgbClr val="15154A"/>
              </a:solidFill>
              <a:latin typeface="Plus Jakarta Sans"/>
              <a:ea typeface="Plus Jakarta Sans"/>
              <a:cs typeface="Plus Jakarta Sans"/>
              <a:sym typeface="Plus Jakarta Sans"/>
            </a:endParaRPr>
          </a:p>
        </p:txBody>
      </p:sp>
      <p:sp>
        <p:nvSpPr>
          <p:cNvPr id="864" name="Google Shape;864;g3f9b3f86724_0_0"/>
          <p:cNvSpPr/>
          <p:nvPr/>
        </p:nvSpPr>
        <p:spPr>
          <a:xfrm>
            <a:off x="3700000" y="2617237"/>
            <a:ext cx="13000" cy="520000"/>
          </a:xfrm>
          <a:prstGeom prst="rect">
            <a:avLst/>
          </a:prstGeom>
          <a:solidFill>
            <a:srgbClr val="D8D8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5" name="Google Shape;865;g3f9b3f86724_0_0"/>
          <p:cNvSpPr/>
          <p:nvPr/>
        </p:nvSpPr>
        <p:spPr>
          <a:xfrm>
            <a:off x="3900000" y="2472237"/>
            <a:ext cx="4560000" cy="810000"/>
          </a:xfrm>
          <a:prstGeom prst="rect">
            <a:avLst/>
          </a:prstGeom>
          <a:noFill/>
          <a:ln>
            <a:noFill/>
          </a:ln>
        </p:spPr>
        <p:txBody>
          <a:bodyPr anchorCtr="0" anchor="ctr" bIns="0" lIns="0" spcFirstLastPara="1" rIns="0" wrap="square" tIns="0">
            <a:noAutofit/>
          </a:bodyPr>
          <a:lstStyle/>
          <a:p>
            <a:pPr indent="-285750" lvl="0" marL="28575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BUs build agents without IT visibility or audit</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IT cannot approve unmonitored AI activity</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Leads to systemic platform failure, not innovation</a:t>
            </a:r>
            <a:endParaRPr b="0" i="0" sz="950" u="none" cap="none" strike="noStrike">
              <a:solidFill>
                <a:srgbClr val="5A5A72"/>
              </a:solidFill>
              <a:latin typeface="Plus Jakarta Sans"/>
              <a:ea typeface="Plus Jakarta Sans"/>
              <a:cs typeface="Plus Jakarta Sans"/>
              <a:sym typeface="Plus Jakarta Sans"/>
            </a:endParaRPr>
          </a:p>
        </p:txBody>
      </p:sp>
      <p:sp>
        <p:nvSpPr>
          <p:cNvPr id="866" name="Google Shape;866;g3f9b3f86724_0_0"/>
          <p:cNvSpPr/>
          <p:nvPr/>
        </p:nvSpPr>
        <p:spPr>
          <a:xfrm>
            <a:off x="566925" y="3390000"/>
            <a:ext cx="8010000" cy="810000"/>
          </a:xfrm>
          <a:prstGeom prst="roundRect">
            <a:avLst>
              <a:gd fmla="val 6000" name="adj"/>
            </a:avLst>
          </a:prstGeom>
          <a:solidFill>
            <a:srgbClr val="F4F4FB"/>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7" name="Google Shape;867;g3f9b3f86724_0_0"/>
          <p:cNvSpPr/>
          <p:nvPr/>
        </p:nvSpPr>
        <p:spPr>
          <a:xfrm>
            <a:off x="746925" y="3575000"/>
            <a:ext cx="440000" cy="440000"/>
          </a:xfrm>
          <a:prstGeom prst="ellipse">
            <a:avLst/>
          </a:prstGeom>
          <a:solidFill>
            <a:srgbClr val="4F4FF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Plus Jakarta Sans"/>
                <a:ea typeface="Plus Jakarta Sans"/>
                <a:cs typeface="Plus Jakarta Sans"/>
                <a:sym typeface="Plus Jakarta Sans"/>
              </a:rPr>
              <a:t>3</a:t>
            </a:r>
            <a:endParaRPr b="1" i="0" sz="1600" u="none" cap="none" strike="noStrike">
              <a:solidFill>
                <a:srgbClr val="FFFFFF"/>
              </a:solidFill>
              <a:latin typeface="Plus Jakarta Sans"/>
              <a:ea typeface="Plus Jakarta Sans"/>
              <a:cs typeface="Plus Jakarta Sans"/>
              <a:sym typeface="Plus Jakarta Sans"/>
            </a:endParaRPr>
          </a:p>
        </p:txBody>
      </p:sp>
      <p:sp>
        <p:nvSpPr>
          <p:cNvPr id="868" name="Google Shape;868;g3f9b3f86724_0_0"/>
          <p:cNvSpPr/>
          <p:nvPr/>
        </p:nvSpPr>
        <p:spPr>
          <a:xfrm>
            <a:off x="1340000" y="3390000"/>
            <a:ext cx="2250000" cy="8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i="0" lang="en" sz="1900" u="none" cap="none" strike="noStrike">
                <a:solidFill>
                  <a:srgbClr val="15154A"/>
                </a:solidFill>
                <a:latin typeface="Plus Jakarta Sans"/>
                <a:ea typeface="Plus Jakarta Sans"/>
                <a:cs typeface="Plus Jakarta Sans"/>
                <a:sym typeface="Plus Jakarta Sans"/>
              </a:rPr>
              <a:t>Your data</a:t>
            </a:r>
            <a:endParaRPr>
              <a:latin typeface="Plus Jakarta Sans"/>
              <a:ea typeface="Plus Jakarta Sans"/>
              <a:cs typeface="Plus Jakarta Sans"/>
              <a:sym typeface="Plus Jakarta Sans"/>
            </a:endParaRPr>
          </a:p>
          <a:p>
            <a:pPr indent="0" lvl="0" marL="0" marR="0" rtl="0" algn="l">
              <a:lnSpc>
                <a:spcPct val="100000"/>
              </a:lnSpc>
              <a:spcBef>
                <a:spcPts val="100"/>
              </a:spcBef>
              <a:spcAft>
                <a:spcPts val="0"/>
              </a:spcAft>
              <a:buClr>
                <a:srgbClr val="000000"/>
              </a:buClr>
              <a:buSzPts val="1100"/>
              <a:buFont typeface="Arial"/>
              <a:buNone/>
            </a:pPr>
            <a:r>
              <a:rPr i="0" lang="en" sz="1100" u="none" cap="none" strike="noStrike">
                <a:solidFill>
                  <a:srgbClr val="15154A"/>
                </a:solidFill>
                <a:latin typeface="Plus Jakarta Sans"/>
                <a:ea typeface="Plus Jakarta Sans"/>
                <a:cs typeface="Plus Jakarta Sans"/>
                <a:sym typeface="Plus Jakarta Sans"/>
              </a:rPr>
              <a:t>The real moat: unreachable</a:t>
            </a:r>
            <a:endParaRPr i="0" sz="1100" u="none" cap="none" strike="noStrike">
              <a:solidFill>
                <a:srgbClr val="15154A"/>
              </a:solidFill>
              <a:latin typeface="Plus Jakarta Sans"/>
              <a:ea typeface="Plus Jakarta Sans"/>
              <a:cs typeface="Plus Jakarta Sans"/>
              <a:sym typeface="Plus Jakarta Sans"/>
            </a:endParaRPr>
          </a:p>
        </p:txBody>
      </p:sp>
      <p:sp>
        <p:nvSpPr>
          <p:cNvPr id="869" name="Google Shape;869;g3f9b3f86724_0_0"/>
          <p:cNvSpPr/>
          <p:nvPr/>
        </p:nvSpPr>
        <p:spPr>
          <a:xfrm>
            <a:off x="3700000" y="3535000"/>
            <a:ext cx="13000" cy="520000"/>
          </a:xfrm>
          <a:prstGeom prst="rect">
            <a:avLst/>
          </a:prstGeom>
          <a:solidFill>
            <a:srgbClr val="D8D8E8"/>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0" name="Google Shape;870;g3f9b3f86724_0_0"/>
          <p:cNvSpPr/>
          <p:nvPr/>
        </p:nvSpPr>
        <p:spPr>
          <a:xfrm>
            <a:off x="3900000" y="3390000"/>
            <a:ext cx="4560000" cy="810000"/>
          </a:xfrm>
          <a:prstGeom prst="rect">
            <a:avLst/>
          </a:prstGeom>
          <a:noFill/>
          <a:ln>
            <a:noFill/>
          </a:ln>
        </p:spPr>
        <p:txBody>
          <a:bodyPr anchorCtr="0" anchor="ctr" bIns="0" lIns="0" spcFirstLastPara="1" rIns="0" wrap="square" tIns="0">
            <a:noAutofit/>
          </a:bodyPr>
          <a:lstStyle/>
          <a:p>
            <a:pPr indent="-285750" lvl="0" marL="28575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Proprietary data is your only real differentiator</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Without safe data access, agents remain generic</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Security barriers block connection to models</a:t>
            </a:r>
            <a:endParaRPr b="0" i="0" sz="950" u="none" cap="none" strike="noStrike">
              <a:solidFill>
                <a:srgbClr val="5A5A72"/>
              </a:solidFill>
              <a:latin typeface="Plus Jakarta Sans"/>
              <a:ea typeface="Plus Jakarta Sans"/>
              <a:cs typeface="Plus Jakarta Sans"/>
              <a:sym typeface="Plus Jakarta Sans"/>
            </a:endParaRPr>
          </a:p>
        </p:txBody>
      </p:sp>
      <p:sp>
        <p:nvSpPr>
          <p:cNvPr id="871" name="Google Shape;871;g3f9b3f86724_0_0"/>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Fix one wall and the other two still block you. You need one answer to all three.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5" name="Shape 875"/>
        <p:cNvGrpSpPr/>
        <p:nvPr/>
      </p:nvGrpSpPr>
      <p:grpSpPr>
        <a:xfrm>
          <a:off x="0" y="0"/>
          <a:ext cx="0" cy="0"/>
          <a:chOff x="0" y="0"/>
          <a:chExt cx="0" cy="0"/>
        </a:xfrm>
      </p:grpSpPr>
      <p:sp>
        <p:nvSpPr>
          <p:cNvPr id="876" name="Google Shape;876;g3f9b3f86724_0_21"/>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From adding pieces to building the platform</a:t>
            </a:r>
            <a:endParaRPr>
              <a:latin typeface="Plus Jakarta Sans"/>
              <a:ea typeface="Plus Jakarta Sans"/>
              <a:cs typeface="Plus Jakarta Sans"/>
              <a:sym typeface="Plus Jakarta Sans"/>
            </a:endParaRPr>
          </a:p>
        </p:txBody>
      </p:sp>
      <p:sp>
        <p:nvSpPr>
          <p:cNvPr id="877" name="Google Shape;877;g3f9b3f86724_0_21"/>
          <p:cNvSpPr txBox="1"/>
          <p:nvPr>
            <p:ph idx="1"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400"/>
              </a:spcAft>
              <a:buSzPts val="1100"/>
              <a:buNone/>
            </a:pPr>
            <a:r>
              <a:rPr lang="en">
                <a:latin typeface="Plus Jakarta Sans Medium"/>
                <a:ea typeface="Plus Jakarta Sans Medium"/>
                <a:cs typeface="Plus Jakarta Sans Medium"/>
                <a:sym typeface="Plus Jakarta Sans Medium"/>
              </a:rPr>
              <a:t>The platform absorbs what you already built: your tools, RAG apps, MCPs, data. It doesn't replace them. It connects them.</a:t>
            </a:r>
            <a:endParaRPr>
              <a:latin typeface="Plus Jakarta Sans Medium"/>
              <a:ea typeface="Plus Jakarta Sans Medium"/>
              <a:cs typeface="Plus Jakarta Sans Medium"/>
              <a:sym typeface="Plus Jakarta Sans Medium"/>
            </a:endParaRPr>
          </a:p>
        </p:txBody>
      </p:sp>
      <p:sp>
        <p:nvSpPr>
          <p:cNvPr id="878" name="Google Shape;878;g3f9b3f86724_0_21"/>
          <p:cNvSpPr/>
          <p:nvPr/>
        </p:nvSpPr>
        <p:spPr>
          <a:xfrm>
            <a:off x="566925" y="1554474"/>
            <a:ext cx="2541900" cy="26658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9" name="Google Shape;879;g3f9b3f86724_0_21"/>
          <p:cNvSpPr/>
          <p:nvPr/>
        </p:nvSpPr>
        <p:spPr>
          <a:xfrm>
            <a:off x="749808" y="1854474"/>
            <a:ext cx="2176200" cy="69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0" i="0" lang="en" sz="2400" u="none" cap="none" strike="noStrike">
                <a:solidFill>
                  <a:srgbClr val="EE5A29"/>
                </a:solidFill>
                <a:latin typeface="Plus Jakarta Sans"/>
                <a:ea typeface="Plus Jakarta Sans"/>
                <a:cs typeface="Plus Jakarta Sans"/>
                <a:sym typeface="Plus Jakarta Sans"/>
              </a:rPr>
              <a:t>INPUT</a:t>
            </a:r>
            <a:endParaRPr b="0" i="0" sz="1400" u="none" cap="none" strike="noStrike">
              <a:solidFill>
                <a:srgbClr val="000000"/>
              </a:solidFill>
              <a:latin typeface="Plus Jakarta Sans"/>
              <a:ea typeface="Plus Jakarta Sans"/>
              <a:cs typeface="Plus Jakarta Sans"/>
              <a:sym typeface="Plus Jakarta Sans"/>
            </a:endParaRPr>
          </a:p>
        </p:txBody>
      </p:sp>
      <p:sp>
        <p:nvSpPr>
          <p:cNvPr id="880" name="Google Shape;880;g3f9b3f86724_0_21"/>
          <p:cNvSpPr/>
          <p:nvPr/>
        </p:nvSpPr>
        <p:spPr>
          <a:xfrm>
            <a:off x="749808" y="2554474"/>
            <a:ext cx="21762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5154A"/>
                </a:solidFill>
                <a:latin typeface="Plus Jakarta Sans Medium"/>
                <a:ea typeface="Plus Jakarta Sans Medium"/>
                <a:cs typeface="Plus Jakarta Sans Medium"/>
                <a:sym typeface="Plus Jakarta Sans Medium"/>
              </a:rPr>
              <a:t>What you bring</a:t>
            </a:r>
            <a:endParaRPr b="0"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881" name="Google Shape;881;g3f9b3f86724_0_21"/>
          <p:cNvSpPr/>
          <p:nvPr/>
        </p:nvSpPr>
        <p:spPr>
          <a:xfrm>
            <a:off x="749800" y="2954474"/>
            <a:ext cx="2176200" cy="1145700"/>
          </a:xfrm>
          <a:prstGeom prst="rect">
            <a:avLst/>
          </a:prstGeom>
          <a:solidFill>
            <a:srgbClr val="000000">
              <a:alpha val="0"/>
            </a:srgbClr>
          </a:solidFill>
          <a:ln>
            <a:noFill/>
          </a:ln>
        </p:spPr>
        <p:txBody>
          <a:bodyPr anchorCtr="0" anchor="t" bIns="0" lIns="114300" spcFirstLastPara="1" rIns="0" wrap="square" tIns="0">
            <a:noAutofit/>
          </a:bodyPr>
          <a:lstStyle/>
          <a:p>
            <a:pPr indent="-292100" lvl="0" marL="457200" marR="0" rtl="0" algn="l">
              <a:lnSpc>
                <a:spcPct val="100000"/>
              </a:lnSpc>
              <a:spcBef>
                <a:spcPts val="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Your proprietary data</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60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Existing tools, RAG apps &amp; MCPs</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60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Business teams who want to build</a:t>
            </a:r>
            <a:endParaRPr b="0" i="0" sz="1000" u="none" cap="none" strike="noStrike">
              <a:solidFill>
                <a:srgbClr val="5A5A72"/>
              </a:solidFill>
              <a:latin typeface="Plus Jakarta Sans"/>
              <a:ea typeface="Plus Jakarta Sans"/>
              <a:cs typeface="Plus Jakarta Sans"/>
              <a:sym typeface="Plus Jakarta Sans"/>
            </a:endParaRPr>
          </a:p>
        </p:txBody>
      </p:sp>
      <p:sp>
        <p:nvSpPr>
          <p:cNvPr id="882" name="Google Shape;882;g3f9b3f86724_0_21"/>
          <p:cNvSpPr/>
          <p:nvPr/>
        </p:nvSpPr>
        <p:spPr>
          <a:xfrm>
            <a:off x="3300975" y="1554474"/>
            <a:ext cx="2541900" cy="26658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3" name="Google Shape;883;g3f9b3f86724_0_21"/>
          <p:cNvSpPr/>
          <p:nvPr/>
        </p:nvSpPr>
        <p:spPr>
          <a:xfrm>
            <a:off x="3483858" y="1854474"/>
            <a:ext cx="2176200" cy="69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0" i="0" lang="en" sz="2400" u="none" cap="none" strike="noStrike">
                <a:solidFill>
                  <a:srgbClr val="EE5A29"/>
                </a:solidFill>
                <a:latin typeface="Plus Jakarta Sans"/>
                <a:ea typeface="Plus Jakarta Sans"/>
                <a:cs typeface="Plus Jakarta Sans"/>
                <a:sym typeface="Plus Jakarta Sans"/>
              </a:rPr>
              <a:t>PLATFORM</a:t>
            </a:r>
            <a:endParaRPr b="0" i="0" sz="1400" u="none" cap="none" strike="noStrike">
              <a:solidFill>
                <a:srgbClr val="000000"/>
              </a:solidFill>
              <a:latin typeface="Plus Jakarta Sans"/>
              <a:ea typeface="Plus Jakarta Sans"/>
              <a:cs typeface="Plus Jakarta Sans"/>
              <a:sym typeface="Plus Jakarta Sans"/>
            </a:endParaRPr>
          </a:p>
        </p:txBody>
      </p:sp>
      <p:sp>
        <p:nvSpPr>
          <p:cNvPr id="884" name="Google Shape;884;g3f9b3f86724_0_21"/>
          <p:cNvSpPr/>
          <p:nvPr/>
        </p:nvSpPr>
        <p:spPr>
          <a:xfrm>
            <a:off x="3483858" y="2554474"/>
            <a:ext cx="21762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5154A"/>
                </a:solidFill>
                <a:latin typeface="Plus Jakarta Sans Medium"/>
                <a:ea typeface="Plus Jakarta Sans Medium"/>
                <a:cs typeface="Plus Jakarta Sans Medium"/>
                <a:sym typeface="Plus Jakarta Sans Medium"/>
              </a:rPr>
              <a:t>Cloudera AI</a:t>
            </a:r>
            <a:endParaRPr b="0"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885" name="Google Shape;885;g3f9b3f86724_0_21"/>
          <p:cNvSpPr/>
          <p:nvPr/>
        </p:nvSpPr>
        <p:spPr>
          <a:xfrm>
            <a:off x="3483854" y="2954474"/>
            <a:ext cx="2176200" cy="1145700"/>
          </a:xfrm>
          <a:prstGeom prst="rect">
            <a:avLst/>
          </a:prstGeom>
          <a:solidFill>
            <a:srgbClr val="000000">
              <a:alpha val="0"/>
            </a:srgbClr>
          </a:solidFill>
          <a:ln>
            <a:noFill/>
          </a:ln>
        </p:spPr>
        <p:txBody>
          <a:bodyPr anchorCtr="0" anchor="t" bIns="0" lIns="114300" spcFirstLastPara="1" rIns="0" wrap="square" tIns="0">
            <a:noAutofit/>
          </a:bodyPr>
          <a:lstStyle/>
          <a:p>
            <a:pPr indent="-292100" lvl="0" marL="457200" marR="0" rtl="0" algn="l">
              <a:lnSpc>
                <a:spcPct val="100000"/>
              </a:lnSpc>
              <a:spcBef>
                <a:spcPts val="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Private inference</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45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Unified tools catalog</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45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Connected data</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45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Platform-enforced guardrails</a:t>
            </a:r>
            <a:endParaRPr b="0" i="0" sz="1000" u="none" cap="none" strike="noStrike">
              <a:solidFill>
                <a:srgbClr val="5A5A72"/>
              </a:solidFill>
              <a:latin typeface="Plus Jakarta Sans"/>
              <a:ea typeface="Plus Jakarta Sans"/>
              <a:cs typeface="Plus Jakarta Sans"/>
              <a:sym typeface="Plus Jakarta Sans"/>
            </a:endParaRPr>
          </a:p>
        </p:txBody>
      </p:sp>
      <p:sp>
        <p:nvSpPr>
          <p:cNvPr id="886" name="Google Shape;886;g3f9b3f86724_0_21"/>
          <p:cNvSpPr/>
          <p:nvPr/>
        </p:nvSpPr>
        <p:spPr>
          <a:xfrm>
            <a:off x="6035050" y="1554474"/>
            <a:ext cx="2541900" cy="26658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7" name="Google Shape;887;g3f9b3f86724_0_21"/>
          <p:cNvSpPr/>
          <p:nvPr/>
        </p:nvSpPr>
        <p:spPr>
          <a:xfrm>
            <a:off x="6217933" y="1854474"/>
            <a:ext cx="2176200" cy="69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3600"/>
              <a:buFont typeface="Arial"/>
              <a:buNone/>
            </a:pPr>
            <a:r>
              <a:rPr b="0" i="0" lang="en" sz="2400" u="none" cap="none" strike="noStrike">
                <a:solidFill>
                  <a:srgbClr val="EE5A29"/>
                </a:solidFill>
                <a:latin typeface="Plus Jakarta Sans"/>
                <a:ea typeface="Plus Jakarta Sans"/>
                <a:cs typeface="Plus Jakarta Sans"/>
                <a:sym typeface="Plus Jakarta Sans"/>
              </a:rPr>
              <a:t>OUTPUT</a:t>
            </a:r>
            <a:endParaRPr b="0" i="0" sz="1400" u="none" cap="none" strike="noStrike">
              <a:solidFill>
                <a:srgbClr val="000000"/>
              </a:solidFill>
              <a:latin typeface="Plus Jakarta Sans"/>
              <a:ea typeface="Plus Jakarta Sans"/>
              <a:cs typeface="Plus Jakarta Sans"/>
              <a:sym typeface="Plus Jakarta Sans"/>
            </a:endParaRPr>
          </a:p>
        </p:txBody>
      </p:sp>
      <p:sp>
        <p:nvSpPr>
          <p:cNvPr id="888" name="Google Shape;888;g3f9b3f86724_0_21"/>
          <p:cNvSpPr/>
          <p:nvPr/>
        </p:nvSpPr>
        <p:spPr>
          <a:xfrm>
            <a:off x="6217933" y="2554474"/>
            <a:ext cx="2176200" cy="3657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5154A"/>
                </a:solidFill>
                <a:latin typeface="Plus Jakarta Sans Medium"/>
                <a:ea typeface="Plus Jakarta Sans Medium"/>
                <a:cs typeface="Plus Jakarta Sans Medium"/>
                <a:sym typeface="Plus Jakarta Sans Medium"/>
              </a:rPr>
              <a:t>What you get</a:t>
            </a:r>
            <a:endParaRPr b="0"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889" name="Google Shape;889;g3f9b3f86724_0_21"/>
          <p:cNvSpPr/>
          <p:nvPr/>
        </p:nvSpPr>
        <p:spPr>
          <a:xfrm>
            <a:off x="6217930" y="2954474"/>
            <a:ext cx="2176200" cy="1145700"/>
          </a:xfrm>
          <a:prstGeom prst="rect">
            <a:avLst/>
          </a:prstGeom>
          <a:solidFill>
            <a:srgbClr val="000000">
              <a:alpha val="0"/>
            </a:srgbClr>
          </a:solidFill>
          <a:ln>
            <a:noFill/>
          </a:ln>
        </p:spPr>
        <p:txBody>
          <a:bodyPr anchorCtr="0" anchor="t" bIns="0" lIns="114300" spcFirstLastPara="1" rIns="0" wrap="square" tIns="0">
            <a:noAutofit/>
          </a:bodyPr>
          <a:lstStyle/>
          <a:p>
            <a:pPr indent="-292100" lvl="0" marL="457200" marR="0" rtl="0" algn="l">
              <a:lnSpc>
                <a:spcPct val="100000"/>
              </a:lnSpc>
              <a:spcBef>
                <a:spcPts val="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Governed agents in production</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60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Shared reusable blocks</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60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Full cost &amp; capacity control</a:t>
            </a:r>
            <a:endParaRPr b="0" i="0" sz="1000" u="none" cap="none" strike="noStrike">
              <a:solidFill>
                <a:srgbClr val="5A5A72"/>
              </a:solidFill>
              <a:latin typeface="Plus Jakarta Sans"/>
              <a:ea typeface="Plus Jakarta Sans"/>
              <a:cs typeface="Plus Jakarta Sans"/>
              <a:sym typeface="Plus Jakarta Sans"/>
            </a:endParaRPr>
          </a:p>
        </p:txBody>
      </p:sp>
      <p:sp>
        <p:nvSpPr>
          <p:cNvPr id="890" name="Google Shape;890;g3f9b3f86724_0_21"/>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IT runs the platform. The business builds on it.</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4" name="Shape 894"/>
        <p:cNvGrpSpPr/>
        <p:nvPr/>
      </p:nvGrpSpPr>
      <p:grpSpPr>
        <a:xfrm>
          <a:off x="0" y="0"/>
          <a:ext cx="0" cy="0"/>
          <a:chOff x="0" y="0"/>
          <a:chExt cx="0" cy="0"/>
        </a:xfrm>
      </p:grpSpPr>
      <p:sp>
        <p:nvSpPr>
          <p:cNvPr id="895" name="Google Shape;895;g3f9b3f86724_0_42"/>
          <p:cNvSpPr txBox="1"/>
          <p:nvPr>
            <p:ph type="title"/>
          </p:nvPr>
        </p:nvSpPr>
        <p:spPr>
          <a:xfrm>
            <a:off x="533400" y="284253"/>
            <a:ext cx="7620000" cy="612900"/>
          </a:xfrm>
          <a:prstGeom prst="rect">
            <a:avLst/>
          </a:prstGeom>
          <a:solidFill>
            <a:srgbClr val="000000">
              <a:alpha val="0"/>
            </a:srgbClr>
          </a:solidFill>
          <a:ln>
            <a:noFill/>
          </a:ln>
        </p:spPr>
        <p:txBody>
          <a:bodyPr anchorCtr="0" anchor="t" bIns="45700" lIns="91400" spcFirstLastPara="1" rIns="91400" wrap="square" tIns="0">
            <a:noAutofit/>
          </a:bodyPr>
          <a:lstStyle/>
          <a:p>
            <a:pPr indent="0" lvl="0" marL="0" rtl="0" algn="l">
              <a:lnSpc>
                <a:spcPct val="100000"/>
              </a:lnSpc>
              <a:spcBef>
                <a:spcPts val="0"/>
              </a:spcBef>
              <a:spcAft>
                <a:spcPts val="0"/>
              </a:spcAft>
              <a:buSzPts val="2100"/>
              <a:buNone/>
            </a:pPr>
            <a:r>
              <a:rPr b="0" lang="en" sz="2300">
                <a:solidFill>
                  <a:srgbClr val="120046"/>
                </a:solidFill>
                <a:latin typeface="Plus Jakarta Sans"/>
                <a:ea typeface="Plus Jakarta Sans"/>
                <a:cs typeface="Plus Jakarta Sans"/>
                <a:sym typeface="Plus Jakarta Sans"/>
              </a:rPr>
              <a:t>Chapter 1: Own your cost &amp; capacity</a:t>
            </a:r>
            <a:endParaRPr b="0" sz="2300">
              <a:solidFill>
                <a:srgbClr val="120046"/>
              </a:solidFill>
              <a:latin typeface="Plus Jakarta Sans"/>
              <a:ea typeface="Plus Jakarta Sans"/>
              <a:cs typeface="Plus Jakarta Sans"/>
              <a:sym typeface="Plus Jakarta Sans"/>
            </a:endParaRPr>
          </a:p>
        </p:txBody>
      </p:sp>
      <p:sp>
        <p:nvSpPr>
          <p:cNvPr id="896" name="Google Shape;896;g3f9b3f86724_0_42"/>
          <p:cNvSpPr txBox="1"/>
          <p:nvPr>
            <p:ph idx="1" type="body"/>
          </p:nvPr>
        </p:nvSpPr>
        <p:spPr>
          <a:xfrm>
            <a:off x="533400" y="734274"/>
            <a:ext cx="7000000" cy="640000"/>
          </a:xfrm>
          <a:prstGeom prst="rect">
            <a:avLst/>
          </a:prstGeom>
          <a:solidFill>
            <a:srgbClr val="000000">
              <a:alpha val="0"/>
            </a:srgbClr>
          </a:solidFill>
          <a:ln>
            <a:noFill/>
          </a:ln>
        </p:spPr>
        <p:txBody>
          <a:bodyPr anchorCtr="0" anchor="t" bIns="45700" lIns="91400" spcFirstLastPara="1" rIns="91400" wrap="square" tIns="45700">
            <a:noAutofit/>
          </a:bodyPr>
          <a:lstStyle/>
          <a:p>
            <a:pPr indent="0" lvl="0" marL="0" rtl="0" algn="l">
              <a:lnSpc>
                <a:spcPct val="100000"/>
              </a:lnSpc>
              <a:spcBef>
                <a:spcPts val="0"/>
              </a:spcBef>
              <a:spcAft>
                <a:spcPts val="400"/>
              </a:spcAft>
              <a:buSzPts val="1100"/>
              <a:buNone/>
            </a:pPr>
            <a:r>
              <a:rPr b="0" lang="en">
                <a:solidFill>
                  <a:srgbClr val="5555F9"/>
                </a:solidFill>
                <a:latin typeface="Plus Jakarta Sans Medium"/>
                <a:ea typeface="Plus Jakarta Sans Medium"/>
                <a:cs typeface="Plus Jakarta Sans Medium"/>
                <a:sym typeface="Plus Jakarta Sans Medium"/>
              </a:rPr>
              <a:t>When agents multiply your compute 30×, the difference between renting inference and owning it determines whether you can actually scale.</a:t>
            </a:r>
            <a:endParaRPr b="0">
              <a:solidFill>
                <a:srgbClr val="5555F9"/>
              </a:solidFill>
              <a:latin typeface="Plus Jakarta Sans Medium"/>
              <a:ea typeface="Plus Jakarta Sans Medium"/>
              <a:cs typeface="Plus Jakarta Sans Medium"/>
              <a:sym typeface="Plus Jakarta Sans Medium"/>
            </a:endParaRPr>
          </a:p>
        </p:txBody>
      </p:sp>
      <p:sp>
        <p:nvSpPr>
          <p:cNvPr id="897" name="Google Shape;897;g3f9b3f86724_0_42"/>
          <p:cNvSpPr/>
          <p:nvPr/>
        </p:nvSpPr>
        <p:spPr>
          <a:xfrm>
            <a:off x="566925" y="1554474"/>
            <a:ext cx="8010000" cy="810000"/>
          </a:xfrm>
          <a:prstGeom prst="roundRect">
            <a:avLst>
              <a:gd fmla="val 6000" name="adj"/>
            </a:avLst>
          </a:prstGeom>
          <a:solidFill>
            <a:srgbClr val="FFFFFF"/>
          </a:solidFill>
          <a:ln cap="flat" cmpd="sng" w="12700">
            <a:solidFill>
              <a:schemeClr val="accent2"/>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8" name="Google Shape;898;g3f9b3f86724_0_42"/>
          <p:cNvSpPr/>
          <p:nvPr/>
        </p:nvSpPr>
        <p:spPr>
          <a:xfrm>
            <a:off x="566925" y="1554474"/>
            <a:ext cx="60000" cy="810000"/>
          </a:xfrm>
          <a:prstGeom prst="roundRect">
            <a:avLst>
              <a:gd fmla="val 40000" name="adj"/>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99" name="Google Shape;899;g3f9b3f86724_0_42"/>
          <p:cNvSpPr/>
          <p:nvPr/>
        </p:nvSpPr>
        <p:spPr>
          <a:xfrm>
            <a:off x="806925" y="1554474"/>
            <a:ext cx="2990000" cy="8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4F4FF5"/>
                </a:solidFill>
                <a:latin typeface="Plus Jakarta Sans"/>
                <a:ea typeface="Plus Jakarta Sans"/>
                <a:cs typeface="Plus Jakarta Sans"/>
                <a:sym typeface="Plus Jakarta Sans"/>
              </a:rPr>
              <a:t>Private</a:t>
            </a:r>
            <a:endParaRPr/>
          </a:p>
          <a:p>
            <a:pPr indent="0" lvl="0" marL="0" marR="0" rtl="0" algn="l">
              <a:lnSpc>
                <a:spcPct val="100000"/>
              </a:lnSpc>
              <a:spcBef>
                <a:spcPts val="150"/>
              </a:spcBef>
              <a:spcAft>
                <a:spcPts val="0"/>
              </a:spcAft>
              <a:buClr>
                <a:srgbClr val="000000"/>
              </a:buClr>
              <a:buSzPts val="1100"/>
              <a:buFont typeface="Arial"/>
              <a:buNone/>
            </a:pPr>
            <a:r>
              <a:rPr b="0" i="0" lang="en" sz="1100" u="none" cap="none" strike="noStrike">
                <a:solidFill>
                  <a:srgbClr val="15154A"/>
                </a:solidFill>
                <a:latin typeface="Plus Jakarta Sans Medium"/>
                <a:ea typeface="Plus Jakarta Sans Medium"/>
                <a:cs typeface="Plus Jakarta Sans Medium"/>
                <a:sym typeface="Plus Jakarta Sans Medium"/>
              </a:rPr>
              <a:t>Host models inside your perimeter</a:t>
            </a:r>
            <a:endParaRPr b="0" i="0" sz="1100" u="none" cap="none" strike="noStrike">
              <a:solidFill>
                <a:srgbClr val="15154A"/>
              </a:solidFill>
              <a:latin typeface="Plus Jakarta Sans Medium"/>
              <a:ea typeface="Plus Jakarta Sans Medium"/>
              <a:cs typeface="Plus Jakarta Sans Medium"/>
              <a:sym typeface="Plus Jakarta Sans Medium"/>
            </a:endParaRPr>
          </a:p>
        </p:txBody>
      </p:sp>
      <p:sp>
        <p:nvSpPr>
          <p:cNvPr id="900" name="Google Shape;900;g3f9b3f86724_0_42"/>
          <p:cNvSpPr/>
          <p:nvPr/>
        </p:nvSpPr>
        <p:spPr>
          <a:xfrm>
            <a:off x="3910000" y="1699474"/>
            <a:ext cx="13000" cy="52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1" name="Google Shape;901;g3f9b3f86724_0_42"/>
          <p:cNvSpPr/>
          <p:nvPr/>
        </p:nvSpPr>
        <p:spPr>
          <a:xfrm>
            <a:off x="4110000" y="1554474"/>
            <a:ext cx="2175000" cy="810000"/>
          </a:xfrm>
          <a:prstGeom prst="rect">
            <a:avLst/>
          </a:prstGeom>
          <a:noFill/>
          <a:ln>
            <a:noFill/>
          </a:ln>
        </p:spPr>
        <p:txBody>
          <a:bodyPr anchorCtr="0" anchor="ctr" bIns="0" lIns="0" spcFirstLastPara="1" rIns="0" wrap="square" tIns="0">
            <a:noAutofit/>
          </a:bodyPr>
          <a:lstStyle/>
          <a:p>
            <a:pPr indent="-285750" lvl="0" marL="285750" marR="0" rtl="0" algn="l">
              <a:lnSpc>
                <a:spcPct val="100000"/>
              </a:lnSpc>
              <a:spcBef>
                <a:spcPts val="0"/>
              </a:spcBef>
              <a:spcAft>
                <a:spcPts val="0"/>
              </a:spcAft>
              <a:buClr>
                <a:srgbClr val="5A5A72"/>
              </a:buClr>
              <a:buSzPts val="850"/>
              <a:buFont typeface="Plus Jakarta Sans"/>
              <a:buChar char="●"/>
            </a:pPr>
            <a:r>
              <a:rPr b="0" i="0" lang="en" sz="850" u="none" cap="none" strike="noStrike">
                <a:solidFill>
                  <a:srgbClr val="5A5A72"/>
                </a:solidFill>
                <a:latin typeface="Plus Jakarta Sans"/>
                <a:ea typeface="Plus Jakarta Sans"/>
                <a:cs typeface="Plus Jakarta Sans"/>
                <a:sym typeface="Plus Jakarta Sans"/>
              </a:rPr>
              <a:t>Frontier or open-weight models</a:t>
            </a:r>
            <a:endParaRPr b="0" i="0" sz="8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300"/>
              </a:spcBef>
              <a:spcAft>
                <a:spcPts val="0"/>
              </a:spcAft>
              <a:buClr>
                <a:srgbClr val="5A5A72"/>
              </a:buClr>
              <a:buSzPts val="850"/>
              <a:buFont typeface="Plus Jakarta Sans"/>
              <a:buChar char="●"/>
            </a:pPr>
            <a:r>
              <a:rPr b="0" i="0" lang="en" sz="850" u="none" cap="none" strike="noStrike">
                <a:solidFill>
                  <a:srgbClr val="5A5A72"/>
                </a:solidFill>
                <a:latin typeface="Plus Jakarta Sans"/>
                <a:ea typeface="Plus Jakarta Sans"/>
                <a:cs typeface="Plus Jakarta Sans"/>
                <a:sym typeface="Plus Jakarta Sans"/>
              </a:rPr>
              <a:t>Hosted in your infrastructure</a:t>
            </a:r>
            <a:endParaRPr b="0" i="0" sz="850" u="none" cap="none" strike="noStrike">
              <a:solidFill>
                <a:srgbClr val="5A5A72"/>
              </a:solidFill>
              <a:latin typeface="Plus Jakarta Sans"/>
              <a:ea typeface="Plus Jakarta Sans"/>
              <a:cs typeface="Plus Jakarta Sans"/>
              <a:sym typeface="Plus Jakarta Sans"/>
            </a:endParaRPr>
          </a:p>
        </p:txBody>
      </p:sp>
      <p:sp>
        <p:nvSpPr>
          <p:cNvPr id="902" name="Google Shape;902;g3f9b3f86724_0_42"/>
          <p:cNvSpPr/>
          <p:nvPr/>
        </p:nvSpPr>
        <p:spPr>
          <a:xfrm>
            <a:off x="6285000" y="1554474"/>
            <a:ext cx="2175000" cy="810000"/>
          </a:xfrm>
          <a:prstGeom prst="rect">
            <a:avLst/>
          </a:prstGeom>
          <a:noFill/>
          <a:ln>
            <a:noFill/>
          </a:ln>
        </p:spPr>
        <p:txBody>
          <a:bodyPr anchorCtr="0" anchor="ctr" bIns="0" lIns="0" spcFirstLastPara="1" rIns="0" wrap="square" tIns="0">
            <a:noAutofit/>
          </a:bodyPr>
          <a:lstStyle/>
          <a:p>
            <a:pPr indent="-285750" lvl="0" marL="285750" marR="0" rtl="0" algn="l">
              <a:lnSpc>
                <a:spcPct val="100000"/>
              </a:lnSpc>
              <a:spcBef>
                <a:spcPts val="0"/>
              </a:spcBef>
              <a:spcAft>
                <a:spcPts val="0"/>
              </a:spcAft>
              <a:buClr>
                <a:srgbClr val="5A5A72"/>
              </a:buClr>
              <a:buSzPts val="850"/>
              <a:buFont typeface="Plus Jakarta Sans"/>
              <a:buChar char="●"/>
            </a:pPr>
            <a:r>
              <a:rPr b="0" i="0" lang="en" sz="850" u="none" cap="none" strike="noStrike">
                <a:solidFill>
                  <a:srgbClr val="5A5A72"/>
                </a:solidFill>
                <a:latin typeface="Plus Jakarta Sans"/>
                <a:ea typeface="Plus Jakarta Sans"/>
                <a:cs typeface="Plus Jakarta Sans"/>
                <a:sym typeface="Plus Jakarta Sans"/>
              </a:rPr>
              <a:t>No data leaves your perimeter</a:t>
            </a:r>
            <a:endParaRPr b="0" i="0" sz="8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300"/>
              </a:spcBef>
              <a:spcAft>
                <a:spcPts val="0"/>
              </a:spcAft>
              <a:buClr>
                <a:srgbClr val="5A5A72"/>
              </a:buClr>
              <a:buSzPts val="850"/>
              <a:buFont typeface="Plus Jakarta Sans"/>
              <a:buChar char="●"/>
            </a:pPr>
            <a:r>
              <a:rPr b="0" i="0" lang="en" sz="850" u="none" cap="none" strike="noStrike">
                <a:solidFill>
                  <a:srgbClr val="5A5A72"/>
                </a:solidFill>
                <a:latin typeface="Plus Jakarta Sans"/>
                <a:ea typeface="Plus Jakarta Sans"/>
                <a:cs typeface="Plus Jakarta Sans"/>
                <a:sym typeface="Plus Jakarta Sans"/>
              </a:rPr>
              <a:t>No external pricing controls</a:t>
            </a:r>
            <a:endParaRPr b="0" i="0" sz="850" u="none" cap="none" strike="noStrike">
              <a:solidFill>
                <a:srgbClr val="5A5A72"/>
              </a:solidFill>
              <a:latin typeface="Plus Jakarta Sans"/>
              <a:ea typeface="Plus Jakarta Sans"/>
              <a:cs typeface="Plus Jakarta Sans"/>
              <a:sym typeface="Plus Jakarta Sans"/>
            </a:endParaRPr>
          </a:p>
        </p:txBody>
      </p:sp>
      <p:sp>
        <p:nvSpPr>
          <p:cNvPr id="903" name="Google Shape;903;g3f9b3f86724_0_42"/>
          <p:cNvSpPr/>
          <p:nvPr/>
        </p:nvSpPr>
        <p:spPr>
          <a:xfrm>
            <a:off x="566925" y="2472237"/>
            <a:ext cx="8010000" cy="810000"/>
          </a:xfrm>
          <a:prstGeom prst="roundRect">
            <a:avLst>
              <a:gd fmla="val 6000" name="adj"/>
            </a:avLst>
          </a:prstGeom>
          <a:solidFill>
            <a:srgbClr val="FFFFFF"/>
          </a:solidFill>
          <a:ln cap="flat" cmpd="sng" w="12700">
            <a:solidFill>
              <a:schemeClr val="accent3"/>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4" name="Google Shape;904;g3f9b3f86724_0_42"/>
          <p:cNvSpPr/>
          <p:nvPr/>
        </p:nvSpPr>
        <p:spPr>
          <a:xfrm>
            <a:off x="566925" y="2472237"/>
            <a:ext cx="60000" cy="810000"/>
          </a:xfrm>
          <a:prstGeom prst="roundRect">
            <a:avLst>
              <a:gd fmla="val 40000" name="adj"/>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5" name="Google Shape;905;g3f9b3f86724_0_42"/>
          <p:cNvSpPr/>
          <p:nvPr/>
        </p:nvSpPr>
        <p:spPr>
          <a:xfrm>
            <a:off x="806925" y="2472237"/>
            <a:ext cx="2990000" cy="8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15154A"/>
                </a:solidFill>
                <a:latin typeface="Plus Jakarta Sans"/>
                <a:ea typeface="Plus Jakarta Sans"/>
                <a:cs typeface="Plus Jakarta Sans"/>
                <a:sym typeface="Plus Jakarta Sans"/>
              </a:rPr>
              <a:t>Swappable</a:t>
            </a:r>
            <a:endParaRPr/>
          </a:p>
          <a:p>
            <a:pPr indent="0" lvl="0" marL="0" marR="0" rtl="0" algn="l">
              <a:lnSpc>
                <a:spcPct val="100000"/>
              </a:lnSpc>
              <a:spcBef>
                <a:spcPts val="150"/>
              </a:spcBef>
              <a:spcAft>
                <a:spcPts val="0"/>
              </a:spcAft>
              <a:buClr>
                <a:srgbClr val="000000"/>
              </a:buClr>
              <a:buSzPts val="1100"/>
              <a:buFont typeface="Arial"/>
              <a:buNone/>
            </a:pPr>
            <a:r>
              <a:rPr b="0" i="0" lang="en" sz="1100" u="none" cap="none" strike="noStrike">
                <a:solidFill>
                  <a:srgbClr val="15154A"/>
                </a:solidFill>
                <a:latin typeface="Plus Jakarta Sans Medium"/>
                <a:ea typeface="Plus Jakarta Sans Medium"/>
                <a:cs typeface="Plus Jakarta Sans Medium"/>
                <a:sym typeface="Plus Jakarta Sans Medium"/>
              </a:rPr>
              <a:t>Change models without rewriting agents</a:t>
            </a:r>
            <a:endParaRPr b="0" i="0" sz="1100" u="none" cap="none" strike="noStrike">
              <a:solidFill>
                <a:srgbClr val="15154A"/>
              </a:solidFill>
              <a:latin typeface="Plus Jakarta Sans Medium"/>
              <a:ea typeface="Plus Jakarta Sans Medium"/>
              <a:cs typeface="Plus Jakarta Sans Medium"/>
              <a:sym typeface="Plus Jakarta Sans Medium"/>
            </a:endParaRPr>
          </a:p>
        </p:txBody>
      </p:sp>
      <p:sp>
        <p:nvSpPr>
          <p:cNvPr id="906" name="Google Shape;906;g3f9b3f86724_0_42"/>
          <p:cNvSpPr/>
          <p:nvPr/>
        </p:nvSpPr>
        <p:spPr>
          <a:xfrm>
            <a:off x="3910000" y="2617237"/>
            <a:ext cx="13000" cy="52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7" name="Google Shape;907;g3f9b3f86724_0_42"/>
          <p:cNvSpPr/>
          <p:nvPr/>
        </p:nvSpPr>
        <p:spPr>
          <a:xfrm>
            <a:off x="4110000" y="2472237"/>
            <a:ext cx="4350000" cy="810000"/>
          </a:xfrm>
          <a:prstGeom prst="rect">
            <a:avLst/>
          </a:prstGeom>
          <a:noFill/>
          <a:ln>
            <a:noFill/>
          </a:ln>
        </p:spPr>
        <p:txBody>
          <a:bodyPr anchorCtr="0" anchor="ctr" bIns="0" lIns="0" spcFirstLastPara="1" rIns="0" wrap="square" tIns="0">
            <a:noAutofit/>
          </a:bodyPr>
          <a:lstStyle/>
          <a:p>
            <a:pPr indent="-285750" lvl="0" marL="28575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Models as swappable components</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0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Upgrade as benchmarks shift</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0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Zero application rewrites</a:t>
            </a:r>
            <a:endParaRPr b="0" i="0" sz="950" u="none" cap="none" strike="noStrike">
              <a:solidFill>
                <a:srgbClr val="5A5A72"/>
              </a:solidFill>
              <a:latin typeface="Plus Jakarta Sans"/>
              <a:ea typeface="Plus Jakarta Sans"/>
              <a:cs typeface="Plus Jakarta Sans"/>
              <a:sym typeface="Plus Jakarta Sans"/>
            </a:endParaRPr>
          </a:p>
        </p:txBody>
      </p:sp>
      <p:sp>
        <p:nvSpPr>
          <p:cNvPr id="908" name="Google Shape;908;g3f9b3f86724_0_42"/>
          <p:cNvSpPr/>
          <p:nvPr/>
        </p:nvSpPr>
        <p:spPr>
          <a:xfrm>
            <a:off x="566925" y="3390000"/>
            <a:ext cx="8010000" cy="810000"/>
          </a:xfrm>
          <a:prstGeom prst="roundRect">
            <a:avLst>
              <a:gd fmla="val 60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9" name="Google Shape;909;g3f9b3f86724_0_42"/>
          <p:cNvSpPr/>
          <p:nvPr/>
        </p:nvSpPr>
        <p:spPr>
          <a:xfrm>
            <a:off x="566925" y="3390000"/>
            <a:ext cx="60000" cy="810000"/>
          </a:xfrm>
          <a:prstGeom prst="roundRect">
            <a:avLst>
              <a:gd fmla="val 40000" name="adj"/>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0" name="Google Shape;910;g3f9b3f86724_0_42"/>
          <p:cNvSpPr/>
          <p:nvPr/>
        </p:nvSpPr>
        <p:spPr>
          <a:xfrm>
            <a:off x="806925" y="3390000"/>
            <a:ext cx="2990000" cy="8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900"/>
              <a:buFont typeface="Arial"/>
              <a:buNone/>
            </a:pPr>
            <a:r>
              <a:rPr b="0" i="0" lang="en" sz="1900" u="none" cap="none" strike="noStrike">
                <a:solidFill>
                  <a:srgbClr val="EE5A29"/>
                </a:solidFill>
                <a:latin typeface="Plus Jakarta Sans"/>
                <a:ea typeface="Plus Jakarta Sans"/>
                <a:cs typeface="Plus Jakarta Sans"/>
                <a:sym typeface="Plus Jakarta Sans"/>
              </a:rPr>
              <a:t>Efficient</a:t>
            </a:r>
            <a:endParaRPr/>
          </a:p>
          <a:p>
            <a:pPr indent="0" lvl="0" marL="0" marR="0" rtl="0" algn="l">
              <a:lnSpc>
                <a:spcPct val="100000"/>
              </a:lnSpc>
              <a:spcBef>
                <a:spcPts val="150"/>
              </a:spcBef>
              <a:spcAft>
                <a:spcPts val="0"/>
              </a:spcAft>
              <a:buClr>
                <a:srgbClr val="000000"/>
              </a:buClr>
              <a:buSzPts val="1100"/>
              <a:buFont typeface="Arial"/>
              <a:buNone/>
            </a:pPr>
            <a:r>
              <a:rPr b="0" i="0" lang="en" sz="1100" u="none" cap="none" strike="noStrike">
                <a:solidFill>
                  <a:srgbClr val="15154A"/>
                </a:solidFill>
                <a:latin typeface="Plus Jakarta Sans Medium"/>
                <a:ea typeface="Plus Jakarta Sans Medium"/>
                <a:cs typeface="Plus Jakarta Sans Medium"/>
                <a:sym typeface="Plus Jakarta Sans Medium"/>
              </a:rPr>
              <a:t>Autoscaling inference, no idle waste</a:t>
            </a:r>
            <a:endParaRPr b="0" i="0" sz="1100" u="none" cap="none" strike="noStrike">
              <a:solidFill>
                <a:srgbClr val="15154A"/>
              </a:solidFill>
              <a:latin typeface="Plus Jakarta Sans Medium"/>
              <a:ea typeface="Plus Jakarta Sans Medium"/>
              <a:cs typeface="Plus Jakarta Sans Medium"/>
              <a:sym typeface="Plus Jakarta Sans Medium"/>
            </a:endParaRPr>
          </a:p>
        </p:txBody>
      </p:sp>
      <p:sp>
        <p:nvSpPr>
          <p:cNvPr id="911" name="Google Shape;911;g3f9b3f86724_0_42"/>
          <p:cNvSpPr/>
          <p:nvPr/>
        </p:nvSpPr>
        <p:spPr>
          <a:xfrm>
            <a:off x="3910000" y="3535000"/>
            <a:ext cx="13000" cy="52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12" name="Google Shape;912;g3f9b3f86724_0_42"/>
          <p:cNvSpPr/>
          <p:nvPr/>
        </p:nvSpPr>
        <p:spPr>
          <a:xfrm>
            <a:off x="4110000" y="3390000"/>
            <a:ext cx="4350000" cy="810000"/>
          </a:xfrm>
          <a:prstGeom prst="rect">
            <a:avLst/>
          </a:prstGeom>
          <a:noFill/>
          <a:ln>
            <a:noFill/>
          </a:ln>
        </p:spPr>
        <p:txBody>
          <a:bodyPr anchorCtr="0" anchor="ctr" bIns="0" lIns="0" spcFirstLastPara="1" rIns="0" wrap="square" tIns="0">
            <a:noAutofit/>
          </a:bodyPr>
          <a:lstStyle/>
          <a:p>
            <a:pPr indent="-285750" lvl="0" marL="28575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Scales up on load, down at rest</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0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Pay only for what you run</a:t>
            </a:r>
            <a:endParaRPr b="0" i="0" sz="950" u="none" cap="none" strike="noStrike">
              <a:solidFill>
                <a:srgbClr val="5A5A72"/>
              </a:solidFill>
              <a:latin typeface="Plus Jakarta Sans"/>
              <a:ea typeface="Plus Jakarta Sans"/>
              <a:cs typeface="Plus Jakarta Sans"/>
              <a:sym typeface="Plus Jakarta Sans"/>
            </a:endParaRPr>
          </a:p>
          <a:p>
            <a:pPr indent="-285750" lvl="0" marL="285750" marR="0" rtl="0" algn="l">
              <a:lnSpc>
                <a:spcPct val="100000"/>
              </a:lnSpc>
              <a:spcBef>
                <a:spcPts val="40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Complete ownership of your runs</a:t>
            </a:r>
            <a:endParaRPr b="0" i="0" sz="950" u="none" cap="none" strike="noStrike">
              <a:solidFill>
                <a:srgbClr val="5A5A72"/>
              </a:solidFill>
              <a:latin typeface="Plus Jakarta Sans"/>
              <a:ea typeface="Plus Jakarta Sans"/>
              <a:cs typeface="Plus Jakarta Sans"/>
              <a:sym typeface="Plus Jakarta Sans"/>
            </a:endParaRPr>
          </a:p>
        </p:txBody>
      </p:sp>
      <p:sp>
        <p:nvSpPr>
          <p:cNvPr id="913" name="Google Shape;913;g3f9b3f86724_0_42"/>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Agentic AI is an economics game. Whoever controls inference cost and capacity, controls AI scale.</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7" name="Shape 917"/>
        <p:cNvGrpSpPr/>
        <p:nvPr/>
      </p:nvGrpSpPr>
      <p:grpSpPr>
        <a:xfrm>
          <a:off x="0" y="0"/>
          <a:ext cx="0" cy="0"/>
          <a:chOff x="0" y="0"/>
          <a:chExt cx="0" cy="0"/>
        </a:xfrm>
      </p:grpSpPr>
      <p:sp>
        <p:nvSpPr>
          <p:cNvPr id="918" name="Google Shape;918;g3f9b3f86724_0_63"/>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Chapter 2: Unify what you already own</a:t>
            </a:r>
            <a:endParaRPr>
              <a:latin typeface="Plus Jakarta Sans"/>
              <a:ea typeface="Plus Jakarta Sans"/>
              <a:cs typeface="Plus Jakarta Sans"/>
              <a:sym typeface="Plus Jakarta Sans"/>
            </a:endParaRPr>
          </a:p>
        </p:txBody>
      </p:sp>
      <p:sp>
        <p:nvSpPr>
          <p:cNvPr id="919" name="Google Shape;919;g3f9b3f86724_0_63"/>
          <p:cNvSpPr/>
          <p:nvPr/>
        </p:nvSpPr>
        <p:spPr>
          <a:xfrm>
            <a:off x="566925" y="1300000"/>
            <a:ext cx="8010000" cy="849900"/>
          </a:xfrm>
          <a:prstGeom prst="roundRect">
            <a:avLst>
              <a:gd fmla="val 6000" name="adj"/>
            </a:avLst>
          </a:prstGeom>
          <a:solidFill>
            <a:schemeClr val="accent3"/>
          </a:solidFill>
          <a:ln>
            <a:noFill/>
          </a:ln>
        </p:spPr>
        <p:txBody>
          <a:bodyPr anchorCtr="0" anchor="ctr" bIns="0" lIns="0" spcFirstLastPara="1" rIns="0" wrap="square" tIns="0">
            <a:noAutofit/>
          </a:bodyPr>
          <a:lstStyle/>
          <a:p>
            <a:pPr indent="0" lvl="0" marL="91440" marR="91440" rtl="0" algn="l">
              <a:lnSpc>
                <a:spcPct val="115000"/>
              </a:lnSpc>
              <a:spcBef>
                <a:spcPts val="0"/>
              </a:spcBef>
              <a:spcAft>
                <a:spcPts val="0"/>
              </a:spcAft>
              <a:buClr>
                <a:srgbClr val="000000"/>
              </a:buClr>
              <a:buSzPts val="1250"/>
              <a:buFont typeface="Arial"/>
              <a:buNone/>
            </a:pPr>
            <a:r>
              <a:rPr b="0" i="1" lang="en" sz="1250" u="none" cap="none" strike="noStrike">
                <a:solidFill>
                  <a:schemeClr val="lt1"/>
                </a:solidFill>
                <a:latin typeface="Plus Jakarta Sans"/>
                <a:ea typeface="Plus Jakarta Sans"/>
                <a:cs typeface="Plus Jakarta Sans"/>
                <a:sym typeface="Plus Jakarta Sans"/>
              </a:rPr>
              <a:t>“We've built a super AI system locally because I'm just not confident to share that conversation. It turns out the most valuable IP to me are my questions. The answers are a commodity.”</a:t>
            </a:r>
            <a:endParaRPr b="0" i="0" sz="1400" u="none" cap="none" strike="noStrike">
              <a:solidFill>
                <a:schemeClr val="lt1"/>
              </a:solidFill>
              <a:latin typeface="Arial"/>
              <a:ea typeface="Arial"/>
              <a:cs typeface="Arial"/>
              <a:sym typeface="Arial"/>
            </a:endParaRPr>
          </a:p>
          <a:p>
            <a:pPr indent="0" lvl="0" marL="91440" marR="91440" rtl="0" algn="r">
              <a:lnSpc>
                <a:spcPct val="100000"/>
              </a:lnSpc>
              <a:spcBef>
                <a:spcPts val="0"/>
              </a:spcBef>
              <a:spcAft>
                <a:spcPts val="0"/>
              </a:spcAft>
              <a:buClr>
                <a:srgbClr val="000000"/>
              </a:buClr>
              <a:buSzPts val="1000"/>
              <a:buFont typeface="Arial"/>
              <a:buNone/>
            </a:pPr>
            <a:r>
              <a:rPr b="0" i="0" lang="en" sz="1000" u="none" cap="none" strike="noStrike">
                <a:solidFill>
                  <a:schemeClr val="lt1"/>
                </a:solidFill>
                <a:latin typeface="Plus Jakarta Sans"/>
                <a:ea typeface="Plus Jakarta Sans"/>
                <a:cs typeface="Plus Jakarta Sans"/>
                <a:sym typeface="Plus Jakarta Sans"/>
              </a:rPr>
              <a:t>Jensen Huang, Cisco AI Summit 2026</a:t>
            </a:r>
            <a:endParaRPr b="0" i="0" sz="1400" u="none" cap="none" strike="noStrike">
              <a:solidFill>
                <a:schemeClr val="lt1"/>
              </a:solidFill>
              <a:latin typeface="Arial"/>
              <a:ea typeface="Arial"/>
              <a:cs typeface="Arial"/>
              <a:sym typeface="Arial"/>
            </a:endParaRPr>
          </a:p>
        </p:txBody>
      </p:sp>
      <p:sp>
        <p:nvSpPr>
          <p:cNvPr id="920" name="Google Shape;920;g3f9b3f86724_0_63"/>
          <p:cNvSpPr/>
          <p:nvPr/>
        </p:nvSpPr>
        <p:spPr>
          <a:xfrm>
            <a:off x="566925" y="2450000"/>
            <a:ext cx="3905100" cy="1700100"/>
          </a:xfrm>
          <a:prstGeom prst="roundRect">
            <a:avLst>
              <a:gd fmla="val 3600" name="adj"/>
            </a:avLst>
          </a:prstGeom>
          <a:solidFill>
            <a:srgbClr val="FFFFFF"/>
          </a:solidFill>
          <a:ln cap="flat" cmpd="sng" w="12700">
            <a:solidFill>
              <a:schemeClr val="accent2"/>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Plus Jakarta Sans"/>
              <a:ea typeface="Plus Jakarta Sans"/>
              <a:cs typeface="Plus Jakarta Sans"/>
              <a:sym typeface="Plus Jakarta Sans"/>
            </a:endParaRPr>
          </a:p>
        </p:txBody>
      </p:sp>
      <p:sp>
        <p:nvSpPr>
          <p:cNvPr id="921" name="Google Shape;921;g3f9b3f86724_0_63"/>
          <p:cNvSpPr/>
          <p:nvPr/>
        </p:nvSpPr>
        <p:spPr>
          <a:xfrm>
            <a:off x="726925" y="2530000"/>
            <a:ext cx="36249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15154A"/>
                </a:solidFill>
                <a:latin typeface="Plus Jakarta Sans"/>
                <a:ea typeface="Plus Jakarta Sans"/>
                <a:cs typeface="Plus Jakarta Sans"/>
                <a:sym typeface="Plus Jakarta Sans"/>
              </a:rPr>
              <a:t>Your tools, RAG apps &amp; MCPs</a:t>
            </a:r>
            <a:endParaRPr b="0" i="0" sz="1400" u="none" cap="none" strike="noStrike">
              <a:solidFill>
                <a:srgbClr val="000000"/>
              </a:solidFill>
              <a:latin typeface="Plus Jakarta Sans"/>
              <a:ea typeface="Plus Jakarta Sans"/>
              <a:cs typeface="Plus Jakarta Sans"/>
              <a:sym typeface="Plus Jakarta Sans"/>
            </a:endParaRPr>
          </a:p>
        </p:txBody>
      </p:sp>
      <p:sp>
        <p:nvSpPr>
          <p:cNvPr id="922" name="Google Shape;922;g3f9b3f86724_0_63"/>
          <p:cNvSpPr/>
          <p:nvPr/>
        </p:nvSpPr>
        <p:spPr>
          <a:xfrm>
            <a:off x="726925" y="2850004"/>
            <a:ext cx="3605100" cy="1143000"/>
          </a:xfrm>
          <a:prstGeom prst="rect">
            <a:avLst/>
          </a:prstGeom>
          <a:solidFill>
            <a:srgbClr val="000000">
              <a:alpha val="0"/>
            </a:srgbClr>
          </a:solidFill>
          <a:ln>
            <a:noFill/>
          </a:ln>
        </p:spPr>
        <p:txBody>
          <a:bodyPr anchorCtr="0" anchor="t" bIns="0" lIns="0" spcFirstLastPara="1" rIns="0" wrap="square" tIns="0">
            <a:noAutofit/>
          </a:bodyPr>
          <a:lstStyle/>
          <a:p>
            <a:pPr indent="-292100" lvl="0" marL="457200" marR="0" rtl="0" algn="l">
              <a:lnSpc>
                <a:spcPct val="100000"/>
              </a:lnSpc>
              <a:spcBef>
                <a:spcPts val="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Transform tools, RAG apps, and MCPs into governed, reusable blocks.</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45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Enable secure, standardized access for all authorized agents.</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45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Eliminate duplicate development and isolated experiments across teams.</a:t>
            </a:r>
            <a:endParaRPr b="0" i="0" sz="1000" u="none" cap="none" strike="noStrike">
              <a:solidFill>
                <a:srgbClr val="5A5A72"/>
              </a:solidFill>
              <a:latin typeface="Plus Jakarta Sans"/>
              <a:ea typeface="Plus Jakarta Sans"/>
              <a:cs typeface="Plus Jakarta Sans"/>
              <a:sym typeface="Plus Jakarta Sans"/>
            </a:endParaRPr>
          </a:p>
        </p:txBody>
      </p:sp>
      <p:sp>
        <p:nvSpPr>
          <p:cNvPr id="923" name="Google Shape;923;g3f9b3f86724_0_63"/>
          <p:cNvSpPr/>
          <p:nvPr/>
        </p:nvSpPr>
        <p:spPr>
          <a:xfrm>
            <a:off x="4670925" y="2450000"/>
            <a:ext cx="3905100" cy="17001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Plus Jakarta Sans"/>
              <a:ea typeface="Plus Jakarta Sans"/>
              <a:cs typeface="Plus Jakarta Sans"/>
              <a:sym typeface="Plus Jakarta Sans"/>
            </a:endParaRPr>
          </a:p>
        </p:txBody>
      </p:sp>
      <p:sp>
        <p:nvSpPr>
          <p:cNvPr id="924" name="Google Shape;924;g3f9b3f86724_0_63"/>
          <p:cNvSpPr/>
          <p:nvPr/>
        </p:nvSpPr>
        <p:spPr>
          <a:xfrm>
            <a:off x="4830925" y="2530000"/>
            <a:ext cx="36249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15154A"/>
                </a:solidFill>
                <a:latin typeface="Plus Jakarta Sans"/>
                <a:ea typeface="Plus Jakarta Sans"/>
                <a:cs typeface="Plus Jakarta Sans"/>
                <a:sym typeface="Plus Jakarta Sans"/>
              </a:rPr>
              <a:t>Your data → connected knowledge</a:t>
            </a:r>
            <a:endParaRPr b="0" i="0" sz="1400" u="none" cap="none" strike="noStrike">
              <a:solidFill>
                <a:srgbClr val="000000"/>
              </a:solidFill>
              <a:latin typeface="Plus Jakarta Sans"/>
              <a:ea typeface="Plus Jakarta Sans"/>
              <a:cs typeface="Plus Jakarta Sans"/>
              <a:sym typeface="Plus Jakarta Sans"/>
            </a:endParaRPr>
          </a:p>
        </p:txBody>
      </p:sp>
      <p:sp>
        <p:nvSpPr>
          <p:cNvPr id="925" name="Google Shape;925;g3f9b3f86724_0_63"/>
          <p:cNvSpPr/>
          <p:nvPr/>
        </p:nvSpPr>
        <p:spPr>
          <a:xfrm>
            <a:off x="4830928" y="2850004"/>
            <a:ext cx="3605100" cy="1143000"/>
          </a:xfrm>
          <a:prstGeom prst="rect">
            <a:avLst/>
          </a:prstGeom>
          <a:solidFill>
            <a:srgbClr val="000000">
              <a:alpha val="0"/>
            </a:srgbClr>
          </a:solidFill>
          <a:ln>
            <a:noFill/>
          </a:ln>
        </p:spPr>
        <p:txBody>
          <a:bodyPr anchorCtr="0" anchor="t" bIns="0" lIns="0" spcFirstLastPara="1" rIns="0" wrap="square" tIns="0">
            <a:noAutofit/>
          </a:bodyPr>
          <a:lstStyle/>
          <a:p>
            <a:pPr indent="-292100" lvl="0" marL="457200" marR="0" rtl="0" algn="l">
              <a:lnSpc>
                <a:spcPct val="100000"/>
              </a:lnSpc>
              <a:spcBef>
                <a:spcPts val="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Unify proprietary data into an active, connected knowledge layer.</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45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Enable agents to reason with deep semantic context and relationships.</a:t>
            </a:r>
            <a:endParaRPr b="0" i="0" sz="1000" u="none" cap="none" strike="noStrike">
              <a:solidFill>
                <a:srgbClr val="5A5A72"/>
              </a:solidFill>
              <a:latin typeface="Plus Jakarta Sans"/>
              <a:ea typeface="Plus Jakarta Sans"/>
              <a:cs typeface="Plus Jakarta Sans"/>
              <a:sym typeface="Plus Jakarta Sans"/>
            </a:endParaRPr>
          </a:p>
          <a:p>
            <a:pPr indent="-292100" lvl="0" marL="457200" marR="0" rtl="0" algn="l">
              <a:lnSpc>
                <a:spcPct val="100000"/>
              </a:lnSpc>
              <a:spcBef>
                <a:spcPts val="450"/>
              </a:spcBef>
              <a:spcAft>
                <a:spcPts val="0"/>
              </a:spcAft>
              <a:buClr>
                <a:srgbClr val="5A5A72"/>
              </a:buClr>
              <a:buSzPts val="1000"/>
              <a:buFont typeface="Plus Jakarta Sans"/>
              <a:buChar char="●"/>
            </a:pPr>
            <a:r>
              <a:rPr b="0" i="0" lang="en" sz="1000" u="none" cap="none" strike="noStrike">
                <a:solidFill>
                  <a:srgbClr val="5A5A72"/>
                </a:solidFill>
                <a:latin typeface="Plus Jakarta Sans"/>
                <a:ea typeface="Plus Jakarta Sans"/>
                <a:cs typeface="Plus Jakarta Sans"/>
                <a:sym typeface="Plus Jakarta Sans"/>
              </a:rPr>
              <a:t>Ground agent actions with trusted facts instead of basic document retrieval.</a:t>
            </a:r>
            <a:endParaRPr b="0" i="0" sz="1000" u="none" cap="none" strike="noStrike">
              <a:solidFill>
                <a:srgbClr val="5A5A72"/>
              </a:solidFill>
              <a:latin typeface="Plus Jakarta Sans"/>
              <a:ea typeface="Plus Jakarta Sans"/>
              <a:cs typeface="Plus Jakarta Sans"/>
              <a:sym typeface="Plus Jakarta Sans"/>
            </a:endParaRPr>
          </a:p>
        </p:txBody>
      </p:sp>
      <p:sp>
        <p:nvSpPr>
          <p:cNvPr id="926" name="Google Shape;926;g3f9b3f86724_0_63"/>
          <p:cNvSpPr/>
          <p:nvPr/>
        </p:nvSpPr>
        <p:spPr>
          <a:xfrm>
            <a:off x="566928" y="4350000"/>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Your scattered experiments stop being dead ends. The platform makes them reachable, not replaceable.</a:t>
            </a:r>
            <a:endParaRPr b="0" i="0" sz="1300" u="none" cap="none" strike="noStrike">
              <a:solidFill>
                <a:srgbClr val="000000"/>
              </a:solidFill>
              <a:latin typeface="Arial"/>
              <a:ea typeface="Arial"/>
              <a:cs typeface="Arial"/>
              <a:sym typeface="Arial"/>
            </a:endParaRPr>
          </a:p>
        </p:txBody>
      </p:sp>
      <p:sp>
        <p:nvSpPr>
          <p:cNvPr id="927" name="Google Shape;927;g3f9b3f86724_0_63"/>
          <p:cNvSpPr txBox="1"/>
          <p:nvPr>
            <p:ph idx="1"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Your tools, RAG apps, MCPs, and data, unified on one platform.</a:t>
            </a:r>
            <a:endParaRPr>
              <a:latin typeface="Plus Jakarta Sans Medium"/>
              <a:ea typeface="Plus Jakarta Sans Medium"/>
              <a:cs typeface="Plus Jakarta Sans Medium"/>
              <a:sym typeface="Plus Jakarta Sans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g3f9b3f86724_0_78"/>
          <p:cNvSpPr txBox="1"/>
          <p:nvPr>
            <p:ph type="title"/>
          </p:nvPr>
        </p:nvSpPr>
        <p:spPr>
          <a:xfrm>
            <a:off x="530352" y="292608"/>
            <a:ext cx="7620000" cy="3477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Chapter 3: Govern it, and prove it</a:t>
            </a:r>
            <a:endParaRPr sz="2300">
              <a:latin typeface="Plus Jakarta Sans"/>
              <a:ea typeface="Plus Jakarta Sans"/>
              <a:cs typeface="Plus Jakarta Sans"/>
              <a:sym typeface="Plus Jakarta Sans"/>
            </a:endParaRPr>
          </a:p>
        </p:txBody>
      </p:sp>
      <p:sp>
        <p:nvSpPr>
          <p:cNvPr id="933" name="Google Shape;933;g3f9b3f86724_0_78"/>
          <p:cNvSpPr/>
          <p:nvPr/>
        </p:nvSpPr>
        <p:spPr>
          <a:xfrm>
            <a:off x="566928" y="4250000"/>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15154A"/>
                </a:solidFill>
                <a:latin typeface="Plus Jakarta Sans"/>
                <a:ea typeface="Plus Jakarta Sans"/>
                <a:cs typeface="Plus Jakarta Sans"/>
                <a:sym typeface="Plus Jakarta Sans"/>
              </a:rPr>
              <a:t>Built into the floor. Not a policy PDF.</a:t>
            </a:r>
            <a:endParaRPr b="0" i="0" sz="1400" u="none" cap="none" strike="noStrike">
              <a:solidFill>
                <a:srgbClr val="000000"/>
              </a:solidFill>
              <a:latin typeface="Arial"/>
              <a:ea typeface="Arial"/>
              <a:cs typeface="Arial"/>
              <a:sym typeface="Arial"/>
            </a:endParaRPr>
          </a:p>
        </p:txBody>
      </p:sp>
      <p:sp>
        <p:nvSpPr>
          <p:cNvPr id="934" name="Google Shape;934;g3f9b3f86724_0_78"/>
          <p:cNvSpPr txBox="1"/>
          <p:nvPr>
            <p:ph idx="2" type="subTitle"/>
          </p:nvPr>
        </p:nvSpPr>
        <p:spPr>
          <a:xfrm>
            <a:off x="530349" y="731520"/>
            <a:ext cx="6076200" cy="347700"/>
          </a:xfrm>
          <a:prstGeom prst="rect">
            <a:avLst/>
          </a:prstGeom>
          <a:noFill/>
          <a:ln>
            <a:noFill/>
          </a:ln>
        </p:spPr>
        <p:txBody>
          <a:bodyPr anchorCtr="0" anchor="t" bIns="91425" lIns="91425" spcFirstLastPara="1" rIns="91425" wrap="square" tIns="45700">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IT can't say yes to what it can't see. Three questions, each answered at the platform level, not per-app.</a:t>
            </a:r>
            <a:endParaRPr>
              <a:latin typeface="Plus Jakarta Sans Medium"/>
              <a:ea typeface="Plus Jakarta Sans Medium"/>
              <a:cs typeface="Plus Jakarta Sans Medium"/>
              <a:sym typeface="Plus Jakarta Sans Medium"/>
            </a:endParaRPr>
          </a:p>
        </p:txBody>
      </p:sp>
      <p:grpSp>
        <p:nvGrpSpPr>
          <p:cNvPr id="935" name="Google Shape;935;g3f9b3f86724_0_78"/>
          <p:cNvGrpSpPr/>
          <p:nvPr/>
        </p:nvGrpSpPr>
        <p:grpSpPr>
          <a:xfrm>
            <a:off x="732050" y="1339663"/>
            <a:ext cx="7679900" cy="2649900"/>
            <a:chOff x="457200" y="1300000"/>
            <a:chExt cx="7679900" cy="2649900"/>
          </a:xfrm>
        </p:grpSpPr>
        <p:sp>
          <p:nvSpPr>
            <p:cNvPr id="936" name="Google Shape;936;g3f9b3f86724_0_78"/>
            <p:cNvSpPr/>
            <p:nvPr/>
          </p:nvSpPr>
          <p:spPr>
            <a:xfrm>
              <a:off x="457200" y="1300000"/>
              <a:ext cx="2439900" cy="264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7" name="Google Shape;937;g3f9b3f86724_0_78"/>
            <p:cNvSpPr/>
            <p:nvPr/>
          </p:nvSpPr>
          <p:spPr>
            <a:xfrm>
              <a:off x="640083" y="1556038"/>
              <a:ext cx="457200" cy="457200"/>
            </a:xfrm>
            <a:prstGeom prst="ellipse">
              <a:avLst/>
            </a:prstGeom>
            <a:solidFill>
              <a:schemeClr val="accent2"/>
            </a:solidFill>
            <a:ln cap="flat" cmpd="sng" w="16500">
              <a:solidFill>
                <a:srgbClr val="4F4FF5"/>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38" name="Google Shape;938;g3f9b3f86724_0_78"/>
            <p:cNvSpPr/>
            <p:nvPr/>
          </p:nvSpPr>
          <p:spPr>
            <a:xfrm>
              <a:off x="640083" y="2141254"/>
              <a:ext cx="2074200" cy="69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15154A"/>
                  </a:solidFill>
                  <a:latin typeface="Plus Jakarta Sans"/>
                  <a:ea typeface="Plus Jakarta Sans"/>
                  <a:cs typeface="Plus Jakarta Sans"/>
                  <a:sym typeface="Plus Jakarta Sans"/>
                </a:rPr>
                <a:t>Who can use AI, and how?</a:t>
              </a:r>
              <a:endParaRPr b="0" i="0" sz="1400" u="none" cap="none" strike="noStrike">
                <a:solidFill>
                  <a:srgbClr val="000000"/>
                </a:solidFill>
                <a:latin typeface="Plus Jakarta Sans"/>
                <a:ea typeface="Plus Jakarta Sans"/>
                <a:cs typeface="Plus Jakarta Sans"/>
                <a:sym typeface="Plus Jakarta Sans"/>
              </a:endParaRPr>
            </a:p>
          </p:txBody>
        </p:sp>
        <p:sp>
          <p:nvSpPr>
            <p:cNvPr id="939" name="Google Shape;939;g3f9b3f86724_0_78"/>
            <p:cNvSpPr/>
            <p:nvPr/>
          </p:nvSpPr>
          <p:spPr>
            <a:xfrm>
              <a:off x="640075" y="2714625"/>
              <a:ext cx="2074200" cy="1143000"/>
            </a:xfrm>
            <a:prstGeom prst="rect">
              <a:avLst/>
            </a:prstGeom>
            <a:solidFill>
              <a:srgbClr val="000000">
                <a:alpha val="0"/>
              </a:srgbClr>
            </a:solidFill>
            <a:ln>
              <a:noFill/>
            </a:ln>
          </p:spPr>
          <p:txBody>
            <a:bodyPr anchorCtr="0" anchor="t" bIns="0" lIns="95250" spcFirstLastPara="1" rIns="0" wrap="square" tIns="0">
              <a:noAutofit/>
            </a:bodyPr>
            <a:lstStyle/>
            <a:p>
              <a:pPr indent="-288925" lvl="0" marL="45720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Role-based access &amp; project isolation</a:t>
              </a:r>
              <a:endParaRPr b="0" i="0" sz="950" u="none" cap="none" strike="noStrike">
                <a:solidFill>
                  <a:srgbClr val="5A5A72"/>
                </a:solidFill>
                <a:latin typeface="Plus Jakarta Sans"/>
                <a:ea typeface="Plus Jakarta Sans"/>
                <a:cs typeface="Plus Jakarta Sans"/>
                <a:sym typeface="Plus Jakarta Sans"/>
              </a:endParaRPr>
            </a:p>
            <a:p>
              <a:pPr indent="-288925" lvl="0" marL="45720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Every AI asset strictly governed</a:t>
              </a:r>
              <a:endParaRPr b="0" i="0" sz="950" u="none" cap="none" strike="noStrike">
                <a:solidFill>
                  <a:srgbClr val="5A5A72"/>
                </a:solidFill>
                <a:latin typeface="Plus Jakarta Sans"/>
                <a:ea typeface="Plus Jakarta Sans"/>
                <a:cs typeface="Plus Jakarta Sans"/>
                <a:sym typeface="Plus Jakarta Sans"/>
              </a:endParaRPr>
            </a:p>
            <a:p>
              <a:pPr indent="-288925" lvl="0" marL="45720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Shadow AI blocked at platform level</a:t>
              </a:r>
              <a:endParaRPr b="0" i="0" sz="950" u="none" cap="none" strike="noStrike">
                <a:solidFill>
                  <a:srgbClr val="5A5A72"/>
                </a:solidFill>
                <a:latin typeface="Plus Jakarta Sans"/>
                <a:ea typeface="Plus Jakarta Sans"/>
                <a:cs typeface="Plus Jakarta Sans"/>
                <a:sym typeface="Plus Jakarta Sans"/>
              </a:endParaRPr>
            </a:p>
          </p:txBody>
        </p:sp>
        <p:sp>
          <p:nvSpPr>
            <p:cNvPr id="940" name="Google Shape;940;g3f9b3f86724_0_78"/>
            <p:cNvSpPr/>
            <p:nvPr/>
          </p:nvSpPr>
          <p:spPr>
            <a:xfrm>
              <a:off x="3077200" y="1300000"/>
              <a:ext cx="2439900" cy="264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1" name="Google Shape;941;g3f9b3f86724_0_78"/>
            <p:cNvSpPr/>
            <p:nvPr/>
          </p:nvSpPr>
          <p:spPr>
            <a:xfrm>
              <a:off x="3260083" y="1556038"/>
              <a:ext cx="457200" cy="457200"/>
            </a:xfrm>
            <a:prstGeom prst="ellipse">
              <a:avLst/>
            </a:pr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2" name="Google Shape;942;g3f9b3f86724_0_78"/>
            <p:cNvSpPr/>
            <p:nvPr/>
          </p:nvSpPr>
          <p:spPr>
            <a:xfrm>
              <a:off x="3260083" y="2141254"/>
              <a:ext cx="2074200" cy="69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15154A"/>
                  </a:solidFill>
                  <a:latin typeface="Plus Jakarta Sans"/>
                  <a:ea typeface="Plus Jakarta Sans"/>
                  <a:cs typeface="Plus Jakarta Sans"/>
                  <a:sym typeface="Plus Jakarta Sans"/>
                </a:rPr>
                <a:t>What can AI say?</a:t>
              </a:r>
              <a:endParaRPr b="0" i="0" sz="1400" u="none" cap="none" strike="noStrike">
                <a:solidFill>
                  <a:srgbClr val="000000"/>
                </a:solidFill>
                <a:latin typeface="Plus Jakarta Sans"/>
                <a:ea typeface="Plus Jakarta Sans"/>
                <a:cs typeface="Plus Jakarta Sans"/>
                <a:sym typeface="Plus Jakarta Sans"/>
              </a:endParaRPr>
            </a:p>
          </p:txBody>
        </p:sp>
        <p:sp>
          <p:nvSpPr>
            <p:cNvPr id="943" name="Google Shape;943;g3f9b3f86724_0_78"/>
            <p:cNvSpPr/>
            <p:nvPr/>
          </p:nvSpPr>
          <p:spPr>
            <a:xfrm>
              <a:off x="3260074" y="2714625"/>
              <a:ext cx="2074200" cy="1143000"/>
            </a:xfrm>
            <a:prstGeom prst="rect">
              <a:avLst/>
            </a:prstGeom>
            <a:solidFill>
              <a:srgbClr val="000000">
                <a:alpha val="0"/>
              </a:srgbClr>
            </a:solidFill>
            <a:ln>
              <a:noFill/>
            </a:ln>
          </p:spPr>
          <p:txBody>
            <a:bodyPr anchorCtr="0" anchor="t" bIns="0" lIns="95250" spcFirstLastPara="1" rIns="0" wrap="square" tIns="0">
              <a:noAutofit/>
            </a:bodyPr>
            <a:lstStyle/>
            <a:p>
              <a:pPr indent="-288925" lvl="0" marL="45720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Platform-level agent guardrails</a:t>
              </a:r>
              <a:endParaRPr b="0" i="0" sz="950" u="none" cap="none" strike="noStrike">
                <a:solidFill>
                  <a:srgbClr val="5A5A72"/>
                </a:solidFill>
                <a:latin typeface="Plus Jakarta Sans"/>
                <a:ea typeface="Plus Jakarta Sans"/>
                <a:cs typeface="Plus Jakarta Sans"/>
                <a:sym typeface="Plus Jakarta Sans"/>
              </a:endParaRPr>
            </a:p>
            <a:p>
              <a:pPr indent="-288925" lvl="0" marL="45720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Content filters &amp; PII masking</a:t>
              </a:r>
              <a:endParaRPr b="0" i="0" sz="950" u="none" cap="none" strike="noStrike">
                <a:solidFill>
                  <a:srgbClr val="5A5A72"/>
                </a:solidFill>
                <a:latin typeface="Plus Jakarta Sans"/>
                <a:ea typeface="Plus Jakarta Sans"/>
                <a:cs typeface="Plus Jakarta Sans"/>
                <a:sym typeface="Plus Jakarta Sans"/>
              </a:endParaRPr>
            </a:p>
            <a:p>
              <a:pPr indent="-288925" lvl="0" marL="45720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Automated LLM safety judges</a:t>
              </a:r>
              <a:endParaRPr b="0" i="0" sz="950" u="none" cap="none" strike="noStrike">
                <a:solidFill>
                  <a:srgbClr val="5A5A72"/>
                </a:solidFill>
                <a:latin typeface="Plus Jakarta Sans"/>
                <a:ea typeface="Plus Jakarta Sans"/>
                <a:cs typeface="Plus Jakarta Sans"/>
                <a:sym typeface="Plus Jakarta Sans"/>
              </a:endParaRPr>
            </a:p>
          </p:txBody>
        </p:sp>
        <p:sp>
          <p:nvSpPr>
            <p:cNvPr id="944" name="Google Shape;944;g3f9b3f86724_0_78"/>
            <p:cNvSpPr/>
            <p:nvPr/>
          </p:nvSpPr>
          <p:spPr>
            <a:xfrm>
              <a:off x="5697200" y="1300000"/>
              <a:ext cx="2439900" cy="264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5" name="Google Shape;945;g3f9b3f86724_0_78"/>
            <p:cNvSpPr/>
            <p:nvPr/>
          </p:nvSpPr>
          <p:spPr>
            <a:xfrm>
              <a:off x="5880083" y="1556038"/>
              <a:ext cx="457200" cy="457200"/>
            </a:xfrm>
            <a:prstGeom prst="ellipse">
              <a:avLst/>
            </a:prstGeom>
            <a:solidFill>
              <a:srgbClr val="15154A"/>
            </a:solidFill>
            <a:ln cap="flat" cmpd="sng" w="16500">
              <a:solidFill>
                <a:srgbClr val="15154A"/>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6" name="Google Shape;946;g3f9b3f86724_0_78"/>
            <p:cNvSpPr/>
            <p:nvPr/>
          </p:nvSpPr>
          <p:spPr>
            <a:xfrm>
              <a:off x="5880083" y="155603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Plus Jakarta Sans"/>
                  <a:ea typeface="Plus Jakarta Sans"/>
                  <a:cs typeface="Plus Jakarta Sans"/>
                  <a:sym typeface="Plus Jakarta Sans"/>
                </a:rPr>
                <a:t>3</a:t>
              </a:r>
              <a:endParaRPr b="0" i="0" sz="1400" u="none" cap="none" strike="noStrike">
                <a:solidFill>
                  <a:srgbClr val="000000"/>
                </a:solidFill>
                <a:latin typeface="Arial"/>
                <a:ea typeface="Arial"/>
                <a:cs typeface="Arial"/>
                <a:sym typeface="Arial"/>
              </a:endParaRPr>
            </a:p>
          </p:txBody>
        </p:sp>
        <p:sp>
          <p:nvSpPr>
            <p:cNvPr id="947" name="Google Shape;947;g3f9b3f86724_0_78"/>
            <p:cNvSpPr/>
            <p:nvPr/>
          </p:nvSpPr>
          <p:spPr>
            <a:xfrm>
              <a:off x="5880083" y="2141254"/>
              <a:ext cx="2074200" cy="699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500"/>
                <a:buFont typeface="Arial"/>
                <a:buNone/>
              </a:pPr>
              <a:r>
                <a:rPr b="0" i="0" lang="en" sz="1500" u="none" cap="none" strike="noStrike">
                  <a:solidFill>
                    <a:srgbClr val="15154A"/>
                  </a:solidFill>
                  <a:latin typeface="Plus Jakarta Sans"/>
                  <a:ea typeface="Plus Jakarta Sans"/>
                  <a:cs typeface="Plus Jakarta Sans"/>
                  <a:sym typeface="Plus Jakarta Sans"/>
                </a:rPr>
                <a:t>Can you prove what it did?</a:t>
              </a:r>
              <a:endParaRPr b="0" i="0" sz="1400" u="none" cap="none" strike="noStrike">
                <a:solidFill>
                  <a:srgbClr val="000000"/>
                </a:solidFill>
                <a:latin typeface="Plus Jakarta Sans"/>
                <a:ea typeface="Plus Jakarta Sans"/>
                <a:cs typeface="Plus Jakarta Sans"/>
                <a:sym typeface="Plus Jakarta Sans"/>
              </a:endParaRPr>
            </a:p>
          </p:txBody>
        </p:sp>
        <p:sp>
          <p:nvSpPr>
            <p:cNvPr id="948" name="Google Shape;948;g3f9b3f86724_0_78"/>
            <p:cNvSpPr/>
            <p:nvPr/>
          </p:nvSpPr>
          <p:spPr>
            <a:xfrm>
              <a:off x="5880078" y="2714625"/>
              <a:ext cx="2074200" cy="1143000"/>
            </a:xfrm>
            <a:prstGeom prst="rect">
              <a:avLst/>
            </a:prstGeom>
            <a:solidFill>
              <a:srgbClr val="000000">
                <a:alpha val="0"/>
              </a:srgbClr>
            </a:solidFill>
            <a:ln>
              <a:noFill/>
            </a:ln>
          </p:spPr>
          <p:txBody>
            <a:bodyPr anchorCtr="0" anchor="t" bIns="0" lIns="95250" spcFirstLastPara="1" rIns="0" wrap="square" tIns="0">
              <a:noAutofit/>
            </a:bodyPr>
            <a:lstStyle/>
            <a:p>
              <a:pPr indent="-288925" lvl="0" marL="457200" marR="0" rtl="0" algn="l">
                <a:lnSpc>
                  <a:spcPct val="100000"/>
                </a:lnSpc>
                <a:spcBef>
                  <a:spcPts val="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Full trace of steps &amp; tool calls</a:t>
              </a:r>
              <a:endParaRPr b="0" i="0" sz="950" u="none" cap="none" strike="noStrike">
                <a:solidFill>
                  <a:srgbClr val="5A5A72"/>
                </a:solidFill>
                <a:latin typeface="Plus Jakarta Sans"/>
                <a:ea typeface="Plus Jakarta Sans"/>
                <a:cs typeface="Plus Jakarta Sans"/>
                <a:sym typeface="Plus Jakarta Sans"/>
              </a:endParaRPr>
            </a:p>
            <a:p>
              <a:pPr indent="-288925" lvl="0" marL="45720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Agent evaluation before trust</a:t>
              </a:r>
              <a:endParaRPr b="0" i="0" sz="950" u="none" cap="none" strike="noStrike">
                <a:solidFill>
                  <a:srgbClr val="5A5A72"/>
                </a:solidFill>
                <a:latin typeface="Plus Jakarta Sans"/>
                <a:ea typeface="Plus Jakarta Sans"/>
                <a:cs typeface="Plus Jakarta Sans"/>
                <a:sym typeface="Plus Jakarta Sans"/>
              </a:endParaRPr>
            </a:p>
            <a:p>
              <a:pPr indent="-288925" lvl="0" marL="457200" marR="0" rtl="0" algn="l">
                <a:lnSpc>
                  <a:spcPct val="100000"/>
                </a:lnSpc>
                <a:spcBef>
                  <a:spcPts val="450"/>
                </a:spcBef>
                <a:spcAft>
                  <a:spcPts val="0"/>
                </a:spcAft>
                <a:buClr>
                  <a:srgbClr val="5A5A72"/>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Post-shipment monitoring</a:t>
              </a:r>
              <a:endParaRPr b="0" i="0" sz="950" u="none" cap="none" strike="noStrike">
                <a:solidFill>
                  <a:srgbClr val="5A5A72"/>
                </a:solidFill>
                <a:latin typeface="Plus Jakarta Sans"/>
                <a:ea typeface="Plus Jakarta Sans"/>
                <a:cs typeface="Plus Jakarta Sans"/>
                <a:sym typeface="Plus Jakarta Sans"/>
              </a:endParaRPr>
            </a:p>
          </p:txBody>
        </p:sp>
        <p:sp>
          <p:nvSpPr>
            <p:cNvPr id="949" name="Google Shape;949;g3f9b3f86724_0_78"/>
            <p:cNvSpPr/>
            <p:nvPr/>
          </p:nvSpPr>
          <p:spPr>
            <a:xfrm>
              <a:off x="3260083" y="155603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Plus Jakarta Sans"/>
                  <a:ea typeface="Plus Jakarta Sans"/>
                  <a:cs typeface="Plus Jakarta Sans"/>
                  <a:sym typeface="Plus Jakarta Sans"/>
                </a:rPr>
                <a:t>2</a:t>
              </a:r>
              <a:endParaRPr b="0" i="0" sz="1400" u="none" cap="none" strike="noStrike">
                <a:solidFill>
                  <a:srgbClr val="000000"/>
                </a:solidFill>
                <a:latin typeface="Arial"/>
                <a:ea typeface="Arial"/>
                <a:cs typeface="Arial"/>
                <a:sym typeface="Arial"/>
              </a:endParaRPr>
            </a:p>
          </p:txBody>
        </p:sp>
        <p:sp>
          <p:nvSpPr>
            <p:cNvPr id="950" name="Google Shape;950;g3f9b3f86724_0_78"/>
            <p:cNvSpPr/>
            <p:nvPr/>
          </p:nvSpPr>
          <p:spPr>
            <a:xfrm>
              <a:off x="640083" y="1556038"/>
              <a:ext cx="457200" cy="4572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600"/>
                <a:buFont typeface="Arial"/>
                <a:buNone/>
              </a:pPr>
              <a:r>
                <a:rPr b="1" i="0" lang="en" sz="1600" u="none" cap="none" strike="noStrike">
                  <a:solidFill>
                    <a:srgbClr val="FFFFFF"/>
                  </a:solidFill>
                  <a:latin typeface="Plus Jakarta Sans"/>
                  <a:ea typeface="Plus Jakarta Sans"/>
                  <a:cs typeface="Plus Jakarta Sans"/>
                  <a:sym typeface="Plus Jakarta Sans"/>
                </a:rPr>
                <a:t>1</a:t>
              </a:r>
              <a:endParaRPr b="0" i="0" sz="1400" u="none" cap="none" strike="noStrike">
                <a:solidFill>
                  <a:srgbClr val="000000"/>
                </a:solidFill>
                <a:latin typeface="Arial"/>
                <a:ea typeface="Arial"/>
                <a:cs typeface="Arial"/>
                <a:sym typeface="Arial"/>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5" name="Shape 955"/>
        <p:cNvGrpSpPr/>
        <p:nvPr/>
      </p:nvGrpSpPr>
      <p:grpSpPr>
        <a:xfrm>
          <a:off x="0" y="0"/>
          <a:ext cx="0" cy="0"/>
          <a:chOff x="0" y="0"/>
          <a:chExt cx="0" cy="0"/>
        </a:xfrm>
      </p:grpSpPr>
      <p:sp>
        <p:nvSpPr>
          <p:cNvPr id="956" name="Google Shape;956;g3f9b3f86724_0_195"/>
          <p:cNvSpPr txBox="1"/>
          <p:nvPr>
            <p:ph type="title"/>
          </p:nvPr>
        </p:nvSpPr>
        <p:spPr>
          <a:xfrm>
            <a:off x="533400" y="292608"/>
            <a:ext cx="81978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The hard 20%: Applied AI builds it with you</a:t>
            </a:r>
            <a:endParaRPr sz="2300">
              <a:latin typeface="Plus Jakarta Sans"/>
              <a:ea typeface="Plus Jakarta Sans"/>
              <a:cs typeface="Plus Jakarta Sans"/>
              <a:sym typeface="Plus Jakarta Sans"/>
            </a:endParaRPr>
          </a:p>
        </p:txBody>
      </p:sp>
      <p:sp>
        <p:nvSpPr>
          <p:cNvPr id="957" name="Google Shape;957;g3f9b3f86724_0_195"/>
          <p:cNvSpPr txBox="1"/>
          <p:nvPr>
            <p:ph idx="4294967295" type="body"/>
          </p:nvPr>
        </p:nvSpPr>
        <p:spPr>
          <a:xfrm>
            <a:off x="533400" y="734285"/>
            <a:ext cx="7080000" cy="38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400"/>
              </a:spcAft>
              <a:buClr>
                <a:schemeClr val="accent2"/>
              </a:buClr>
              <a:buSzPts val="1100"/>
              <a:buFont typeface="Plus Jakarta Sans SemiBold"/>
              <a:buNone/>
            </a:pPr>
            <a:r>
              <a:rPr i="0" lang="en" sz="1100" u="none" cap="none" strike="noStrike">
                <a:solidFill>
                  <a:schemeClr val="accent2"/>
                </a:solidFill>
                <a:latin typeface="Plus Jakarta Sans Medium"/>
                <a:ea typeface="Plus Jakarta Sans Medium"/>
                <a:cs typeface="Plus Jakarta Sans Medium"/>
                <a:sym typeface="Plus Jakarta Sans Medium"/>
              </a:rPr>
              <a:t>Forward Deployed Engineers work alongside your centralized AI team: on your data, in your environment, on two fronts.</a:t>
            </a:r>
            <a:endParaRPr i="0" sz="1100" u="none" cap="none" strike="noStrike">
              <a:solidFill>
                <a:schemeClr val="accent2"/>
              </a:solidFill>
              <a:latin typeface="Plus Jakarta Sans Medium"/>
              <a:ea typeface="Plus Jakarta Sans Medium"/>
              <a:cs typeface="Plus Jakarta Sans Medium"/>
              <a:sym typeface="Plus Jakarta Sans Medium"/>
            </a:endParaRPr>
          </a:p>
        </p:txBody>
      </p:sp>
      <p:sp>
        <p:nvSpPr>
          <p:cNvPr id="958" name="Google Shape;958;g3f9b3f86724_0_195"/>
          <p:cNvSpPr/>
          <p:nvPr/>
        </p:nvSpPr>
        <p:spPr>
          <a:xfrm>
            <a:off x="566925" y="1580000"/>
            <a:ext cx="3905100" cy="2199900"/>
          </a:xfrm>
          <a:prstGeom prst="roundRect">
            <a:avLst>
              <a:gd fmla="val 3600" name="adj"/>
            </a:avLst>
          </a:prstGeom>
          <a:solidFill>
            <a:srgbClr val="FFFFFF"/>
          </a:solidFill>
          <a:ln cap="flat" cmpd="sng" w="12700">
            <a:solidFill>
              <a:schemeClr val="accent1"/>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59" name="Google Shape;959;g3f9b3f86724_0_195"/>
          <p:cNvSpPr/>
          <p:nvPr/>
        </p:nvSpPr>
        <p:spPr>
          <a:xfrm>
            <a:off x="786925" y="1760000"/>
            <a:ext cx="3465000" cy="3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5154A"/>
                </a:solidFill>
                <a:latin typeface="Plus Jakarta Sans"/>
                <a:ea typeface="Plus Jakarta Sans"/>
                <a:cs typeface="Plus Jakarta Sans"/>
                <a:sym typeface="Plus Jakarta Sans"/>
              </a:rPr>
              <a:t>Solutions on your data</a:t>
            </a:r>
            <a:endParaRPr b="0" i="0" sz="1400" u="none" cap="none" strike="noStrike">
              <a:solidFill>
                <a:srgbClr val="000000"/>
              </a:solidFill>
              <a:latin typeface="Plus Jakarta Sans"/>
              <a:ea typeface="Plus Jakarta Sans"/>
              <a:cs typeface="Plus Jakarta Sans"/>
              <a:sym typeface="Plus Jakarta Sans"/>
            </a:endParaRPr>
          </a:p>
        </p:txBody>
      </p:sp>
      <p:sp>
        <p:nvSpPr>
          <p:cNvPr id="960" name="Google Shape;960;g3f9b3f86724_0_195"/>
          <p:cNvSpPr/>
          <p:nvPr/>
        </p:nvSpPr>
        <p:spPr>
          <a:xfrm>
            <a:off x="786925" y="2200000"/>
            <a:ext cx="3465000" cy="146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000"/>
              <a:buFont typeface="Arial"/>
              <a:buNone/>
            </a:pPr>
            <a:r>
              <a:rPr b="0" i="0" lang="en" sz="1000" u="none" cap="none" strike="noStrike">
                <a:solidFill>
                  <a:srgbClr val="EE5A29"/>
                </a:solidFill>
                <a:latin typeface="Plus Jakarta Sans Light"/>
                <a:ea typeface="Plus Jakarta Sans Light"/>
                <a:cs typeface="Plus Jakarta Sans Light"/>
                <a:sym typeface="Plus Jakarta Sans Light"/>
                <a:extLst>
                  <a:ext uri="http://customooxmlschemas.google.com/">
                    <go:slidesCustomData xmlns:go="http://customooxmlschemas.google.com/" textRoundtripDataId="0"/>
                  </a:ext>
                </a:extLst>
              </a:rPr>
              <a:t>· Example: </a:t>
            </a:r>
            <a:r>
              <a:rPr b="0" i="0" lang="en" sz="1000" u="none" cap="none" strike="noStrike">
                <a:solidFill>
                  <a:srgbClr val="5A5A72"/>
                </a:solidFill>
                <a:latin typeface="Plus Jakarta Sans Light"/>
                <a:ea typeface="Plus Jakarta Sans Light"/>
                <a:cs typeface="Plus Jakarta Sans Light"/>
                <a:sym typeface="Plus Jakarta Sans Light"/>
                <a:extLst>
                  <a:ext uri="http://customooxmlschemas.google.com/">
                    <go:slidesCustomData xmlns:go="http://customooxmlschemas.google.com/" textRoundtripDataId="1"/>
                  </a:ext>
                </a:extLst>
              </a:rPr>
              <a:t>Financial crime detection: graph + agents on the lakehouse</a:t>
            </a:r>
            <a:br>
              <a:rPr b="0" i="0" lang="en" sz="1400" u="none" cap="none" strike="noStrike">
                <a:solidFill>
                  <a:srgbClr val="000000"/>
                </a:solidFill>
                <a:latin typeface="Plus Jakarta Sans Light"/>
                <a:ea typeface="Plus Jakarta Sans Light"/>
                <a:cs typeface="Plus Jakarta Sans Light"/>
                <a:sym typeface="Plus Jakarta Sans Light"/>
              </a:rPr>
            </a:br>
            <a:r>
              <a:rPr b="0" i="0" lang="en" sz="1000" u="none" cap="none" strike="noStrike">
                <a:solidFill>
                  <a:srgbClr val="EE5A29"/>
                </a:solidFill>
                <a:latin typeface="Plus Jakarta Sans Light"/>
                <a:ea typeface="Plus Jakarta Sans Light"/>
                <a:cs typeface="Plus Jakarta Sans Light"/>
                <a:sym typeface="Plus Jakarta Sans Light"/>
              </a:rPr>
              <a:t>· </a:t>
            </a:r>
            <a:r>
              <a:rPr b="0" i="0" lang="en" sz="1000" u="none" cap="none" strike="noStrike">
                <a:solidFill>
                  <a:srgbClr val="5A5A72"/>
                </a:solidFill>
                <a:latin typeface="Plus Jakarta Sans Light"/>
                <a:ea typeface="Plus Jakarta Sans Light"/>
                <a:cs typeface="Plus Jakarta Sans Light"/>
                <a:sym typeface="Plus Jakarta Sans Light"/>
              </a:rPr>
              <a:t>Domain-specific agentic workflows on proprietary data</a:t>
            </a:r>
            <a:br>
              <a:rPr b="0" i="0" lang="en" sz="1400" u="none" cap="none" strike="noStrike">
                <a:solidFill>
                  <a:srgbClr val="000000"/>
                </a:solidFill>
                <a:latin typeface="Plus Jakarta Sans Light"/>
                <a:ea typeface="Plus Jakarta Sans Light"/>
                <a:cs typeface="Plus Jakarta Sans Light"/>
                <a:sym typeface="Plus Jakarta Sans Light"/>
              </a:rPr>
            </a:br>
            <a:r>
              <a:rPr b="0" i="0" lang="en" sz="1000" u="none" cap="none" strike="noStrike">
                <a:solidFill>
                  <a:srgbClr val="EE5A29"/>
                </a:solidFill>
                <a:latin typeface="Plus Jakarta Sans Light"/>
                <a:ea typeface="Plus Jakarta Sans Light"/>
                <a:cs typeface="Plus Jakarta Sans Light"/>
                <a:sym typeface="Plus Jakarta Sans Light"/>
              </a:rPr>
              <a:t>· </a:t>
            </a:r>
            <a:r>
              <a:rPr b="0" i="0" lang="en" sz="1000" u="none" cap="none" strike="noStrike">
                <a:solidFill>
                  <a:srgbClr val="5A5A72"/>
                </a:solidFill>
                <a:latin typeface="Plus Jakarta Sans Light"/>
                <a:ea typeface="Plus Jakarta Sans Light"/>
                <a:cs typeface="Plus Jakarta Sans Light"/>
                <a:sym typeface="Plus Jakarta Sans Light"/>
              </a:rPr>
              <a:t>High-ROI solutions built directly on your data, in weeks</a:t>
            </a:r>
            <a:endParaRPr b="0" i="0" sz="1000" u="none" cap="none" strike="noStrike">
              <a:solidFill>
                <a:srgbClr val="5A5A72"/>
              </a:solidFill>
              <a:latin typeface="Plus Jakarta Sans Light"/>
              <a:ea typeface="Plus Jakarta Sans Light"/>
              <a:cs typeface="Plus Jakarta Sans Light"/>
              <a:sym typeface="Plus Jakarta Sans Light"/>
            </a:endParaRPr>
          </a:p>
          <a:p>
            <a:pPr indent="0" lvl="0" marL="0" marR="0" rtl="0" algn="l">
              <a:lnSpc>
                <a:spcPct val="110000"/>
              </a:lnSpc>
              <a:spcBef>
                <a:spcPts val="0"/>
              </a:spcBef>
              <a:spcAft>
                <a:spcPts val="0"/>
              </a:spcAft>
              <a:buClr>
                <a:srgbClr val="000000"/>
              </a:buClr>
              <a:buSzPts val="1000"/>
              <a:buFont typeface="Arial"/>
              <a:buNone/>
            </a:pPr>
            <a:r>
              <a:t/>
            </a:r>
            <a:endParaRPr sz="1000">
              <a:solidFill>
                <a:srgbClr val="5A5A72"/>
              </a:solidFill>
              <a:latin typeface="Plus Jakarta Sans Light"/>
              <a:ea typeface="Plus Jakarta Sans Light"/>
              <a:cs typeface="Plus Jakarta Sans Light"/>
              <a:sym typeface="Plus Jakarta Sans Light"/>
            </a:endParaRPr>
          </a:p>
          <a:p>
            <a:pPr indent="0" lvl="0" marL="0" marR="0" rtl="0" algn="l">
              <a:lnSpc>
                <a:spcPct val="110000"/>
              </a:lnSpc>
              <a:spcBef>
                <a:spcPts val="0"/>
              </a:spcBef>
              <a:spcAft>
                <a:spcPts val="0"/>
              </a:spcAft>
              <a:buClr>
                <a:srgbClr val="000000"/>
              </a:buClr>
              <a:buSzPts val="1000"/>
              <a:buFont typeface="Arial"/>
              <a:buNone/>
            </a:pPr>
            <a:r>
              <a:t/>
            </a:r>
            <a:endParaRPr sz="1000">
              <a:solidFill>
                <a:srgbClr val="5A5A72"/>
              </a:solidFill>
              <a:latin typeface="Plus Jakarta Sans Light"/>
              <a:ea typeface="Plus Jakarta Sans Light"/>
              <a:cs typeface="Plus Jakarta Sans Light"/>
              <a:sym typeface="Plus Jakarta Sans Light"/>
            </a:endParaRPr>
          </a:p>
          <a:p>
            <a:pPr indent="0" lvl="0" marL="0" rtl="0" algn="l">
              <a:spcBef>
                <a:spcPts val="300"/>
              </a:spcBef>
              <a:spcAft>
                <a:spcPts val="0"/>
              </a:spcAft>
              <a:buClr>
                <a:srgbClr val="000000"/>
              </a:buClr>
              <a:buSzPts val="950"/>
              <a:buFont typeface="Arial"/>
              <a:buNone/>
            </a:pPr>
            <a:r>
              <a:rPr i="1" lang="en" sz="950">
                <a:solidFill>
                  <a:srgbClr val="EE5A29"/>
                </a:solidFill>
                <a:latin typeface="Plus Jakarta Sans"/>
                <a:ea typeface="Plus Jakarta Sans"/>
                <a:cs typeface="Plus Jakarta Sans"/>
                <a:sym typeface="Plus Jakarta Sans"/>
              </a:rPr>
              <a:t>High-ROI problems → deployed Private AI solutions.</a:t>
            </a:r>
            <a:endParaRPr/>
          </a:p>
          <a:p>
            <a:pPr indent="0" lvl="0" marL="0" marR="0" rtl="0" algn="l">
              <a:lnSpc>
                <a:spcPct val="110000"/>
              </a:lnSpc>
              <a:spcBef>
                <a:spcPts val="0"/>
              </a:spcBef>
              <a:spcAft>
                <a:spcPts val="0"/>
              </a:spcAft>
              <a:buClr>
                <a:srgbClr val="000000"/>
              </a:buClr>
              <a:buSzPts val="1000"/>
              <a:buFont typeface="Arial"/>
              <a:buNone/>
            </a:pPr>
            <a:r>
              <a:t/>
            </a:r>
            <a:endParaRPr sz="1000">
              <a:solidFill>
                <a:srgbClr val="5A5A72"/>
              </a:solidFill>
              <a:latin typeface="Plus Jakarta Sans Light"/>
              <a:ea typeface="Plus Jakarta Sans Light"/>
              <a:cs typeface="Plus Jakarta Sans Light"/>
              <a:sym typeface="Plus Jakarta Sans Light"/>
            </a:endParaRPr>
          </a:p>
        </p:txBody>
      </p:sp>
      <p:sp>
        <p:nvSpPr>
          <p:cNvPr id="961" name="Google Shape;961;g3f9b3f86724_0_195"/>
          <p:cNvSpPr/>
          <p:nvPr/>
        </p:nvSpPr>
        <p:spPr>
          <a:xfrm>
            <a:off x="4670925" y="1580000"/>
            <a:ext cx="3905100" cy="2199900"/>
          </a:xfrm>
          <a:prstGeom prst="roundRect">
            <a:avLst>
              <a:gd fmla="val 3600" name="adj"/>
            </a:avLst>
          </a:prstGeom>
          <a:solidFill>
            <a:srgbClr val="FFFFFF"/>
          </a:solidFill>
          <a:ln cap="flat" cmpd="sng" w="12700">
            <a:solidFill>
              <a:schemeClr val="accent2"/>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62" name="Google Shape;962;g3f9b3f86724_0_195"/>
          <p:cNvSpPr/>
          <p:nvPr/>
        </p:nvSpPr>
        <p:spPr>
          <a:xfrm>
            <a:off x="4890925" y="1760000"/>
            <a:ext cx="3465000" cy="35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15154A"/>
                </a:solidFill>
                <a:latin typeface="Plus Jakarta Sans"/>
                <a:ea typeface="Plus Jakarta Sans"/>
                <a:cs typeface="Plus Jakarta Sans"/>
                <a:sym typeface="Plus Jakarta Sans"/>
              </a:rPr>
              <a:t>Platform frontier co-build</a:t>
            </a:r>
            <a:endParaRPr b="0" i="0" sz="1400" u="none" cap="none" strike="noStrike">
              <a:solidFill>
                <a:srgbClr val="000000"/>
              </a:solidFill>
              <a:latin typeface="Plus Jakarta Sans"/>
              <a:ea typeface="Plus Jakarta Sans"/>
              <a:cs typeface="Plus Jakarta Sans"/>
              <a:sym typeface="Plus Jakarta Sans"/>
            </a:endParaRPr>
          </a:p>
        </p:txBody>
      </p:sp>
      <p:sp>
        <p:nvSpPr>
          <p:cNvPr id="963" name="Google Shape;963;g3f9b3f86724_0_195"/>
          <p:cNvSpPr/>
          <p:nvPr/>
        </p:nvSpPr>
        <p:spPr>
          <a:xfrm>
            <a:off x="4890925" y="2200000"/>
            <a:ext cx="3465000" cy="14601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Knowledge &amp; ontology layer</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Centralized vector DB &amp; agent memory</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MCP gateway &amp; new MCP servers</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Agent self-evolvement tooling</a:t>
            </a:r>
            <a:endParaRPr b="0" i="0" sz="1000" u="none" cap="none" strike="noStrike">
              <a:solidFill>
                <a:srgbClr val="5A5A72"/>
              </a:solidFill>
              <a:latin typeface="Plus Jakarta Sans"/>
              <a:ea typeface="Plus Jakarta Sans"/>
              <a:cs typeface="Plus Jakarta Sans"/>
              <a:sym typeface="Plus Jakarta Sans"/>
            </a:endParaRPr>
          </a:p>
          <a:p>
            <a:pPr indent="0" lvl="0" marL="0" marR="0" rtl="0" algn="l">
              <a:lnSpc>
                <a:spcPct val="110000"/>
              </a:lnSpc>
              <a:spcBef>
                <a:spcPts val="300"/>
              </a:spcBef>
              <a:spcAft>
                <a:spcPts val="0"/>
              </a:spcAft>
              <a:buClr>
                <a:srgbClr val="000000"/>
              </a:buClr>
              <a:buSzPts val="1000"/>
              <a:buFont typeface="Arial"/>
              <a:buNone/>
            </a:pPr>
            <a:r>
              <a:t/>
            </a:r>
            <a:endParaRPr sz="1000">
              <a:solidFill>
                <a:srgbClr val="5A5A72"/>
              </a:solidFill>
              <a:latin typeface="Plus Jakarta Sans"/>
              <a:ea typeface="Plus Jakarta Sans"/>
              <a:cs typeface="Plus Jakarta Sans"/>
              <a:sym typeface="Plus Jakarta Sans"/>
            </a:endParaRPr>
          </a:p>
          <a:p>
            <a:pPr indent="0" lvl="0" marL="0" marR="0" rtl="0" algn="l">
              <a:lnSpc>
                <a:spcPct val="100000"/>
              </a:lnSpc>
              <a:spcBef>
                <a:spcPts val="300"/>
              </a:spcBef>
              <a:spcAft>
                <a:spcPts val="0"/>
              </a:spcAft>
              <a:buClr>
                <a:srgbClr val="000000"/>
              </a:buClr>
              <a:buSzPts val="950"/>
              <a:buFont typeface="Arial"/>
              <a:buNone/>
            </a:pPr>
            <a:r>
              <a:rPr b="0" i="1" lang="en" sz="950" u="none" cap="none" strike="noStrike">
                <a:solidFill>
                  <a:srgbClr val="4F4FF5"/>
                </a:solidFill>
                <a:latin typeface="Plus Jakarta Sans"/>
                <a:ea typeface="Plus Jakarta Sans"/>
                <a:cs typeface="Plus Jakarta Sans"/>
                <a:sym typeface="Plus Jakarta Sans"/>
              </a:rPr>
              <a:t>The frontier pieces a</a:t>
            </a:r>
            <a:r>
              <a:rPr i="1" lang="en" sz="950">
                <a:solidFill>
                  <a:srgbClr val="4F4FF5"/>
                </a:solidFill>
                <a:latin typeface="Plus Jakarta Sans"/>
                <a:ea typeface="Plus Jakarta Sans"/>
                <a:cs typeface="Plus Jakarta Sans"/>
                <a:sym typeface="Plus Jakarta Sans"/>
              </a:rPr>
              <a:t>n Enterprise I</a:t>
            </a:r>
            <a:r>
              <a:rPr b="0" i="1" lang="en" sz="950" u="none" cap="none" strike="noStrike">
                <a:solidFill>
                  <a:srgbClr val="4F4FF5"/>
                </a:solidFill>
                <a:latin typeface="Plus Jakarta Sans"/>
                <a:ea typeface="Plus Jakarta Sans"/>
                <a:cs typeface="Plus Jakarta Sans"/>
                <a:sym typeface="Plus Jakarta Sans"/>
              </a:rPr>
              <a:t>T </a:t>
            </a:r>
            <a:r>
              <a:rPr i="1" lang="en" sz="950">
                <a:solidFill>
                  <a:srgbClr val="4F4FF5"/>
                </a:solidFill>
                <a:latin typeface="Plus Jakarta Sans"/>
                <a:ea typeface="Plus Jakarta Sans"/>
                <a:cs typeface="Plus Jakarta Sans"/>
                <a:sym typeface="Plus Jakarta Sans"/>
              </a:rPr>
              <a:t>/ Data Department </a:t>
            </a:r>
            <a:r>
              <a:rPr b="0" i="1" lang="en" sz="950" u="none" cap="none" strike="noStrike">
                <a:solidFill>
                  <a:srgbClr val="4F4FF5"/>
                </a:solidFill>
                <a:latin typeface="Plus Jakarta Sans"/>
                <a:ea typeface="Plus Jakarta Sans"/>
                <a:cs typeface="Plus Jakarta Sans"/>
                <a:sym typeface="Plus Jakarta Sans"/>
              </a:rPr>
              <a:t> wants to own.</a:t>
            </a:r>
            <a:endParaRPr b="0" i="0" sz="1400" u="none" cap="none" strike="noStrike">
              <a:solidFill>
                <a:srgbClr val="000000"/>
              </a:solidFill>
              <a:latin typeface="Arial"/>
              <a:ea typeface="Arial"/>
              <a:cs typeface="Arial"/>
              <a:sym typeface="Arial"/>
            </a:endParaRPr>
          </a:p>
        </p:txBody>
      </p:sp>
      <p:sp>
        <p:nvSpPr>
          <p:cNvPr id="964" name="Google Shape;964;g3f9b3f86724_0_195"/>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Cloudera gives you the platform. Applied AI makes it yours.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8" name="Shape 968"/>
        <p:cNvGrpSpPr/>
        <p:nvPr/>
      </p:nvGrpSpPr>
      <p:grpSpPr>
        <a:xfrm>
          <a:off x="0" y="0"/>
          <a:ext cx="0" cy="0"/>
          <a:chOff x="0" y="0"/>
          <a:chExt cx="0" cy="0"/>
        </a:xfrm>
      </p:grpSpPr>
      <p:sp>
        <p:nvSpPr>
          <p:cNvPr id="969" name="Google Shape;969;p4"/>
          <p:cNvSpPr txBox="1"/>
          <p:nvPr>
            <p:ph type="title"/>
          </p:nvPr>
        </p:nvSpPr>
        <p:spPr>
          <a:xfrm>
            <a:off x="533400" y="284253"/>
            <a:ext cx="7620000" cy="500000"/>
          </a:xfrm>
          <a:prstGeom prst="rect">
            <a:avLst/>
          </a:prstGeom>
          <a:noFill/>
          <a:ln>
            <a:noFill/>
          </a:ln>
        </p:spPr>
        <p:txBody>
          <a:bodyPr anchorCtr="0" anchor="t" bIns="45700" lIns="91400" spcFirstLastPara="1" rIns="91400"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Key Evolvement: </a:t>
            </a:r>
            <a:r>
              <a:rPr b="0" lang="en" sz="2300">
                <a:solidFill>
                  <a:srgbClr val="120046"/>
                </a:solidFill>
                <a:latin typeface="Plus Jakarta Sans"/>
                <a:ea typeface="Plus Jakarta Sans"/>
                <a:cs typeface="Plus Jakarta Sans"/>
                <a:sym typeface="Plus Jakarta Sans"/>
              </a:rPr>
              <a:t>Data → Knowledge → Action</a:t>
            </a:r>
            <a:endParaRPr b="0" sz="2300">
              <a:solidFill>
                <a:srgbClr val="120046"/>
              </a:solidFill>
              <a:latin typeface="Plus Jakarta Sans"/>
              <a:ea typeface="Plus Jakarta Sans"/>
              <a:cs typeface="Plus Jakarta Sans"/>
              <a:sym typeface="Plus Jakarta Sans"/>
            </a:endParaRPr>
          </a:p>
        </p:txBody>
      </p:sp>
      <p:sp>
        <p:nvSpPr>
          <p:cNvPr id="970" name="Google Shape;970;p4"/>
          <p:cNvSpPr txBox="1"/>
          <p:nvPr>
            <p:ph idx="1" type="body"/>
          </p:nvPr>
        </p:nvSpPr>
        <p:spPr>
          <a:xfrm>
            <a:off x="533400" y="734285"/>
            <a:ext cx="8010000" cy="36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0" lang="en">
                <a:solidFill>
                  <a:srgbClr val="5555F9"/>
                </a:solidFill>
                <a:latin typeface="Plus Jakarta Sans Medium"/>
                <a:ea typeface="Plus Jakarta Sans Medium"/>
                <a:cs typeface="Plus Jakarta Sans Medium"/>
                <a:sym typeface="Plus Jakarta Sans Medium"/>
              </a:rPr>
              <a:t>Data together is not knowledge connected. Knowledge without write-back is not automation.</a:t>
            </a:r>
            <a:endParaRPr b="0">
              <a:solidFill>
                <a:srgbClr val="5555F9"/>
              </a:solidFill>
              <a:latin typeface="Plus Jakarta Sans Medium"/>
              <a:ea typeface="Plus Jakarta Sans Medium"/>
              <a:cs typeface="Plus Jakarta Sans Medium"/>
              <a:sym typeface="Plus Jakarta Sans Medium"/>
            </a:endParaRPr>
          </a:p>
        </p:txBody>
      </p:sp>
      <p:sp>
        <p:nvSpPr>
          <p:cNvPr id="971" name="Google Shape;971;p4"/>
          <p:cNvSpPr/>
          <p:nvPr/>
        </p:nvSpPr>
        <p:spPr>
          <a:xfrm>
            <a:off x="180000" y="1220000"/>
            <a:ext cx="18000" cy="24501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2" name="Google Shape;972;p4"/>
          <p:cNvSpPr/>
          <p:nvPr/>
        </p:nvSpPr>
        <p:spPr>
          <a:xfrm>
            <a:off x="125000" y="1170000"/>
            <a:ext cx="130000" cy="130000"/>
          </a:xfrm>
          <a:prstGeom prst="triangle">
            <a:avLst>
              <a:gd fmla="val 50000" name="adj"/>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3" name="Google Shape;973;p4"/>
          <p:cNvSpPr txBox="1"/>
          <p:nvPr/>
        </p:nvSpPr>
        <p:spPr>
          <a:xfrm rot="-5400000">
            <a:off x="-760000" y="2295000"/>
            <a:ext cx="19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A5A72"/>
                </a:solidFill>
                <a:latin typeface="Plus Jakarta Sans Medium"/>
                <a:ea typeface="Plus Jakarta Sans Medium"/>
                <a:cs typeface="Plus Jakarta Sans Medium"/>
                <a:sym typeface="Plus Jakarta Sans Medium"/>
              </a:rPr>
              <a:t>VALUE · AUTONOMY</a:t>
            </a:r>
            <a:endParaRPr b="0" i="0" sz="800" u="none" cap="none" strike="noStrike">
              <a:solidFill>
                <a:srgbClr val="5A5A72"/>
              </a:solidFill>
              <a:latin typeface="Plus Jakarta Sans Medium"/>
              <a:ea typeface="Plus Jakarta Sans Medium"/>
              <a:cs typeface="Plus Jakarta Sans Medium"/>
              <a:sym typeface="Plus Jakarta Sans Medium"/>
            </a:endParaRPr>
          </a:p>
        </p:txBody>
      </p:sp>
      <p:sp>
        <p:nvSpPr>
          <p:cNvPr id="974" name="Google Shape;974;p4"/>
          <p:cNvSpPr/>
          <p:nvPr/>
        </p:nvSpPr>
        <p:spPr>
          <a:xfrm>
            <a:off x="566925" y="1220000"/>
            <a:ext cx="8083000" cy="750000"/>
          </a:xfrm>
          <a:prstGeom prst="roundRect">
            <a:avLst>
              <a:gd fmla="val 5000" name="adj"/>
            </a:avLst>
          </a:prstGeom>
          <a:solidFill>
            <a:schemeClr val="lt1"/>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5" name="Google Shape;975;p4"/>
          <p:cNvSpPr/>
          <p:nvPr/>
        </p:nvSpPr>
        <p:spPr>
          <a:xfrm>
            <a:off x="566925" y="1220000"/>
            <a:ext cx="45600" cy="75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6" name="Google Shape;976;p4"/>
          <p:cNvSpPr txBox="1"/>
          <p:nvPr/>
        </p:nvSpPr>
        <p:spPr>
          <a:xfrm>
            <a:off x="746925" y="1340000"/>
            <a:ext cx="1750000" cy="5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4F4FF5"/>
                </a:solidFill>
                <a:latin typeface="Plus Jakarta Sans"/>
                <a:ea typeface="Plus Jakarta Sans"/>
                <a:cs typeface="Plus Jakarta Sans"/>
                <a:sym typeface="Plus Jakarta Sans"/>
              </a:rPr>
              <a:t>DATA</a:t>
            </a:r>
            <a:endParaRPr/>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5A5A72"/>
                </a:solidFill>
                <a:latin typeface="Plus Jakarta Sans Medium"/>
                <a:ea typeface="Plus Jakarta Sans Medium"/>
                <a:cs typeface="Plus Jakarta Sans Medium"/>
                <a:sym typeface="Plus Jakarta Sans Medium"/>
              </a:rPr>
              <a:t>the platform holds it</a:t>
            </a:r>
            <a:endParaRPr b="0" i="0" sz="800" u="none" cap="none" strike="noStrike">
              <a:solidFill>
                <a:srgbClr val="5A5A72"/>
              </a:solidFill>
              <a:latin typeface="Plus Jakarta Sans Medium"/>
              <a:ea typeface="Plus Jakarta Sans Medium"/>
              <a:cs typeface="Plus Jakarta Sans Medium"/>
              <a:sym typeface="Plus Jakarta Sans Medium"/>
            </a:endParaRPr>
          </a:p>
        </p:txBody>
      </p:sp>
      <p:sp>
        <p:nvSpPr>
          <p:cNvPr id="977" name="Google Shape;977;p4"/>
          <p:cNvSpPr/>
          <p:nvPr/>
        </p:nvSpPr>
        <p:spPr>
          <a:xfrm>
            <a:off x="2620000" y="1310000"/>
            <a:ext cx="13000" cy="57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78" name="Google Shape;978;p4"/>
          <p:cNvSpPr txBox="1"/>
          <p:nvPr/>
        </p:nvSpPr>
        <p:spPr>
          <a:xfrm>
            <a:off x="2770000" y="1310000"/>
            <a:ext cx="5700000" cy="5700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Structured, unstructured &amp; multimodal, unified on one open lakehouse (Iceberg)</a:t>
            </a:r>
            <a:endParaRPr/>
          </a:p>
          <a:p>
            <a:pPr indent="0" lvl="0" marL="0" marR="0" rtl="0" algn="l">
              <a:lnSpc>
                <a:spcPct val="100000"/>
              </a:lnSpc>
              <a:spcBef>
                <a:spcPts val="20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One governed copy, no egress — solves “where is my data”</a:t>
            </a:r>
            <a:endParaRPr b="0" i="0" sz="950" u="none" cap="none" strike="noStrike">
              <a:solidFill>
                <a:srgbClr val="5A5A72"/>
              </a:solidFill>
              <a:latin typeface="Plus Jakarta Sans"/>
              <a:ea typeface="Plus Jakarta Sans"/>
              <a:cs typeface="Plus Jakarta Sans"/>
              <a:sym typeface="Plus Jakarta Sans"/>
            </a:endParaRPr>
          </a:p>
        </p:txBody>
      </p:sp>
      <p:sp>
        <p:nvSpPr>
          <p:cNvPr id="979" name="Google Shape;979;p4"/>
          <p:cNvSpPr/>
          <p:nvPr/>
        </p:nvSpPr>
        <p:spPr>
          <a:xfrm>
            <a:off x="566925" y="2020000"/>
            <a:ext cx="8083000" cy="750000"/>
          </a:xfrm>
          <a:prstGeom prst="roundRect">
            <a:avLst>
              <a:gd fmla="val 5000" name="adj"/>
            </a:avLst>
          </a:prstGeom>
          <a:solidFill>
            <a:schemeClr val="lt1"/>
          </a:solidFill>
          <a:ln cap="flat" cmpd="sng" w="9525">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0" name="Google Shape;980;p4"/>
          <p:cNvSpPr/>
          <p:nvPr/>
        </p:nvSpPr>
        <p:spPr>
          <a:xfrm>
            <a:off x="566925" y="2020000"/>
            <a:ext cx="45600" cy="750000"/>
          </a:xfrm>
          <a:prstGeom prst="rect">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1" name="Google Shape;981;p4"/>
          <p:cNvSpPr txBox="1"/>
          <p:nvPr/>
        </p:nvSpPr>
        <p:spPr>
          <a:xfrm>
            <a:off x="746925" y="2140000"/>
            <a:ext cx="1750000" cy="5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15154A"/>
                </a:solidFill>
                <a:latin typeface="Plus Jakarta Sans"/>
                <a:ea typeface="Plus Jakarta Sans"/>
                <a:cs typeface="Plus Jakarta Sans"/>
                <a:sym typeface="Plus Jakarta Sans"/>
              </a:rPr>
              <a:t>KNOWLEDGE</a:t>
            </a:r>
            <a:endParaRPr/>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5A5A72"/>
                </a:solidFill>
                <a:latin typeface="Plus Jakarta Sans Medium"/>
                <a:ea typeface="Plus Jakarta Sans Medium"/>
                <a:cs typeface="Plus Jakarta Sans Medium"/>
                <a:sym typeface="Plus Jakarta Sans Medium"/>
              </a:rPr>
              <a:t>the semantic layer</a:t>
            </a:r>
            <a:endParaRPr b="0" i="0" sz="800" u="none" cap="none" strike="noStrike">
              <a:solidFill>
                <a:srgbClr val="5A5A72"/>
              </a:solidFill>
              <a:latin typeface="Plus Jakarta Sans Medium"/>
              <a:ea typeface="Plus Jakarta Sans Medium"/>
              <a:cs typeface="Plus Jakarta Sans Medium"/>
              <a:sym typeface="Plus Jakarta Sans Medium"/>
            </a:endParaRPr>
          </a:p>
        </p:txBody>
      </p:sp>
      <p:sp>
        <p:nvSpPr>
          <p:cNvPr id="982" name="Google Shape;982;p4"/>
          <p:cNvSpPr/>
          <p:nvPr/>
        </p:nvSpPr>
        <p:spPr>
          <a:xfrm>
            <a:off x="2620000" y="2110000"/>
            <a:ext cx="13000" cy="57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3" name="Google Shape;983;p4"/>
          <p:cNvSpPr txBox="1"/>
          <p:nvPr/>
        </p:nvSpPr>
        <p:spPr>
          <a:xfrm>
            <a:off x="2770000" y="2110000"/>
            <a:ext cx="5700000" cy="5700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Taxonomy (clean hierarchy) · Ontology (objects, relationships &amp; actions, defined once)</a:t>
            </a:r>
            <a:endParaRPr/>
          </a:p>
          <a:p>
            <a:pPr indent="0" lvl="0" marL="0" marR="0" rtl="0" algn="l">
              <a:lnSpc>
                <a:spcPct val="100000"/>
              </a:lnSpc>
              <a:spcBef>
                <a:spcPts val="20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Entity resolution across systems: equipment → component → spare part → vendor</a:t>
            </a:r>
            <a:endParaRPr b="0" i="0" sz="950" u="none" cap="none" strike="noStrike">
              <a:solidFill>
                <a:srgbClr val="5A5A72"/>
              </a:solidFill>
              <a:latin typeface="Plus Jakarta Sans"/>
              <a:ea typeface="Plus Jakarta Sans"/>
              <a:cs typeface="Plus Jakarta Sans"/>
              <a:sym typeface="Plus Jakarta Sans"/>
            </a:endParaRPr>
          </a:p>
        </p:txBody>
      </p:sp>
      <p:sp>
        <p:nvSpPr>
          <p:cNvPr id="984" name="Google Shape;984;p4"/>
          <p:cNvSpPr/>
          <p:nvPr/>
        </p:nvSpPr>
        <p:spPr>
          <a:xfrm>
            <a:off x="566925" y="2820000"/>
            <a:ext cx="8083000" cy="750000"/>
          </a:xfrm>
          <a:prstGeom prst="roundRect">
            <a:avLst>
              <a:gd fmla="val 5000" name="adj"/>
            </a:avLst>
          </a:prstGeom>
          <a:solidFill>
            <a:schemeClr val="l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5" name="Google Shape;985;p4"/>
          <p:cNvSpPr/>
          <p:nvPr/>
        </p:nvSpPr>
        <p:spPr>
          <a:xfrm>
            <a:off x="566925" y="2820000"/>
            <a:ext cx="45600" cy="75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6" name="Google Shape;986;p4"/>
          <p:cNvSpPr txBox="1"/>
          <p:nvPr/>
        </p:nvSpPr>
        <p:spPr>
          <a:xfrm>
            <a:off x="746925" y="2940000"/>
            <a:ext cx="1750000" cy="51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300"/>
              <a:buFont typeface="Arial"/>
              <a:buNone/>
            </a:pPr>
            <a:r>
              <a:rPr b="0" i="0" lang="en" sz="1300" u="none" cap="none" strike="noStrike">
                <a:solidFill>
                  <a:srgbClr val="EE5A29"/>
                </a:solidFill>
                <a:latin typeface="Plus Jakarta Sans"/>
                <a:ea typeface="Plus Jakarta Sans"/>
                <a:cs typeface="Plus Jakarta Sans"/>
                <a:sym typeface="Plus Jakarta Sans"/>
              </a:rPr>
              <a:t>ACTION</a:t>
            </a:r>
            <a:endParaRPr/>
          </a:p>
          <a:p>
            <a:pPr indent="0" lvl="0" marL="0" marR="0" rtl="0" algn="l">
              <a:lnSpc>
                <a:spcPct val="100000"/>
              </a:lnSpc>
              <a:spcBef>
                <a:spcPts val="200"/>
              </a:spcBef>
              <a:spcAft>
                <a:spcPts val="0"/>
              </a:spcAft>
              <a:buClr>
                <a:srgbClr val="000000"/>
              </a:buClr>
              <a:buSzPts val="800"/>
              <a:buFont typeface="Arial"/>
              <a:buNone/>
            </a:pPr>
            <a:r>
              <a:rPr b="0" i="0" lang="en" sz="800" u="none" cap="none" strike="noStrike">
                <a:solidFill>
                  <a:srgbClr val="5A5A72"/>
                </a:solidFill>
                <a:latin typeface="Plus Jakarta Sans Medium"/>
                <a:ea typeface="Plus Jakarta Sans Medium"/>
                <a:cs typeface="Plus Jakarta Sans Medium"/>
                <a:sym typeface="Plus Jakarta Sans Medium"/>
              </a:rPr>
              <a:t>the differentiator</a:t>
            </a:r>
            <a:endParaRPr b="0" i="0" sz="800" u="none" cap="none" strike="noStrike">
              <a:solidFill>
                <a:srgbClr val="5A5A72"/>
              </a:solidFill>
              <a:latin typeface="Plus Jakarta Sans Medium"/>
              <a:ea typeface="Plus Jakarta Sans Medium"/>
              <a:cs typeface="Plus Jakarta Sans Medium"/>
              <a:sym typeface="Plus Jakarta Sans Medium"/>
            </a:endParaRPr>
          </a:p>
        </p:txBody>
      </p:sp>
      <p:sp>
        <p:nvSpPr>
          <p:cNvPr id="987" name="Google Shape;987;p4"/>
          <p:cNvSpPr/>
          <p:nvPr/>
        </p:nvSpPr>
        <p:spPr>
          <a:xfrm>
            <a:off x="2620000" y="2910000"/>
            <a:ext cx="13000" cy="57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88" name="Google Shape;988;p4"/>
          <p:cNvSpPr txBox="1"/>
          <p:nvPr/>
        </p:nvSpPr>
        <p:spPr>
          <a:xfrm>
            <a:off x="2770000" y="2910000"/>
            <a:ext cx="5700000" cy="5700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Write-back to SAP, ticketing &amp; plant systems — not read-only</a:t>
            </a:r>
            <a:endParaRPr/>
          </a:p>
          <a:p>
            <a:pPr indent="0" lvl="0" marL="0" marR="0" rtl="0" algn="l">
              <a:lnSpc>
                <a:spcPct val="100000"/>
              </a:lnSpc>
              <a:spcBef>
                <a:spcPts val="20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Every action carries a chain of evidence for audit</a:t>
            </a:r>
            <a:endParaRPr b="0" i="0" sz="950" u="none" cap="none" strike="noStrike">
              <a:solidFill>
                <a:srgbClr val="5A5A72"/>
              </a:solidFill>
              <a:latin typeface="Plus Jakarta Sans"/>
              <a:ea typeface="Plus Jakarta Sans"/>
              <a:cs typeface="Plus Jakarta Sans"/>
              <a:sym typeface="Plus Jakarta Sans"/>
            </a:endParaRPr>
          </a:p>
        </p:txBody>
      </p:sp>
      <p:sp>
        <p:nvSpPr>
          <p:cNvPr id="989" name="Google Shape;989;p4"/>
          <p:cNvSpPr/>
          <p:nvPr/>
        </p:nvSpPr>
        <p:spPr>
          <a:xfrm>
            <a:off x="566925" y="3728320"/>
            <a:ext cx="8010000" cy="399900"/>
          </a:xfrm>
          <a:prstGeom prst="roundRect">
            <a:avLst>
              <a:gd fmla="val 15000" name="adj"/>
            </a:avLst>
          </a:prstGeom>
          <a:solidFill>
            <a:srgbClr val="F4F4FB"/>
          </a:solidFill>
          <a:ln>
            <a:noFill/>
          </a:ln>
        </p:spPr>
        <p:txBody>
          <a:bodyPr anchorCtr="0" anchor="ctr" bIns="0" lIns="182850" spcFirstLastPara="1" rIns="182850" wrap="square" tIns="0">
            <a:noAutofit/>
          </a:bodyPr>
          <a:lstStyle/>
          <a:p>
            <a:pPr indent="0" lvl="0" marL="0" marR="0" rtl="0" algn="l">
              <a:lnSpc>
                <a:spcPct val="100000"/>
              </a:lnSpc>
              <a:spcBef>
                <a:spcPts val="0"/>
              </a:spcBef>
              <a:spcAft>
                <a:spcPts val="0"/>
              </a:spcAft>
              <a:buClr>
                <a:srgbClr val="000000"/>
              </a:buClr>
              <a:buSzPts val="900"/>
              <a:buFont typeface="Arial"/>
              <a:buNone/>
            </a:pPr>
            <a:r>
              <a:rPr b="1" i="0" lang="en" sz="900" u="none" cap="none" strike="noStrike">
                <a:solidFill>
                  <a:srgbClr val="15154A"/>
                </a:solidFill>
                <a:latin typeface="Plus Jakarta Sans Medium"/>
                <a:ea typeface="Plus Jakarta Sans Medium"/>
                <a:cs typeface="Plus Jakarta Sans Medium"/>
                <a:sym typeface="Plus Jakarta Sans Medium"/>
              </a:rPr>
              <a:t>How Applied AI builds it: </a:t>
            </a:r>
            <a:r>
              <a:rPr b="0" i="0" lang="en" sz="900" u="none" cap="none" strike="noStrike">
                <a:solidFill>
                  <a:srgbClr val="5A5A72"/>
                </a:solidFill>
                <a:latin typeface="Plus Jakarta Sans Medium"/>
                <a:ea typeface="Plus Jakarta Sans Medium"/>
                <a:cs typeface="Plus Jakarta Sans Medium"/>
                <a:sym typeface="Plus Jakarta Sans Medium"/>
              </a:rPr>
              <a:t>use-case-first, model only the schemas one use case needs  ·  validation quality follows knowledge quality  ·  autonomy earned in grades</a:t>
            </a:r>
            <a:endParaRPr b="0" i="0" sz="900" u="none" cap="none" strike="noStrike">
              <a:solidFill>
                <a:srgbClr val="5A5A72"/>
              </a:solidFill>
              <a:latin typeface="Plus Jakarta Sans Medium"/>
              <a:ea typeface="Plus Jakarta Sans Medium"/>
              <a:cs typeface="Plus Jakarta Sans Medium"/>
              <a:sym typeface="Plus Jakarta Sans Medium"/>
            </a:endParaRPr>
          </a:p>
        </p:txBody>
      </p:sp>
      <p:sp>
        <p:nvSpPr>
          <p:cNvPr id="990" name="Google Shape;990;p4"/>
          <p:cNvSpPr/>
          <p:nvPr/>
        </p:nvSpPr>
        <p:spPr>
          <a:xfrm>
            <a:off x="0" y="4186700"/>
            <a:ext cx="9144000" cy="399900"/>
          </a:xfrm>
          <a:prstGeom prst="rect">
            <a:avLst/>
          </a:prstGeom>
          <a:noFill/>
          <a:ln>
            <a:noFill/>
          </a:ln>
        </p:spPr>
        <p:txBody>
          <a:bodyPr anchorCtr="0" anchor="ctr" bIns="0" lIns="533400" spcFirstLastPara="1" rIns="53340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chemeClr val="accent3"/>
                </a:solidFill>
                <a:latin typeface="Plus Jakarta Sans"/>
                <a:ea typeface="Plus Jakarta Sans"/>
                <a:cs typeface="Plus Jakarta Sans"/>
                <a:sym typeface="Plus Jakarta Sans"/>
              </a:rPr>
              <a:t>The moat is not the model. It is </a:t>
            </a:r>
            <a:r>
              <a:rPr b="1" i="0" lang="en" sz="1100" u="none" cap="none" strike="noStrike">
                <a:solidFill>
                  <a:srgbClr val="EE5A29"/>
                </a:solidFill>
                <a:latin typeface="Plus Jakarta Sans"/>
                <a:ea typeface="Plus Jakarta Sans"/>
                <a:cs typeface="Plus Jakarta Sans"/>
                <a:sym typeface="Plus Jakarta Sans"/>
              </a:rPr>
              <a:t>your data connected into knowledge the agent can act on, safely.</a:t>
            </a:r>
            <a:endParaRPr b="1" i="0" sz="1100" u="none" cap="none" strike="noStrike">
              <a:solidFill>
                <a:srgbClr val="FFFFFF"/>
              </a:solidFill>
              <a:latin typeface="Plus Jakarta Sans"/>
              <a:ea typeface="Plus Jakarta Sans"/>
              <a:cs typeface="Plus Jakarta Sans"/>
              <a:sym typeface="Plus Jakarta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4" name="Shape 994"/>
        <p:cNvGrpSpPr/>
        <p:nvPr/>
      </p:nvGrpSpPr>
      <p:grpSpPr>
        <a:xfrm>
          <a:off x="0" y="0"/>
          <a:ext cx="0" cy="0"/>
          <a:chOff x="0" y="0"/>
          <a:chExt cx="0" cy="0"/>
        </a:xfrm>
      </p:grpSpPr>
      <p:sp>
        <p:nvSpPr>
          <p:cNvPr id="995" name="Google Shape;995;p5"/>
          <p:cNvSpPr txBox="1"/>
          <p:nvPr>
            <p:ph type="title"/>
          </p:nvPr>
        </p:nvSpPr>
        <p:spPr>
          <a:xfrm>
            <a:off x="533400" y="284253"/>
            <a:ext cx="7620000" cy="500000"/>
          </a:xfrm>
          <a:prstGeom prst="rect">
            <a:avLst/>
          </a:prstGeom>
          <a:noFill/>
          <a:ln>
            <a:noFill/>
          </a:ln>
        </p:spPr>
        <p:txBody>
          <a:bodyPr anchorCtr="0" anchor="t" bIns="45700" lIns="91400" spcFirstLastPara="1" rIns="91400" wrap="square" tIns="0">
            <a:noAutofit/>
          </a:bodyPr>
          <a:lstStyle/>
          <a:p>
            <a:pPr indent="0" lvl="0" marL="0" rtl="0" algn="l">
              <a:lnSpc>
                <a:spcPct val="100000"/>
              </a:lnSpc>
              <a:spcBef>
                <a:spcPts val="0"/>
              </a:spcBef>
              <a:spcAft>
                <a:spcPts val="0"/>
              </a:spcAft>
              <a:buSzPts val="2100"/>
              <a:buNone/>
            </a:pPr>
            <a:r>
              <a:rPr b="0" lang="en" sz="2300">
                <a:solidFill>
                  <a:srgbClr val="120046"/>
                </a:solidFill>
                <a:latin typeface="Plus Jakarta Sans"/>
                <a:ea typeface="Plus Jakarta Sans"/>
                <a:cs typeface="Plus Jakarta Sans"/>
                <a:sym typeface="Plus Jakarta Sans"/>
              </a:rPr>
              <a:t>Autonomous Fault Diagnosis on Your Data</a:t>
            </a:r>
            <a:endParaRPr b="0" sz="2300">
              <a:solidFill>
                <a:srgbClr val="120046"/>
              </a:solidFill>
              <a:latin typeface="Plus Jakarta Sans"/>
              <a:ea typeface="Plus Jakarta Sans"/>
              <a:cs typeface="Plus Jakarta Sans"/>
              <a:sym typeface="Plus Jakarta Sans"/>
            </a:endParaRPr>
          </a:p>
        </p:txBody>
      </p:sp>
      <p:sp>
        <p:nvSpPr>
          <p:cNvPr id="996" name="Google Shape;996;p5"/>
          <p:cNvSpPr txBox="1"/>
          <p:nvPr>
            <p:ph idx="1" type="body"/>
          </p:nvPr>
        </p:nvSpPr>
        <p:spPr>
          <a:xfrm>
            <a:off x="533400" y="734285"/>
            <a:ext cx="7350000" cy="36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solidFill>
                  <a:srgbClr val="5555F9"/>
                </a:solidFill>
                <a:latin typeface="Plus Jakarta Sans Medium"/>
                <a:ea typeface="Plus Jakarta Sans Medium"/>
                <a:cs typeface="Plus Jakarta Sans Medium"/>
                <a:sym typeface="Plus Jakarta Sans Medium"/>
              </a:rPr>
              <a:t>Example: </a:t>
            </a:r>
            <a:r>
              <a:rPr b="0" lang="en">
                <a:solidFill>
                  <a:srgbClr val="5555F9"/>
                </a:solidFill>
                <a:latin typeface="Plus Jakarta Sans Medium"/>
                <a:ea typeface="Plus Jakarta Sans Medium"/>
                <a:cs typeface="Plus Jakarta Sans Medium"/>
                <a:sym typeface="Plus Jakarta Sans Medium"/>
              </a:rPr>
              <a:t>From one alarm to a root-cause decision, evidence attached. All on your data, no egress.</a:t>
            </a:r>
            <a:endParaRPr b="0">
              <a:solidFill>
                <a:srgbClr val="5555F9"/>
              </a:solidFill>
              <a:latin typeface="Plus Jakarta Sans Medium"/>
              <a:ea typeface="Plus Jakarta Sans Medium"/>
              <a:cs typeface="Plus Jakarta Sans Medium"/>
              <a:sym typeface="Plus Jakarta Sans Medium"/>
            </a:endParaRPr>
          </a:p>
        </p:txBody>
      </p:sp>
      <p:sp>
        <p:nvSpPr>
          <p:cNvPr id="997" name="Google Shape;997;p5"/>
          <p:cNvSpPr/>
          <p:nvPr/>
        </p:nvSpPr>
        <p:spPr>
          <a:xfrm>
            <a:off x="180000" y="1220000"/>
            <a:ext cx="18000" cy="28600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8" name="Google Shape;998;p5"/>
          <p:cNvSpPr/>
          <p:nvPr/>
        </p:nvSpPr>
        <p:spPr>
          <a:xfrm rot="10800000">
            <a:off x="125000" y="4010000"/>
            <a:ext cx="130000" cy="130000"/>
          </a:xfrm>
          <a:prstGeom prst="triangle">
            <a:avLst>
              <a:gd fmla="val 50000" name="adj"/>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99" name="Google Shape;999;p5"/>
          <p:cNvSpPr txBox="1"/>
          <p:nvPr/>
        </p:nvSpPr>
        <p:spPr>
          <a:xfrm rot="-5400000">
            <a:off x="-960000" y="2500000"/>
            <a:ext cx="2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5A5A72"/>
                </a:solidFill>
                <a:latin typeface="Plus Jakarta Sans Medium"/>
                <a:ea typeface="Plus Jakarta Sans Medium"/>
                <a:cs typeface="Plus Jakarta Sans Medium"/>
                <a:sym typeface="Plus Jakarta Sans Medium"/>
              </a:rPr>
              <a:t>AGENT FLOW</a:t>
            </a:r>
            <a:endParaRPr b="0" i="0" sz="800" u="none" cap="none" strike="noStrike">
              <a:solidFill>
                <a:srgbClr val="5A5A72"/>
              </a:solidFill>
              <a:latin typeface="Plus Jakarta Sans Medium"/>
              <a:ea typeface="Plus Jakarta Sans Medium"/>
              <a:cs typeface="Plus Jakarta Sans Medium"/>
              <a:sym typeface="Plus Jakarta Sans Medium"/>
            </a:endParaRPr>
          </a:p>
        </p:txBody>
      </p:sp>
      <p:sp>
        <p:nvSpPr>
          <p:cNvPr id="1000" name="Google Shape;1000;p5"/>
          <p:cNvSpPr/>
          <p:nvPr/>
        </p:nvSpPr>
        <p:spPr>
          <a:xfrm>
            <a:off x="566925" y="1220000"/>
            <a:ext cx="8083000" cy="490000"/>
          </a:xfrm>
          <a:prstGeom prst="roundRect">
            <a:avLst>
              <a:gd fmla="val 7000" name="adj"/>
            </a:avLst>
          </a:prstGeom>
          <a:solidFill>
            <a:schemeClr val="lt1"/>
          </a:solidFill>
          <a:ln cap="flat" cmpd="sng" w="9525">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1" name="Google Shape;1001;p5"/>
          <p:cNvSpPr txBox="1"/>
          <p:nvPr/>
        </p:nvSpPr>
        <p:spPr>
          <a:xfrm>
            <a:off x="746925" y="1220000"/>
            <a:ext cx="2050000" cy="4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chemeClr val="accent3"/>
                </a:solidFill>
                <a:latin typeface="Plus Jakarta Sans Medium"/>
                <a:ea typeface="Plus Jakarta Sans Medium"/>
                <a:cs typeface="Plus Jakarta Sans Medium"/>
                <a:sym typeface="Plus Jakarta Sans Medium"/>
              </a:rPr>
              <a:t>01 · INGEST</a:t>
            </a:r>
            <a:endParaRPr>
              <a:solidFill>
                <a:schemeClr val="accent3"/>
              </a:solidFil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5154A"/>
                </a:solidFill>
                <a:latin typeface="Plus Jakarta Sans"/>
                <a:ea typeface="Plus Jakarta Sans"/>
                <a:cs typeface="Plus Jakarta Sans"/>
                <a:sym typeface="Plus Jakarta Sans"/>
              </a:rPr>
              <a:t>Alarm</a:t>
            </a:r>
            <a:endParaRPr b="0" i="0" sz="1100" u="none" cap="none" strike="noStrike">
              <a:solidFill>
                <a:srgbClr val="15154A"/>
              </a:solidFill>
              <a:latin typeface="Plus Jakarta Sans"/>
              <a:ea typeface="Plus Jakarta Sans"/>
              <a:cs typeface="Plus Jakarta Sans"/>
              <a:sym typeface="Plus Jakarta Sans"/>
            </a:endParaRPr>
          </a:p>
        </p:txBody>
      </p:sp>
      <p:sp>
        <p:nvSpPr>
          <p:cNvPr id="1002" name="Google Shape;1002;p5"/>
          <p:cNvSpPr/>
          <p:nvPr/>
        </p:nvSpPr>
        <p:spPr>
          <a:xfrm>
            <a:off x="2920000" y="1290000"/>
            <a:ext cx="13000" cy="35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3" name="Google Shape;1003;p5"/>
          <p:cNvSpPr txBox="1"/>
          <p:nvPr/>
        </p:nvSpPr>
        <p:spPr>
          <a:xfrm>
            <a:off x="3070000" y="1220000"/>
            <a:ext cx="5400000" cy="4900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“Power amplifier overheating” arrives on a Kafka topic and triggers the agent pipeline</a:t>
            </a:r>
            <a:endParaRPr b="0" i="0" sz="950" u="none" cap="none" strike="noStrike">
              <a:solidFill>
                <a:srgbClr val="5A5A72"/>
              </a:solidFill>
              <a:latin typeface="Plus Jakarta Sans"/>
              <a:ea typeface="Plus Jakarta Sans"/>
              <a:cs typeface="Plus Jakarta Sans"/>
              <a:sym typeface="Plus Jakarta Sans"/>
            </a:endParaRPr>
          </a:p>
        </p:txBody>
      </p:sp>
      <p:sp>
        <p:nvSpPr>
          <p:cNvPr id="1004" name="Google Shape;1004;p5"/>
          <p:cNvSpPr/>
          <p:nvPr/>
        </p:nvSpPr>
        <p:spPr>
          <a:xfrm>
            <a:off x="566925" y="1780000"/>
            <a:ext cx="8083000" cy="490000"/>
          </a:xfrm>
          <a:prstGeom prst="roundRect">
            <a:avLst>
              <a:gd fmla="val 7000" name="adj"/>
            </a:avLst>
          </a:prstGeom>
          <a:solidFill>
            <a:schemeClr val="l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5" name="Google Shape;1005;p5"/>
          <p:cNvSpPr txBox="1"/>
          <p:nvPr/>
        </p:nvSpPr>
        <p:spPr>
          <a:xfrm>
            <a:off x="746925" y="1780000"/>
            <a:ext cx="2050000" cy="4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EE5A29"/>
                </a:solidFill>
                <a:latin typeface="Plus Jakarta Sans Medium"/>
                <a:ea typeface="Plus Jakarta Sans Medium"/>
                <a:cs typeface="Plus Jakarta Sans Medium"/>
                <a:sym typeface="Plus Jakarta Sans Medium"/>
              </a:rPr>
              <a:t>02 · SOP AGENT</a:t>
            </a:r>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5154A"/>
                </a:solidFill>
                <a:latin typeface="Plus Jakarta Sans"/>
                <a:ea typeface="Plus Jakarta Sans"/>
                <a:cs typeface="Plus Jakarta Sans"/>
                <a:sym typeface="Plus Jakarta Sans"/>
              </a:rPr>
              <a:t>Hypotheses</a:t>
            </a:r>
            <a:endParaRPr b="0" i="0" sz="1100" u="none" cap="none" strike="noStrike">
              <a:solidFill>
                <a:srgbClr val="15154A"/>
              </a:solidFill>
              <a:latin typeface="Plus Jakarta Sans"/>
              <a:ea typeface="Plus Jakarta Sans"/>
              <a:cs typeface="Plus Jakarta Sans"/>
              <a:sym typeface="Plus Jakarta Sans"/>
            </a:endParaRPr>
          </a:p>
        </p:txBody>
      </p:sp>
      <p:sp>
        <p:nvSpPr>
          <p:cNvPr id="1006" name="Google Shape;1006;p5"/>
          <p:cNvSpPr/>
          <p:nvPr/>
        </p:nvSpPr>
        <p:spPr>
          <a:xfrm>
            <a:off x="2920000" y="1850000"/>
            <a:ext cx="13000" cy="35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7" name="Google Shape;1007;p5"/>
          <p:cNvSpPr txBox="1"/>
          <p:nvPr/>
        </p:nvSpPr>
        <p:spPr>
          <a:xfrm>
            <a:off x="3070000" y="1780000"/>
            <a:ext cx="5400000" cy="4900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Retrieves the version-correct equipment manual and lists five candidate causes</a:t>
            </a:r>
            <a:endParaRPr b="0" i="0" sz="950" u="none" cap="none" strike="noStrike">
              <a:solidFill>
                <a:srgbClr val="5A5A72"/>
              </a:solidFill>
              <a:latin typeface="Plus Jakarta Sans"/>
              <a:ea typeface="Plus Jakarta Sans"/>
              <a:cs typeface="Plus Jakarta Sans"/>
              <a:sym typeface="Plus Jakarta Sans"/>
            </a:endParaRPr>
          </a:p>
        </p:txBody>
      </p:sp>
      <p:sp>
        <p:nvSpPr>
          <p:cNvPr id="1008" name="Google Shape;1008;p5"/>
          <p:cNvSpPr/>
          <p:nvPr/>
        </p:nvSpPr>
        <p:spPr>
          <a:xfrm>
            <a:off x="566925" y="2340000"/>
            <a:ext cx="8082900" cy="489900"/>
          </a:xfrm>
          <a:prstGeom prst="roundRect">
            <a:avLst>
              <a:gd fmla="val 7000" name="adj"/>
            </a:avLst>
          </a:prstGeom>
          <a:solidFill>
            <a:schemeClr val="lt1"/>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9" name="Google Shape;1009;p5"/>
          <p:cNvSpPr txBox="1"/>
          <p:nvPr/>
        </p:nvSpPr>
        <p:spPr>
          <a:xfrm>
            <a:off x="746925" y="2340000"/>
            <a:ext cx="2050000" cy="49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chemeClr val="accent2"/>
                </a:solidFill>
                <a:latin typeface="Plus Jakarta Sans Medium"/>
                <a:ea typeface="Plus Jakarta Sans Medium"/>
                <a:cs typeface="Plus Jakarta Sans Medium"/>
                <a:sym typeface="Plus Jakarta Sans Medium"/>
              </a:rPr>
              <a:t>03 · CORRELATION AGENT</a:t>
            </a:r>
            <a:endParaRPr>
              <a:solidFill>
                <a:schemeClr val="accent2"/>
              </a:solidFill>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5154A"/>
                </a:solidFill>
                <a:latin typeface="Plus Jakarta Sans"/>
                <a:ea typeface="Plus Jakarta Sans"/>
                <a:cs typeface="Plus Jakarta Sans"/>
                <a:sym typeface="Plus Jakarta Sans"/>
              </a:rPr>
              <a:t>Context</a:t>
            </a:r>
            <a:endParaRPr b="0" i="0" sz="1100" u="none" cap="none" strike="noStrike">
              <a:solidFill>
                <a:srgbClr val="15154A"/>
              </a:solidFill>
              <a:latin typeface="Plus Jakarta Sans"/>
              <a:ea typeface="Plus Jakarta Sans"/>
              <a:cs typeface="Plus Jakarta Sans"/>
              <a:sym typeface="Plus Jakarta Sans"/>
            </a:endParaRPr>
          </a:p>
        </p:txBody>
      </p:sp>
      <p:sp>
        <p:nvSpPr>
          <p:cNvPr id="1010" name="Google Shape;1010;p5"/>
          <p:cNvSpPr/>
          <p:nvPr/>
        </p:nvSpPr>
        <p:spPr>
          <a:xfrm>
            <a:off x="2920000" y="2410000"/>
            <a:ext cx="13000" cy="35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1" name="Google Shape;1011;p5"/>
          <p:cNvSpPr txBox="1"/>
          <p:nvPr/>
        </p:nvSpPr>
        <p:spPr>
          <a:xfrm>
            <a:off x="3070000" y="2340000"/>
            <a:ext cx="5400000" cy="4900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Temporal + spatial: past alarms on similar models; is the connected fan also alarming?</a:t>
            </a:r>
            <a:endParaRPr b="0" i="0" sz="950" u="none" cap="none" strike="noStrike">
              <a:solidFill>
                <a:srgbClr val="5A5A72"/>
              </a:solidFill>
              <a:latin typeface="Plus Jakarta Sans"/>
              <a:ea typeface="Plus Jakarta Sans"/>
              <a:cs typeface="Plus Jakarta Sans"/>
              <a:sym typeface="Plus Jakarta Sans"/>
            </a:endParaRPr>
          </a:p>
        </p:txBody>
      </p:sp>
      <p:sp>
        <p:nvSpPr>
          <p:cNvPr id="1012" name="Google Shape;1012;p5"/>
          <p:cNvSpPr/>
          <p:nvPr/>
        </p:nvSpPr>
        <p:spPr>
          <a:xfrm>
            <a:off x="566925" y="2900000"/>
            <a:ext cx="8083000" cy="620000"/>
          </a:xfrm>
          <a:prstGeom prst="roundRect">
            <a:avLst>
              <a:gd fmla="val 5500" name="adj"/>
            </a:avLst>
          </a:prstGeom>
          <a:solidFill>
            <a:schemeClr val="lt1"/>
          </a:solidFill>
          <a:ln cap="flat" cmpd="sng" w="9525">
            <a:solidFill>
              <a:schemeClr val="accent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3" name="Google Shape;1013;p5"/>
          <p:cNvSpPr txBox="1"/>
          <p:nvPr/>
        </p:nvSpPr>
        <p:spPr>
          <a:xfrm>
            <a:off x="746925" y="2900000"/>
            <a:ext cx="2050000" cy="62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EE5A29"/>
                </a:solidFill>
                <a:latin typeface="Plus Jakarta Sans Medium"/>
                <a:ea typeface="Plus Jakarta Sans Medium"/>
                <a:cs typeface="Plus Jakarta Sans Medium"/>
                <a:sym typeface="Plus Jakarta Sans Medium"/>
              </a:rPr>
              <a:t>04 · DIAGNOSIS AGENT</a:t>
            </a:r>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15154A"/>
                </a:solidFill>
                <a:latin typeface="Plus Jakarta Sans"/>
                <a:ea typeface="Plus Jakarta Sans"/>
                <a:cs typeface="Plus Jakarta Sans"/>
                <a:sym typeface="Plus Jakarta Sans"/>
              </a:rPr>
              <a:t>Verify &amp; eliminate</a:t>
            </a:r>
            <a:endParaRPr b="0" i="0" sz="1100" u="none" cap="none" strike="noStrike">
              <a:solidFill>
                <a:srgbClr val="15154A"/>
              </a:solidFill>
              <a:latin typeface="Plus Jakarta Sans"/>
              <a:ea typeface="Plus Jakarta Sans"/>
              <a:cs typeface="Plus Jakarta Sans"/>
              <a:sym typeface="Plus Jakarta Sans"/>
            </a:endParaRPr>
          </a:p>
        </p:txBody>
      </p:sp>
      <p:sp>
        <p:nvSpPr>
          <p:cNvPr id="1014" name="Google Shape;1014;p5"/>
          <p:cNvSpPr/>
          <p:nvPr/>
        </p:nvSpPr>
        <p:spPr>
          <a:xfrm>
            <a:off x="2920000" y="2960000"/>
            <a:ext cx="13000" cy="5000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5" name="Google Shape;1015;p5"/>
          <p:cNvSpPr txBox="1"/>
          <p:nvPr/>
        </p:nvSpPr>
        <p:spPr>
          <a:xfrm>
            <a:off x="3070000" y="2900000"/>
            <a:ext cx="5400000" cy="620000"/>
          </a:xfrm>
          <a:prstGeom prst="rect">
            <a:avLst/>
          </a:prstGeom>
          <a:noFill/>
          <a:ln>
            <a:noFill/>
          </a:ln>
        </p:spPr>
        <p:txBody>
          <a:bodyPr anchorCtr="0" anchor="ctr" bIns="0" lIns="91425" spcFirstLastPara="1" rIns="0" wrap="square" tIns="0">
            <a:noAutofit/>
          </a:bodyPr>
          <a:lstStyle/>
          <a:p>
            <a:pPr indent="-160000" lvl="0" marL="160000" marR="0" rtl="0" algn="l">
              <a:lnSpc>
                <a:spcPct val="100000"/>
              </a:lnSpc>
              <a:spcBef>
                <a:spcPts val="0"/>
              </a:spcBef>
              <a:spcAft>
                <a:spcPts val="0"/>
              </a:spcAft>
              <a:buClr>
                <a:srgbClr val="C0392B"/>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Image via MCP looks normal — rules a cause out</a:t>
            </a:r>
            <a:endParaRPr/>
          </a:p>
          <a:p>
            <a:pPr indent="-160000" lvl="0" marL="160000" marR="0" rtl="0" algn="l">
              <a:lnSpc>
                <a:spcPct val="100000"/>
              </a:lnSpc>
              <a:spcBef>
                <a:spcPts val="100"/>
              </a:spcBef>
              <a:spcAft>
                <a:spcPts val="0"/>
              </a:spcAft>
              <a:buClr>
                <a:srgbClr val="34D399"/>
              </a:buClr>
              <a:buSzPts val="950"/>
              <a:buFont typeface="Plus Jakarta Sans"/>
              <a:buChar char="•"/>
            </a:pPr>
            <a:r>
              <a:rPr b="0" i="0" lang="en" sz="950" u="none" cap="none" strike="noStrike">
                <a:solidFill>
                  <a:srgbClr val="5A5A72"/>
                </a:solidFill>
                <a:latin typeface="Plus Jakarta Sans"/>
                <a:ea typeface="Plus Jakarta Sans"/>
                <a:cs typeface="Plus Jakarta Sans"/>
                <a:sym typeface="Plus Jakarta Sans"/>
              </a:rPr>
              <a:t>Fan alarmed yesterday at reduced speed; temperature rising since — fan confirmed</a:t>
            </a:r>
            <a:endParaRPr b="0" i="0" sz="950" u="none" cap="none" strike="noStrike">
              <a:solidFill>
                <a:srgbClr val="5A5A72"/>
              </a:solidFill>
              <a:latin typeface="Plus Jakarta Sans"/>
              <a:ea typeface="Plus Jakarta Sans"/>
              <a:cs typeface="Plus Jakarta Sans"/>
              <a:sym typeface="Plus Jakarta Sans"/>
            </a:endParaRPr>
          </a:p>
        </p:txBody>
      </p:sp>
      <p:sp>
        <p:nvSpPr>
          <p:cNvPr id="1016" name="Google Shape;1016;p5"/>
          <p:cNvSpPr/>
          <p:nvPr/>
        </p:nvSpPr>
        <p:spPr>
          <a:xfrm>
            <a:off x="566925" y="3610000"/>
            <a:ext cx="8082900" cy="489900"/>
          </a:xfrm>
          <a:prstGeom prst="roundRect">
            <a:avLst>
              <a:gd fmla="val 7000" name="adj"/>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7" name="Google Shape;1017;p5"/>
          <p:cNvSpPr txBox="1"/>
          <p:nvPr/>
        </p:nvSpPr>
        <p:spPr>
          <a:xfrm>
            <a:off x="746925" y="3610000"/>
            <a:ext cx="2049900" cy="48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EE5A29"/>
                </a:solidFill>
                <a:latin typeface="Plus Jakarta Sans Medium"/>
                <a:ea typeface="Plus Jakarta Sans Medium"/>
                <a:cs typeface="Plus Jakarta Sans Medium"/>
                <a:sym typeface="Plus Jakarta Sans Medium"/>
              </a:rPr>
              <a:t>RESULT</a:t>
            </a:r>
            <a:endParaRPr/>
          </a:p>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FFFFFF"/>
                </a:solidFill>
                <a:latin typeface="Plus Jakarta Sans"/>
                <a:ea typeface="Plus Jakarta Sans"/>
                <a:cs typeface="Plus Jakarta Sans"/>
                <a:sym typeface="Plus Jakarta Sans"/>
              </a:rPr>
              <a:t>Root cause + evidence</a:t>
            </a:r>
            <a:endParaRPr b="0" i="0" sz="1100" u="none" cap="none" strike="noStrike">
              <a:solidFill>
                <a:srgbClr val="FFFFFF"/>
              </a:solidFill>
              <a:latin typeface="Plus Jakarta Sans"/>
              <a:ea typeface="Plus Jakarta Sans"/>
              <a:cs typeface="Plus Jakarta Sans"/>
              <a:sym typeface="Plus Jakarta Sans"/>
            </a:endParaRPr>
          </a:p>
        </p:txBody>
      </p:sp>
      <p:sp>
        <p:nvSpPr>
          <p:cNvPr id="1018" name="Google Shape;1018;p5"/>
          <p:cNvSpPr/>
          <p:nvPr/>
        </p:nvSpPr>
        <p:spPr>
          <a:xfrm>
            <a:off x="2920000" y="3680000"/>
            <a:ext cx="12900" cy="350100"/>
          </a:xfrm>
          <a:prstGeom prst="rect">
            <a:avLst/>
          </a:prstGeom>
          <a:solidFill>
            <a:srgbClr val="3A3A6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9" name="Google Shape;1019;p5"/>
          <p:cNvSpPr txBox="1"/>
          <p:nvPr/>
        </p:nvSpPr>
        <p:spPr>
          <a:xfrm>
            <a:off x="3070000" y="3610000"/>
            <a:ext cx="5400000" cy="4899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FFFFFF"/>
                </a:solidFill>
                <a:latin typeface="Plus Jakarta Sans"/>
                <a:ea typeface="Plus Jakarta Sans"/>
                <a:cs typeface="Plus Jakarta Sans"/>
                <a:sym typeface="Plus Jakarta Sans"/>
              </a:rPr>
              <a:t>The fan is the root cause. </a:t>
            </a:r>
            <a:r>
              <a:rPr b="0" i="0" lang="en" sz="950" u="none" cap="none" strike="noStrike">
                <a:solidFill>
                  <a:srgbClr val="C9C9E8"/>
                </a:solidFill>
                <a:latin typeface="Plus Jakarta Sans"/>
                <a:ea typeface="Plus Jakarta Sans"/>
                <a:cs typeface="Plus Jakarta Sans"/>
                <a:sym typeface="Plus Jakarta Sans"/>
              </a:rPr>
              <a:t>Recommendation written back to ticketing, every data point compiled into a chain of evidence.</a:t>
            </a:r>
            <a:endParaRPr b="0" i="0" sz="950" u="none" cap="none" strike="noStrike">
              <a:solidFill>
                <a:srgbClr val="C9C9E8"/>
              </a:solidFill>
              <a:latin typeface="Plus Jakarta Sans"/>
              <a:ea typeface="Plus Jakarta Sans"/>
              <a:cs typeface="Plus Jakarta Sans"/>
              <a:sym typeface="Plus Jakarta Sans"/>
            </a:endParaRPr>
          </a:p>
        </p:txBody>
      </p:sp>
      <p:sp>
        <p:nvSpPr>
          <p:cNvPr id="1020" name="Google Shape;1020;p5"/>
          <p:cNvSpPr/>
          <p:nvPr/>
        </p:nvSpPr>
        <p:spPr>
          <a:xfrm>
            <a:off x="0" y="4186700"/>
            <a:ext cx="9144000" cy="399900"/>
          </a:xfrm>
          <a:prstGeom prst="rect">
            <a:avLst/>
          </a:prstGeom>
          <a:noFill/>
          <a:ln>
            <a:noFill/>
          </a:ln>
        </p:spPr>
        <p:txBody>
          <a:bodyPr anchorCtr="0" anchor="ctr" bIns="0" lIns="533400" spcFirstLastPara="1" rIns="53340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chemeClr val="accent3"/>
                </a:solidFill>
                <a:latin typeface="Plus Jakarta Sans"/>
                <a:ea typeface="Plus Jakarta Sans"/>
                <a:cs typeface="Plus Jakarta Sans"/>
                <a:sym typeface="Plus Jakarta Sans"/>
              </a:rPr>
              <a:t>Multimodal data plus a connected knowledge layer turns a raw alarm into a </a:t>
            </a:r>
            <a:r>
              <a:rPr b="1" lang="en" sz="1100">
                <a:solidFill>
                  <a:schemeClr val="accent1"/>
                </a:solidFill>
                <a:latin typeface="Plus Jakarta Sans"/>
                <a:ea typeface="Plus Jakarta Sans"/>
                <a:cs typeface="Plus Jakarta Sans"/>
                <a:sym typeface="Plus Jakarta Sans"/>
              </a:rPr>
              <a:t>trusted, auditable decision, on your data</a:t>
            </a:r>
            <a:r>
              <a:rPr b="1" lang="en" sz="1100">
                <a:solidFill>
                  <a:schemeClr val="accent3"/>
                </a:solidFill>
                <a:latin typeface="Plus Jakarta Sans"/>
                <a:ea typeface="Plus Jakarta Sans"/>
                <a:cs typeface="Plus Jakarta Sans"/>
                <a:sym typeface="Plus Jakarta Sans"/>
              </a:rPr>
              <a:t>.</a:t>
            </a:r>
            <a:endParaRPr b="1" sz="1100">
              <a:solidFill>
                <a:schemeClr val="accent3"/>
              </a:solidFill>
              <a:latin typeface="Plus Jakarta Sans"/>
              <a:ea typeface="Plus Jakarta Sans"/>
              <a:cs typeface="Plus Jakarta Sans"/>
              <a:sym typeface="Plus Jakarta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4" name="Shape 1024"/>
        <p:cNvGrpSpPr/>
        <p:nvPr/>
      </p:nvGrpSpPr>
      <p:grpSpPr>
        <a:xfrm>
          <a:off x="0" y="0"/>
          <a:ext cx="0" cy="0"/>
          <a:chOff x="0" y="0"/>
          <a:chExt cx="0" cy="0"/>
        </a:xfrm>
      </p:grpSpPr>
      <p:sp>
        <p:nvSpPr>
          <p:cNvPr id="1025" name="Google Shape;1025;g3f9b3f86724_0_103"/>
          <p:cNvSpPr/>
          <p:nvPr/>
        </p:nvSpPr>
        <p:spPr>
          <a:xfrm>
            <a:off x="0" y="0"/>
            <a:ext cx="9144000" cy="5143500"/>
          </a:xfrm>
          <a:prstGeom prst="rect">
            <a:avLst/>
          </a:prstGeom>
          <a:solidFill>
            <a:srgbClr val="0B0B26"/>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6" name="Google Shape;1026;g3f9b3f86724_0_103"/>
          <p:cNvSpPr txBox="1"/>
          <p:nvPr>
            <p:ph type="title"/>
          </p:nvPr>
        </p:nvSpPr>
        <p:spPr>
          <a:xfrm>
            <a:off x="533400" y="284253"/>
            <a:ext cx="7080000" cy="612900"/>
          </a:xfrm>
          <a:prstGeom prst="rect">
            <a:avLst/>
          </a:prstGeom>
          <a:noFill/>
          <a:ln>
            <a:noFill/>
          </a:ln>
        </p:spPr>
        <p:txBody>
          <a:bodyPr anchorCtr="0" anchor="t" bIns="0" lIns="0" spcFirstLastPara="1" rIns="0" wrap="square" tIns="0">
            <a:noAutofit/>
          </a:bodyPr>
          <a:lstStyle/>
          <a:p>
            <a:pPr indent="0" lvl="0" marL="0" rtl="0" algn="l">
              <a:lnSpc>
                <a:spcPct val="105000"/>
              </a:lnSpc>
              <a:spcBef>
                <a:spcPts val="0"/>
              </a:spcBef>
              <a:spcAft>
                <a:spcPts val="0"/>
              </a:spcAft>
              <a:buSzPts val="2100"/>
              <a:buNone/>
            </a:pPr>
            <a:r>
              <a:rPr i="0" lang="en" sz="2300">
                <a:solidFill>
                  <a:srgbClr val="F4F4FB"/>
                </a:solidFill>
                <a:latin typeface="Plus Jakarta Sans"/>
                <a:ea typeface="Plus Jakarta Sans"/>
                <a:cs typeface="Plus Jakarta Sans"/>
                <a:sym typeface="Plus Jakarta Sans"/>
              </a:rPr>
              <a:t>IT runs it. The business builds on it.</a:t>
            </a:r>
            <a:endParaRPr sz="2300">
              <a:latin typeface="Plus Jakarta Sans"/>
              <a:ea typeface="Plus Jakarta Sans"/>
              <a:cs typeface="Plus Jakarta Sans"/>
              <a:sym typeface="Plus Jakarta Sans"/>
            </a:endParaRPr>
          </a:p>
        </p:txBody>
      </p:sp>
      <p:sp>
        <p:nvSpPr>
          <p:cNvPr id="1027" name="Google Shape;1027;g3f9b3f86724_0_103"/>
          <p:cNvSpPr txBox="1"/>
          <p:nvPr>
            <p:ph idx="4294967295" type="body"/>
          </p:nvPr>
        </p:nvSpPr>
        <p:spPr>
          <a:xfrm>
            <a:off x="533400" y="734285"/>
            <a:ext cx="7080000" cy="3804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400"/>
              </a:spcAft>
              <a:buClr>
                <a:schemeClr val="accent2"/>
              </a:buClr>
              <a:buSzPts val="1100"/>
              <a:buFont typeface="Plus Jakarta Sans SemiBold"/>
              <a:buNone/>
            </a:pPr>
            <a:r>
              <a:rPr i="0" lang="en" sz="1100">
                <a:solidFill>
                  <a:srgbClr val="A9A9C8"/>
                </a:solidFill>
              </a:rPr>
              <a:t>Three chapters, one platform: own your cost, unify what you have, govern &amp; prove everything.</a:t>
            </a:r>
            <a:endParaRPr i="0" sz="1100" u="none" cap="none" strike="noStrike">
              <a:solidFill>
                <a:schemeClr val="accent2"/>
              </a:solidFill>
            </a:endParaRPr>
          </a:p>
        </p:txBody>
      </p:sp>
      <p:sp>
        <p:nvSpPr>
          <p:cNvPr id="1028" name="Google Shape;1028;g3f9b3f86724_0_103"/>
          <p:cNvSpPr/>
          <p:nvPr/>
        </p:nvSpPr>
        <p:spPr>
          <a:xfrm>
            <a:off x="0" y="5074920"/>
            <a:ext cx="9144000" cy="68700"/>
          </a:xfrm>
          <a:prstGeom prst="rect">
            <a:avLst/>
          </a:prstGeom>
          <a:solidFill>
            <a:srgbClr val="FF550D"/>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image.png" id="1029" name="Google Shape;1029;g3f9b3f86724_0_103"/>
          <p:cNvPicPr preferRelativeResize="0"/>
          <p:nvPr/>
        </p:nvPicPr>
        <p:blipFill rotWithShape="1">
          <a:blip r:embed="rId3">
            <a:alphaModFix/>
          </a:blip>
          <a:srcRect b="0" l="0" r="0" t="0"/>
          <a:stretch/>
        </p:blipFill>
        <p:spPr>
          <a:xfrm>
            <a:off x="7553310" y="4766314"/>
            <a:ext cx="1133484" cy="142859"/>
          </a:xfrm>
          <a:prstGeom prst="rect">
            <a:avLst/>
          </a:prstGeom>
          <a:noFill/>
          <a:ln>
            <a:noFill/>
          </a:ln>
        </p:spPr>
      </p:pic>
      <p:sp>
        <p:nvSpPr>
          <p:cNvPr id="1030" name="Google Shape;1030;g3f9b3f86724_0_103"/>
          <p:cNvSpPr txBox="1"/>
          <p:nvPr/>
        </p:nvSpPr>
        <p:spPr>
          <a:xfrm>
            <a:off x="380125" y="4737800"/>
            <a:ext cx="4613700" cy="2877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©2026 Cloudera, Inc. All Rights Reserved.</a:t>
            </a:r>
            <a:endParaRPr b="0" i="0" sz="1400" u="none" cap="none" strike="noStrike">
              <a:solidFill>
                <a:srgbClr val="000000"/>
              </a:solidFill>
              <a:latin typeface="Arial"/>
              <a:ea typeface="Arial"/>
              <a:cs typeface="Arial"/>
              <a:sym typeface="Arial"/>
            </a:endParaRPr>
          </a:p>
        </p:txBody>
      </p:sp>
      <p:sp>
        <p:nvSpPr>
          <p:cNvPr id="1031" name="Google Shape;1031;g3f9b3f86724_0_103"/>
          <p:cNvSpPr/>
          <p:nvPr/>
        </p:nvSpPr>
        <p:spPr>
          <a:xfrm>
            <a:off x="3346704" y="1700784"/>
            <a:ext cx="2450700" cy="2450700"/>
          </a:xfrm>
          <a:prstGeom prst="ellipse">
            <a:avLst/>
          </a:prstGeom>
          <a:noFill/>
          <a:ln cap="flat" cmpd="sng" w="9525">
            <a:solidFill>
              <a:srgbClr val="8B8BC7"/>
            </a:solidFill>
            <a:prstDash val="dot"/>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2" name="Google Shape;1032;g3f9b3f86724_0_103"/>
          <p:cNvSpPr/>
          <p:nvPr/>
        </p:nvSpPr>
        <p:spPr>
          <a:xfrm>
            <a:off x="3959352" y="2313432"/>
            <a:ext cx="1225200" cy="1225200"/>
          </a:xfrm>
          <a:prstGeom prst="arc">
            <a:avLst>
              <a:gd fmla="val 16560000" name="adj1"/>
              <a:gd fmla="val 886153" name="adj2"/>
            </a:avLst>
          </a:prstGeom>
          <a:noFill/>
          <a:ln cap="flat" cmpd="sng" w="47625">
            <a:solidFill>
              <a:srgbClr val="EE5A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3" name="Google Shape;1033;g3f9b3f86724_0_103"/>
          <p:cNvSpPr/>
          <p:nvPr/>
        </p:nvSpPr>
        <p:spPr>
          <a:xfrm>
            <a:off x="3959352" y="2313432"/>
            <a:ext cx="1225200" cy="1225200"/>
          </a:xfrm>
          <a:prstGeom prst="arc">
            <a:avLst>
              <a:gd fmla="val 1606153" name="adj1"/>
              <a:gd fmla="val 7532307" name="adj2"/>
            </a:avLst>
          </a:prstGeom>
          <a:noFill/>
          <a:ln cap="flat" cmpd="sng" w="47625">
            <a:solidFill>
              <a:srgbClr val="4F4F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34" name="Google Shape;1034;g3f9b3f86724_0_103"/>
          <p:cNvSpPr/>
          <p:nvPr/>
        </p:nvSpPr>
        <p:spPr>
          <a:xfrm>
            <a:off x="3959352" y="2313432"/>
            <a:ext cx="1225200" cy="1225200"/>
          </a:xfrm>
          <a:prstGeom prst="arc">
            <a:avLst>
              <a:gd fmla="val 8252307" name="adj1"/>
              <a:gd fmla="val 15840000" name="adj2"/>
            </a:avLst>
          </a:prstGeom>
          <a:noFill/>
          <a:ln cap="flat" cmpd="sng" w="47625">
            <a:solidFill>
              <a:srgbClr val="8B8B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035" name="Google Shape;1035;g3f9b3f86724_0_103"/>
          <p:cNvCxnSpPr/>
          <p:nvPr/>
        </p:nvCxnSpPr>
        <p:spPr>
          <a:xfrm>
            <a:off x="4572000" y="1959480"/>
            <a:ext cx="0" cy="406500"/>
          </a:xfrm>
          <a:prstGeom prst="straightConnector1">
            <a:avLst/>
          </a:prstGeom>
          <a:noFill/>
          <a:ln cap="flat" cmpd="sng" w="9525">
            <a:solidFill>
              <a:srgbClr val="2E2E50"/>
            </a:solidFill>
            <a:prstDash val="solid"/>
            <a:round/>
            <a:headEnd len="sm" w="sm" type="none"/>
            <a:tailEnd len="sm" w="sm" type="none"/>
          </a:ln>
        </p:spPr>
      </p:cxnSp>
      <p:cxnSp>
        <p:nvCxnSpPr>
          <p:cNvPr id="1036" name="Google Shape;1036;g3f9b3f86724_0_103"/>
          <p:cNvCxnSpPr/>
          <p:nvPr/>
        </p:nvCxnSpPr>
        <p:spPr>
          <a:xfrm flipH="1" rot="10800000">
            <a:off x="4852000" y="2088906"/>
            <a:ext cx="203400" cy="352200"/>
          </a:xfrm>
          <a:prstGeom prst="straightConnector1">
            <a:avLst/>
          </a:prstGeom>
          <a:noFill/>
          <a:ln cap="flat" cmpd="sng" w="9525">
            <a:solidFill>
              <a:srgbClr val="2E2E50"/>
            </a:solidFill>
            <a:prstDash val="solid"/>
            <a:round/>
            <a:headEnd len="sm" w="sm" type="none"/>
            <a:tailEnd len="sm" w="sm" type="none"/>
          </a:ln>
        </p:spPr>
      </p:cxnSp>
      <p:cxnSp>
        <p:nvCxnSpPr>
          <p:cNvPr id="1037" name="Google Shape;1037;g3f9b3f86724_0_103"/>
          <p:cNvCxnSpPr/>
          <p:nvPr/>
        </p:nvCxnSpPr>
        <p:spPr>
          <a:xfrm flipH="1" rot="10800000">
            <a:off x="5056974" y="2442680"/>
            <a:ext cx="352200" cy="203400"/>
          </a:xfrm>
          <a:prstGeom prst="straightConnector1">
            <a:avLst/>
          </a:prstGeom>
          <a:noFill/>
          <a:ln cap="flat" cmpd="sng" w="9525">
            <a:solidFill>
              <a:srgbClr val="2E2E50"/>
            </a:solidFill>
            <a:prstDash val="solid"/>
            <a:round/>
            <a:headEnd len="sm" w="sm" type="none"/>
            <a:tailEnd len="sm" w="sm" type="none"/>
          </a:ln>
        </p:spPr>
      </p:cxnSp>
      <p:cxnSp>
        <p:nvCxnSpPr>
          <p:cNvPr id="1038" name="Google Shape;1038;g3f9b3f86724_0_103"/>
          <p:cNvCxnSpPr/>
          <p:nvPr/>
        </p:nvCxnSpPr>
        <p:spPr>
          <a:xfrm>
            <a:off x="5132000" y="2926080"/>
            <a:ext cx="406500" cy="0"/>
          </a:xfrm>
          <a:prstGeom prst="straightConnector1">
            <a:avLst/>
          </a:prstGeom>
          <a:noFill/>
          <a:ln cap="flat" cmpd="sng" w="9525">
            <a:solidFill>
              <a:srgbClr val="2E2E50"/>
            </a:solidFill>
            <a:prstDash val="solid"/>
            <a:round/>
            <a:headEnd len="sm" w="sm" type="none"/>
            <a:tailEnd len="sm" w="sm" type="none"/>
          </a:ln>
        </p:spPr>
      </p:cxnSp>
      <p:cxnSp>
        <p:nvCxnSpPr>
          <p:cNvPr id="1039" name="Google Shape;1039;g3f9b3f86724_0_103"/>
          <p:cNvCxnSpPr/>
          <p:nvPr/>
        </p:nvCxnSpPr>
        <p:spPr>
          <a:xfrm>
            <a:off x="5056974" y="3206080"/>
            <a:ext cx="352200" cy="203400"/>
          </a:xfrm>
          <a:prstGeom prst="straightConnector1">
            <a:avLst/>
          </a:prstGeom>
          <a:noFill/>
          <a:ln cap="flat" cmpd="sng" w="9525">
            <a:solidFill>
              <a:srgbClr val="2E2E50"/>
            </a:solidFill>
            <a:prstDash val="solid"/>
            <a:round/>
            <a:headEnd len="sm" w="sm" type="none"/>
            <a:tailEnd len="sm" w="sm" type="none"/>
          </a:ln>
        </p:spPr>
      </p:cxnSp>
      <p:cxnSp>
        <p:nvCxnSpPr>
          <p:cNvPr id="1040" name="Google Shape;1040;g3f9b3f86724_0_103"/>
          <p:cNvCxnSpPr/>
          <p:nvPr/>
        </p:nvCxnSpPr>
        <p:spPr>
          <a:xfrm>
            <a:off x="4852000" y="3411054"/>
            <a:ext cx="203400" cy="352200"/>
          </a:xfrm>
          <a:prstGeom prst="straightConnector1">
            <a:avLst/>
          </a:prstGeom>
          <a:noFill/>
          <a:ln cap="flat" cmpd="sng" w="9525">
            <a:solidFill>
              <a:srgbClr val="2E2E50"/>
            </a:solidFill>
            <a:prstDash val="solid"/>
            <a:round/>
            <a:headEnd len="sm" w="sm" type="none"/>
            <a:tailEnd len="sm" w="sm" type="none"/>
          </a:ln>
        </p:spPr>
      </p:cxnSp>
      <p:cxnSp>
        <p:nvCxnSpPr>
          <p:cNvPr id="1041" name="Google Shape;1041;g3f9b3f86724_0_103"/>
          <p:cNvCxnSpPr/>
          <p:nvPr/>
        </p:nvCxnSpPr>
        <p:spPr>
          <a:xfrm>
            <a:off x="4572000" y="3486080"/>
            <a:ext cx="0" cy="406500"/>
          </a:xfrm>
          <a:prstGeom prst="straightConnector1">
            <a:avLst/>
          </a:prstGeom>
          <a:noFill/>
          <a:ln cap="flat" cmpd="sng" w="9525">
            <a:solidFill>
              <a:srgbClr val="2E2E50"/>
            </a:solidFill>
            <a:prstDash val="solid"/>
            <a:round/>
            <a:headEnd len="sm" w="sm" type="none"/>
            <a:tailEnd len="sm" w="sm" type="none"/>
          </a:ln>
        </p:spPr>
      </p:cxnSp>
      <p:cxnSp>
        <p:nvCxnSpPr>
          <p:cNvPr id="1042" name="Google Shape;1042;g3f9b3f86724_0_103"/>
          <p:cNvCxnSpPr/>
          <p:nvPr/>
        </p:nvCxnSpPr>
        <p:spPr>
          <a:xfrm flipH="1" rot="10800000">
            <a:off x="4088700" y="3410980"/>
            <a:ext cx="203400" cy="352200"/>
          </a:xfrm>
          <a:prstGeom prst="straightConnector1">
            <a:avLst/>
          </a:prstGeom>
          <a:noFill/>
          <a:ln cap="flat" cmpd="sng" w="9525">
            <a:solidFill>
              <a:srgbClr val="2E2E50"/>
            </a:solidFill>
            <a:prstDash val="solid"/>
            <a:round/>
            <a:headEnd len="sm" w="sm" type="none"/>
            <a:tailEnd len="sm" w="sm" type="none"/>
          </a:ln>
        </p:spPr>
      </p:cxnSp>
      <p:cxnSp>
        <p:nvCxnSpPr>
          <p:cNvPr id="1043" name="Google Shape;1043;g3f9b3f86724_0_103"/>
          <p:cNvCxnSpPr/>
          <p:nvPr/>
        </p:nvCxnSpPr>
        <p:spPr>
          <a:xfrm flipH="1" rot="10800000">
            <a:off x="3734900" y="3205980"/>
            <a:ext cx="352200" cy="203400"/>
          </a:xfrm>
          <a:prstGeom prst="straightConnector1">
            <a:avLst/>
          </a:prstGeom>
          <a:noFill/>
          <a:ln cap="flat" cmpd="sng" w="9525">
            <a:solidFill>
              <a:srgbClr val="2E2E50"/>
            </a:solidFill>
            <a:prstDash val="solid"/>
            <a:round/>
            <a:headEnd len="sm" w="sm" type="none"/>
            <a:tailEnd len="sm" w="sm" type="none"/>
          </a:ln>
        </p:spPr>
      </p:cxnSp>
      <p:cxnSp>
        <p:nvCxnSpPr>
          <p:cNvPr id="1044" name="Google Shape;1044;g3f9b3f86724_0_103"/>
          <p:cNvCxnSpPr/>
          <p:nvPr/>
        </p:nvCxnSpPr>
        <p:spPr>
          <a:xfrm>
            <a:off x="3605400" y="2926080"/>
            <a:ext cx="406500" cy="0"/>
          </a:xfrm>
          <a:prstGeom prst="straightConnector1">
            <a:avLst/>
          </a:prstGeom>
          <a:noFill/>
          <a:ln cap="flat" cmpd="sng" w="9525">
            <a:solidFill>
              <a:srgbClr val="2E2E50"/>
            </a:solidFill>
            <a:prstDash val="solid"/>
            <a:round/>
            <a:headEnd len="sm" w="sm" type="none"/>
            <a:tailEnd len="sm" w="sm" type="none"/>
          </a:ln>
        </p:spPr>
      </p:cxnSp>
      <p:cxnSp>
        <p:nvCxnSpPr>
          <p:cNvPr id="1045" name="Google Shape;1045;g3f9b3f86724_0_103"/>
          <p:cNvCxnSpPr/>
          <p:nvPr/>
        </p:nvCxnSpPr>
        <p:spPr>
          <a:xfrm>
            <a:off x="3734900" y="2442780"/>
            <a:ext cx="352200" cy="203400"/>
          </a:xfrm>
          <a:prstGeom prst="straightConnector1">
            <a:avLst/>
          </a:prstGeom>
          <a:noFill/>
          <a:ln cap="flat" cmpd="sng" w="9525">
            <a:solidFill>
              <a:srgbClr val="2E2E50"/>
            </a:solidFill>
            <a:prstDash val="solid"/>
            <a:round/>
            <a:headEnd len="sm" w="sm" type="none"/>
            <a:tailEnd len="sm" w="sm" type="none"/>
          </a:ln>
        </p:spPr>
      </p:cxnSp>
      <p:cxnSp>
        <p:nvCxnSpPr>
          <p:cNvPr id="1046" name="Google Shape;1046;g3f9b3f86724_0_103"/>
          <p:cNvCxnSpPr/>
          <p:nvPr/>
        </p:nvCxnSpPr>
        <p:spPr>
          <a:xfrm>
            <a:off x="4088700" y="2088980"/>
            <a:ext cx="203400" cy="352200"/>
          </a:xfrm>
          <a:prstGeom prst="straightConnector1">
            <a:avLst/>
          </a:prstGeom>
          <a:noFill/>
          <a:ln cap="flat" cmpd="sng" w="9525">
            <a:solidFill>
              <a:srgbClr val="2E2E50"/>
            </a:solidFill>
            <a:prstDash val="solid"/>
            <a:round/>
            <a:headEnd len="sm" w="sm" type="none"/>
            <a:tailEnd len="sm" w="sm" type="none"/>
          </a:ln>
        </p:spPr>
      </p:cxnSp>
      <p:sp>
        <p:nvSpPr>
          <p:cNvPr id="1047" name="Google Shape;1047;g3f9b3f86724_0_103"/>
          <p:cNvSpPr/>
          <p:nvPr/>
        </p:nvSpPr>
        <p:spPr>
          <a:xfrm>
            <a:off x="4041648" y="2395728"/>
            <a:ext cx="1060800" cy="1060800"/>
          </a:xfrm>
          <a:prstGeom prst="ellipse">
            <a:avLst/>
          </a:prstGeom>
          <a:solidFill>
            <a:srgbClr val="181844"/>
          </a:solidFill>
          <a:ln cap="flat" cmpd="sng" w="12700">
            <a:solidFill>
              <a:srgbClr val="3A3A6B"/>
            </a:solidFill>
            <a:prstDash val="solid"/>
            <a:round/>
            <a:headEnd len="sm" w="sm" type="none"/>
            <a:tailEnd len="sm" w="sm" type="none"/>
          </a:ln>
          <a:effectLst>
            <a:outerShdw blurRad="90000" rotWithShape="0">
              <a:srgbClr val="4F4FF5">
                <a:alpha val="38039"/>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48" name="Google Shape;1048;g3f9b3f86724_0_103"/>
          <p:cNvSpPr txBox="1"/>
          <p:nvPr/>
        </p:nvSpPr>
        <p:spPr>
          <a:xfrm>
            <a:off x="4041648" y="2706624"/>
            <a:ext cx="1060800" cy="4572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250"/>
              <a:buFont typeface="Arial"/>
              <a:buNone/>
            </a:pPr>
            <a:r>
              <a:rPr b="0" i="0" lang="en" sz="1250" u="none" cap="none" strike="noStrike">
                <a:solidFill>
                  <a:srgbClr val="F4F4FB"/>
                </a:solidFill>
                <a:latin typeface="Plus Jakarta Sans SemiBold"/>
                <a:ea typeface="Plus Jakarta Sans SemiBold"/>
                <a:cs typeface="Plus Jakarta Sans SemiBold"/>
                <a:sym typeface="Plus Jakarta Sans SemiBold"/>
              </a:rPr>
              <a:t>Agent-Ready</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0"/>
              </a:spcBef>
              <a:spcAft>
                <a:spcPts val="0"/>
              </a:spcAft>
              <a:buClr>
                <a:srgbClr val="000000"/>
              </a:buClr>
              <a:buSzPts val="1250"/>
              <a:buFont typeface="Arial"/>
              <a:buNone/>
            </a:pPr>
            <a:r>
              <a:rPr b="0" i="0" lang="en" sz="1250" u="none" cap="none" strike="noStrike">
                <a:solidFill>
                  <a:srgbClr val="F4F4FB"/>
                </a:solidFill>
                <a:latin typeface="Plus Jakarta Sans SemiBold"/>
                <a:ea typeface="Plus Jakarta Sans SemiBold"/>
                <a:cs typeface="Plus Jakarta Sans SemiBold"/>
                <a:sym typeface="Plus Jakarta Sans SemiBold"/>
              </a:rPr>
              <a:t>Enterprise AI</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the platform IT runs</a:t>
            </a:r>
            <a:endParaRPr b="0" i="0" sz="1400" u="none" cap="none" strike="noStrike">
              <a:solidFill>
                <a:srgbClr val="000000"/>
              </a:solidFill>
              <a:latin typeface="Arial"/>
              <a:ea typeface="Arial"/>
              <a:cs typeface="Arial"/>
              <a:sym typeface="Arial"/>
            </a:endParaRPr>
          </a:p>
        </p:txBody>
      </p:sp>
      <p:sp>
        <p:nvSpPr>
          <p:cNvPr id="1049" name="Google Shape;1049;g3f9b3f86724_0_103"/>
          <p:cNvSpPr/>
          <p:nvPr/>
        </p:nvSpPr>
        <p:spPr>
          <a:xfrm>
            <a:off x="4343400" y="1472280"/>
            <a:ext cx="457200" cy="457200"/>
          </a:xfrm>
          <a:prstGeom prst="ellipse">
            <a:avLst/>
          </a:prstGeom>
          <a:solidFill>
            <a:srgbClr val="16163C"/>
          </a:solidFill>
          <a:ln cap="flat" cmpd="sng" w="19050">
            <a:solidFill>
              <a:srgbClr val="EE5A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0" name="Google Shape;1050;g3f9b3f86724_0_103"/>
          <p:cNvSpPr txBox="1"/>
          <p:nvPr/>
        </p:nvSpPr>
        <p:spPr>
          <a:xfrm>
            <a:off x="4343400" y="16185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01</a:t>
            </a:r>
            <a:endParaRPr b="0" i="0" sz="1400" u="none" cap="none" strike="noStrike">
              <a:solidFill>
                <a:srgbClr val="000000"/>
              </a:solidFill>
              <a:latin typeface="Arial"/>
              <a:ea typeface="Arial"/>
              <a:cs typeface="Arial"/>
              <a:sym typeface="Arial"/>
            </a:endParaRPr>
          </a:p>
        </p:txBody>
      </p:sp>
      <p:sp>
        <p:nvSpPr>
          <p:cNvPr id="1051" name="Google Shape;1051;g3f9b3f86724_0_103"/>
          <p:cNvSpPr/>
          <p:nvPr/>
        </p:nvSpPr>
        <p:spPr>
          <a:xfrm>
            <a:off x="4668012" y="1513428"/>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2" name="Google Shape;1052;g3f9b3f86724_0_103"/>
          <p:cNvSpPr txBox="1"/>
          <p:nvPr/>
        </p:nvSpPr>
        <p:spPr>
          <a:xfrm>
            <a:off x="3572000" y="1142028"/>
            <a:ext cx="2000100" cy="3108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850"/>
              <a:buFont typeface="Arial"/>
              <a:buNone/>
            </a:pPr>
            <a:r>
              <a:rPr b="0" i="0" lang="en" sz="850" u="none" cap="none" strike="noStrike">
                <a:solidFill>
                  <a:srgbClr val="EE5A29"/>
                </a:solidFill>
                <a:latin typeface="Plus Jakarta Sans SemiBold"/>
                <a:ea typeface="Plus Jakarta Sans SemiBold"/>
                <a:cs typeface="Plus Jakarta Sans SemiBold"/>
                <a:sym typeface="Plus Jakarta Sans SemiBold"/>
              </a:rPr>
              <a:t>Private Model Hosting &amp; Serving</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in your perimeter, GPU-efficient</a:t>
            </a:r>
            <a:endParaRPr b="0" i="0" sz="1400" u="none" cap="none" strike="noStrike">
              <a:solidFill>
                <a:srgbClr val="000000"/>
              </a:solidFill>
              <a:latin typeface="Arial"/>
              <a:ea typeface="Arial"/>
              <a:cs typeface="Arial"/>
              <a:sym typeface="Arial"/>
            </a:endParaRPr>
          </a:p>
        </p:txBody>
      </p:sp>
      <p:sp>
        <p:nvSpPr>
          <p:cNvPr id="1053" name="Google Shape;1053;g3f9b3f86724_0_103"/>
          <p:cNvSpPr/>
          <p:nvPr/>
        </p:nvSpPr>
        <p:spPr>
          <a:xfrm>
            <a:off x="4956000" y="1636426"/>
            <a:ext cx="457200" cy="457200"/>
          </a:xfrm>
          <a:prstGeom prst="ellipse">
            <a:avLst/>
          </a:prstGeom>
          <a:solidFill>
            <a:srgbClr val="16163C"/>
          </a:solidFill>
          <a:ln cap="flat" cmpd="sng" w="19050">
            <a:solidFill>
              <a:srgbClr val="EE5A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4" name="Google Shape;1054;g3f9b3f86724_0_103"/>
          <p:cNvSpPr txBox="1"/>
          <p:nvPr/>
        </p:nvSpPr>
        <p:spPr>
          <a:xfrm>
            <a:off x="4956000" y="1782730"/>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02</a:t>
            </a:r>
            <a:endParaRPr b="0" i="0" sz="1400" u="none" cap="none" strike="noStrike">
              <a:solidFill>
                <a:srgbClr val="000000"/>
              </a:solidFill>
              <a:latin typeface="Arial"/>
              <a:ea typeface="Arial"/>
              <a:cs typeface="Arial"/>
              <a:sym typeface="Arial"/>
            </a:endParaRPr>
          </a:p>
        </p:txBody>
      </p:sp>
      <p:sp>
        <p:nvSpPr>
          <p:cNvPr id="1055" name="Google Shape;1055;g3f9b3f86724_0_103"/>
          <p:cNvSpPr/>
          <p:nvPr/>
        </p:nvSpPr>
        <p:spPr>
          <a:xfrm>
            <a:off x="5280612" y="1677574"/>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6" name="Google Shape;1056;g3f9b3f86724_0_103"/>
          <p:cNvSpPr txBox="1"/>
          <p:nvPr/>
        </p:nvSpPr>
        <p:spPr>
          <a:xfrm>
            <a:off x="5486352" y="1627282"/>
            <a:ext cx="15546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50"/>
              <a:buFont typeface="Arial"/>
              <a:buNone/>
            </a:pPr>
            <a:r>
              <a:rPr b="0" i="0" lang="en" sz="850" u="none" cap="none" strike="noStrike">
                <a:solidFill>
                  <a:srgbClr val="EE5A29"/>
                </a:solidFill>
                <a:latin typeface="Plus Jakarta Sans SemiBold"/>
                <a:ea typeface="Plus Jakarta Sans SemiBold"/>
                <a:cs typeface="Plus Jakarta Sans SemiBold"/>
                <a:sym typeface="Plus Jakarta Sans SemiBold"/>
              </a:rPr>
              <a:t>Seamless Upgrade &amp; Switch</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registry · CICD integration</a:t>
            </a:r>
            <a:endParaRPr b="0" i="0" sz="1400" u="none" cap="none" strike="noStrike">
              <a:solidFill>
                <a:srgbClr val="000000"/>
              </a:solidFill>
              <a:latin typeface="Arial"/>
              <a:ea typeface="Arial"/>
              <a:cs typeface="Arial"/>
              <a:sym typeface="Arial"/>
            </a:endParaRPr>
          </a:p>
        </p:txBody>
      </p:sp>
      <p:sp>
        <p:nvSpPr>
          <p:cNvPr id="1057" name="Google Shape;1057;g3f9b3f86724_0_103"/>
          <p:cNvSpPr/>
          <p:nvPr/>
        </p:nvSpPr>
        <p:spPr>
          <a:xfrm>
            <a:off x="5404454" y="2084880"/>
            <a:ext cx="457200" cy="457200"/>
          </a:xfrm>
          <a:prstGeom prst="ellipse">
            <a:avLst/>
          </a:prstGeom>
          <a:solidFill>
            <a:srgbClr val="16163C"/>
          </a:solidFill>
          <a:ln cap="flat" cmpd="sng" w="19050">
            <a:solidFill>
              <a:srgbClr val="EE5A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8" name="Google Shape;1058;g3f9b3f86724_0_103"/>
          <p:cNvSpPr txBox="1"/>
          <p:nvPr/>
        </p:nvSpPr>
        <p:spPr>
          <a:xfrm>
            <a:off x="5404454" y="22311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03</a:t>
            </a:r>
            <a:endParaRPr b="0" i="0" sz="1400" u="none" cap="none" strike="noStrike">
              <a:solidFill>
                <a:srgbClr val="000000"/>
              </a:solidFill>
              <a:latin typeface="Arial"/>
              <a:ea typeface="Arial"/>
              <a:cs typeface="Arial"/>
              <a:sym typeface="Arial"/>
            </a:endParaRPr>
          </a:p>
        </p:txBody>
      </p:sp>
      <p:sp>
        <p:nvSpPr>
          <p:cNvPr id="1059" name="Google Shape;1059;g3f9b3f86724_0_103"/>
          <p:cNvSpPr/>
          <p:nvPr/>
        </p:nvSpPr>
        <p:spPr>
          <a:xfrm>
            <a:off x="5729066" y="2126028"/>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0" name="Google Shape;1060;g3f9b3f86724_0_103"/>
          <p:cNvSpPr txBox="1"/>
          <p:nvPr/>
        </p:nvSpPr>
        <p:spPr>
          <a:xfrm>
            <a:off x="5934806" y="2075736"/>
            <a:ext cx="15546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50"/>
              <a:buFont typeface="Arial"/>
              <a:buNone/>
            </a:pPr>
            <a:r>
              <a:rPr b="0" i="0" lang="en" sz="850" u="none" cap="none" strike="noStrike">
                <a:solidFill>
                  <a:srgbClr val="EE5A29"/>
                </a:solidFill>
                <a:latin typeface="Plus Jakarta Sans SemiBold"/>
                <a:ea typeface="Plus Jakarta Sans SemiBold"/>
                <a:cs typeface="Plus Jakarta Sans SemiBold"/>
                <a:sym typeface="Plus Jakarta Sans SemiBold"/>
              </a:rPr>
              <a:t>Hybrid Deployment</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cloud · on-prem · air-gapped</a:t>
            </a:r>
            <a:endParaRPr b="0" i="0" sz="1400" u="none" cap="none" strike="noStrike">
              <a:solidFill>
                <a:srgbClr val="000000"/>
              </a:solidFill>
              <a:latin typeface="Arial"/>
              <a:ea typeface="Arial"/>
              <a:cs typeface="Arial"/>
              <a:sym typeface="Arial"/>
            </a:endParaRPr>
          </a:p>
        </p:txBody>
      </p:sp>
      <p:sp>
        <p:nvSpPr>
          <p:cNvPr id="1061" name="Google Shape;1061;g3f9b3f86724_0_103"/>
          <p:cNvSpPr/>
          <p:nvPr/>
        </p:nvSpPr>
        <p:spPr>
          <a:xfrm>
            <a:off x="5404454" y="3310080"/>
            <a:ext cx="457200" cy="457200"/>
          </a:xfrm>
          <a:prstGeom prst="ellipse">
            <a:avLst/>
          </a:prstGeom>
          <a:solidFill>
            <a:srgbClr val="16163C"/>
          </a:solidFill>
          <a:ln cap="flat" cmpd="sng" w="19050">
            <a:solidFill>
              <a:srgbClr val="4F4F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2" name="Google Shape;1062;g3f9b3f86724_0_103"/>
          <p:cNvSpPr txBox="1"/>
          <p:nvPr/>
        </p:nvSpPr>
        <p:spPr>
          <a:xfrm>
            <a:off x="5404454" y="34563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05</a:t>
            </a:r>
            <a:endParaRPr b="0" i="0" sz="1400" u="none" cap="none" strike="noStrike">
              <a:solidFill>
                <a:srgbClr val="000000"/>
              </a:solidFill>
              <a:latin typeface="Arial"/>
              <a:ea typeface="Arial"/>
              <a:cs typeface="Arial"/>
              <a:sym typeface="Arial"/>
            </a:endParaRPr>
          </a:p>
        </p:txBody>
      </p:sp>
      <p:sp>
        <p:nvSpPr>
          <p:cNvPr id="1063" name="Google Shape;1063;g3f9b3f86724_0_103"/>
          <p:cNvSpPr/>
          <p:nvPr/>
        </p:nvSpPr>
        <p:spPr>
          <a:xfrm>
            <a:off x="5729066" y="3351228"/>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4" name="Google Shape;1064;g3f9b3f86724_0_103"/>
          <p:cNvSpPr txBox="1"/>
          <p:nvPr/>
        </p:nvSpPr>
        <p:spPr>
          <a:xfrm>
            <a:off x="5934806" y="3300936"/>
            <a:ext cx="15546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50"/>
              <a:buFont typeface="Arial"/>
              <a:buNone/>
            </a:pPr>
            <a:r>
              <a:rPr b="0" i="0" lang="en" sz="850" u="none" cap="none" strike="noStrike">
                <a:solidFill>
                  <a:srgbClr val="4F4FF5"/>
                </a:solidFill>
                <a:latin typeface="Plus Jakarta Sans SemiBold"/>
                <a:ea typeface="Plus Jakarta Sans SemiBold"/>
                <a:cs typeface="Plus Jakarta Sans SemiBold"/>
                <a:sym typeface="Plus Jakarta Sans SemiBold"/>
              </a:rPr>
              <a:t>Low-Code Agent Builder</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BUs assemble agents visually</a:t>
            </a:r>
            <a:endParaRPr b="0" i="0" sz="1400" u="none" cap="none" strike="noStrike">
              <a:solidFill>
                <a:srgbClr val="000000"/>
              </a:solidFill>
              <a:latin typeface="Arial"/>
              <a:ea typeface="Arial"/>
              <a:cs typeface="Arial"/>
              <a:sym typeface="Arial"/>
            </a:endParaRPr>
          </a:p>
        </p:txBody>
      </p:sp>
      <p:sp>
        <p:nvSpPr>
          <p:cNvPr id="1065" name="Google Shape;1065;g3f9b3f86724_0_103"/>
          <p:cNvSpPr/>
          <p:nvPr/>
        </p:nvSpPr>
        <p:spPr>
          <a:xfrm>
            <a:off x="4956000" y="3758534"/>
            <a:ext cx="457200" cy="457200"/>
          </a:xfrm>
          <a:prstGeom prst="ellipse">
            <a:avLst/>
          </a:prstGeom>
          <a:solidFill>
            <a:srgbClr val="16163C"/>
          </a:solidFill>
          <a:ln cap="flat" cmpd="sng" w="19050">
            <a:solidFill>
              <a:srgbClr val="4F4F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6" name="Google Shape;1066;g3f9b3f86724_0_103"/>
          <p:cNvSpPr txBox="1"/>
          <p:nvPr/>
        </p:nvSpPr>
        <p:spPr>
          <a:xfrm>
            <a:off x="4956000" y="3904838"/>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06</a:t>
            </a:r>
            <a:endParaRPr b="0" i="0" sz="1400" u="none" cap="none" strike="noStrike">
              <a:solidFill>
                <a:srgbClr val="000000"/>
              </a:solidFill>
              <a:latin typeface="Arial"/>
              <a:ea typeface="Arial"/>
              <a:cs typeface="Arial"/>
              <a:sym typeface="Arial"/>
            </a:endParaRPr>
          </a:p>
        </p:txBody>
      </p:sp>
      <p:sp>
        <p:nvSpPr>
          <p:cNvPr id="1067" name="Google Shape;1067;g3f9b3f86724_0_103"/>
          <p:cNvSpPr/>
          <p:nvPr/>
        </p:nvSpPr>
        <p:spPr>
          <a:xfrm>
            <a:off x="5280612" y="3799682"/>
            <a:ext cx="91500" cy="91500"/>
          </a:xfrm>
          <a:prstGeom prst="ellipse">
            <a:avLst/>
          </a:prstGeom>
          <a:solidFill>
            <a:srgbClr val="FBBF24"/>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8" name="Google Shape;1068;g3f9b3f86724_0_103"/>
          <p:cNvSpPr txBox="1"/>
          <p:nvPr/>
        </p:nvSpPr>
        <p:spPr>
          <a:xfrm>
            <a:off x="5486477" y="3877015"/>
            <a:ext cx="15546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50"/>
              <a:buFont typeface="Arial"/>
              <a:buNone/>
            </a:pPr>
            <a:r>
              <a:rPr b="0" i="0" lang="en" sz="850" u="none" cap="none" strike="noStrike">
                <a:solidFill>
                  <a:srgbClr val="4F4FF5"/>
                </a:solidFill>
                <a:latin typeface="Plus Jakarta Sans SemiBold"/>
                <a:ea typeface="Plus Jakarta Sans SemiBold"/>
                <a:cs typeface="Plus Jakarta Sans SemiBold"/>
                <a:sym typeface="Plus Jakarta Sans SemiBold"/>
              </a:rPr>
              <a:t>Tools &amp; MCP Catalog</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governed tools, </a:t>
            </a:r>
            <a:r>
              <a:rPr b="0" i="0" lang="en" sz="700" u="none" cap="none" strike="noStrike">
                <a:solidFill>
                  <a:srgbClr val="FFD966"/>
                </a:solidFill>
                <a:latin typeface="Plus Jakarta Sans"/>
                <a:ea typeface="Plus Jakarta Sans"/>
                <a:cs typeface="Plus Jakarta Sans"/>
                <a:sym typeface="Plus Jakarta Sans"/>
              </a:rPr>
              <a:t>one MCP gateway</a:t>
            </a:r>
            <a:endParaRPr b="0" i="0" sz="1400" u="none" cap="none" strike="noStrike">
              <a:solidFill>
                <a:srgbClr val="FFD966"/>
              </a:solidFill>
              <a:latin typeface="Arial"/>
              <a:ea typeface="Arial"/>
              <a:cs typeface="Arial"/>
              <a:sym typeface="Arial"/>
            </a:endParaRPr>
          </a:p>
        </p:txBody>
      </p:sp>
      <p:sp>
        <p:nvSpPr>
          <p:cNvPr id="1069" name="Google Shape;1069;g3f9b3f86724_0_103"/>
          <p:cNvSpPr/>
          <p:nvPr/>
        </p:nvSpPr>
        <p:spPr>
          <a:xfrm>
            <a:off x="4343400" y="3922680"/>
            <a:ext cx="457200" cy="457200"/>
          </a:xfrm>
          <a:prstGeom prst="ellipse">
            <a:avLst/>
          </a:prstGeom>
          <a:solidFill>
            <a:srgbClr val="16163C"/>
          </a:solidFill>
          <a:ln cap="flat" cmpd="sng" w="19050">
            <a:solidFill>
              <a:srgbClr val="4F4F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0" name="Google Shape;1070;g3f9b3f86724_0_103"/>
          <p:cNvSpPr txBox="1"/>
          <p:nvPr/>
        </p:nvSpPr>
        <p:spPr>
          <a:xfrm>
            <a:off x="4343400" y="40689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07</a:t>
            </a:r>
            <a:endParaRPr b="0" i="0" sz="1400" u="none" cap="none" strike="noStrike">
              <a:solidFill>
                <a:srgbClr val="000000"/>
              </a:solidFill>
              <a:latin typeface="Arial"/>
              <a:ea typeface="Arial"/>
              <a:cs typeface="Arial"/>
              <a:sym typeface="Arial"/>
            </a:endParaRPr>
          </a:p>
        </p:txBody>
      </p:sp>
      <p:sp>
        <p:nvSpPr>
          <p:cNvPr id="1071" name="Google Shape;1071;g3f9b3f86724_0_103"/>
          <p:cNvSpPr/>
          <p:nvPr/>
        </p:nvSpPr>
        <p:spPr>
          <a:xfrm>
            <a:off x="4668012" y="3963828"/>
            <a:ext cx="91500" cy="91500"/>
          </a:xfrm>
          <a:prstGeom prst="ellipse">
            <a:avLst/>
          </a:prstGeom>
          <a:solidFill>
            <a:srgbClr val="F0562C"/>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2" name="Google Shape;1072;g3f9b3f86724_0_103"/>
          <p:cNvSpPr txBox="1"/>
          <p:nvPr/>
        </p:nvSpPr>
        <p:spPr>
          <a:xfrm>
            <a:off x="3977640" y="4416552"/>
            <a:ext cx="1188600" cy="3474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850"/>
              <a:buFont typeface="Arial"/>
              <a:buNone/>
            </a:pPr>
            <a:r>
              <a:rPr b="0" i="0" lang="en" sz="850" u="none" cap="none" strike="noStrike">
                <a:solidFill>
                  <a:srgbClr val="4F4FF5"/>
                </a:solidFill>
                <a:latin typeface="Plus Jakarta Sans SemiBold"/>
                <a:ea typeface="Plus Jakarta Sans SemiBold"/>
                <a:cs typeface="Plus Jakarta Sans SemiBold"/>
                <a:sym typeface="Plus Jakarta Sans SemiBold"/>
              </a:rPr>
              <a:t>Agent Marketplace</a:t>
            </a:r>
            <a:endParaRPr b="0" i="0" sz="1400" u="none" cap="none" strike="noStrike">
              <a:solidFill>
                <a:srgbClr val="000000"/>
              </a:solidFill>
              <a:latin typeface="Arial"/>
              <a:ea typeface="Arial"/>
              <a:cs typeface="Arial"/>
              <a:sym typeface="Arial"/>
            </a:endParaRPr>
          </a:p>
          <a:p>
            <a:pPr indent="0" lvl="0" marL="0" marR="0" rtl="0" algn="ctr">
              <a:lnSpc>
                <a:spcPct val="105000"/>
              </a:lnSpc>
              <a:spcBef>
                <a:spcPts val="0"/>
              </a:spcBef>
              <a:spcAft>
                <a:spcPts val="0"/>
              </a:spcAft>
              <a:buClr>
                <a:srgbClr val="000000"/>
              </a:buClr>
              <a:buSzPts val="700"/>
              <a:buFont typeface="Arial"/>
              <a:buNone/>
            </a:pPr>
            <a:r>
              <a:rPr b="0" i="0" lang="en" sz="700" u="none" cap="none" strike="noStrike">
                <a:solidFill>
                  <a:srgbClr val="FF550D"/>
                </a:solidFill>
                <a:latin typeface="Plus Jakarta Sans"/>
                <a:ea typeface="Plus Jakarta Sans"/>
                <a:cs typeface="Plus Jakarta Sans"/>
                <a:sym typeface="Plus Jakarta Sans"/>
              </a:rPr>
              <a:t>lego blocks: publish once, reuse everywhere</a:t>
            </a:r>
            <a:endParaRPr b="0" i="0" sz="1400" u="none" cap="none" strike="noStrike">
              <a:solidFill>
                <a:srgbClr val="FF550D"/>
              </a:solidFill>
              <a:latin typeface="Arial"/>
              <a:ea typeface="Arial"/>
              <a:cs typeface="Arial"/>
              <a:sym typeface="Arial"/>
            </a:endParaRPr>
          </a:p>
        </p:txBody>
      </p:sp>
      <p:sp>
        <p:nvSpPr>
          <p:cNvPr id="1073" name="Google Shape;1073;g3f9b3f86724_0_103"/>
          <p:cNvSpPr/>
          <p:nvPr/>
        </p:nvSpPr>
        <p:spPr>
          <a:xfrm>
            <a:off x="3730800" y="3758534"/>
            <a:ext cx="457200" cy="457200"/>
          </a:xfrm>
          <a:prstGeom prst="ellipse">
            <a:avLst/>
          </a:prstGeom>
          <a:solidFill>
            <a:srgbClr val="16163C"/>
          </a:solidFill>
          <a:ln cap="flat" cmpd="sng" w="19050">
            <a:solidFill>
              <a:srgbClr val="4F4FF5"/>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g3f9b3f86724_0_103"/>
          <p:cNvSpPr txBox="1"/>
          <p:nvPr/>
        </p:nvSpPr>
        <p:spPr>
          <a:xfrm>
            <a:off x="3730800" y="3904838"/>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08</a:t>
            </a:r>
            <a:endParaRPr b="0" i="0" sz="1400" u="none" cap="none" strike="noStrike">
              <a:solidFill>
                <a:srgbClr val="000000"/>
              </a:solidFill>
              <a:latin typeface="Arial"/>
              <a:ea typeface="Arial"/>
              <a:cs typeface="Arial"/>
              <a:sym typeface="Arial"/>
            </a:endParaRPr>
          </a:p>
        </p:txBody>
      </p:sp>
      <p:sp>
        <p:nvSpPr>
          <p:cNvPr id="1075" name="Google Shape;1075;g3f9b3f86724_0_103"/>
          <p:cNvSpPr/>
          <p:nvPr/>
        </p:nvSpPr>
        <p:spPr>
          <a:xfrm>
            <a:off x="4055412" y="3799682"/>
            <a:ext cx="91500" cy="91500"/>
          </a:xfrm>
          <a:prstGeom prst="ellipse">
            <a:avLst/>
          </a:prstGeom>
          <a:solidFill>
            <a:srgbClr val="F0562C"/>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6" name="Google Shape;1076;g3f9b3f86724_0_103"/>
          <p:cNvSpPr txBox="1"/>
          <p:nvPr/>
        </p:nvSpPr>
        <p:spPr>
          <a:xfrm>
            <a:off x="2441703" y="3877015"/>
            <a:ext cx="1188600" cy="475500"/>
          </a:xfrm>
          <a:prstGeom prst="rect">
            <a:avLst/>
          </a:prstGeom>
          <a:noFill/>
          <a:ln>
            <a:noFill/>
          </a:ln>
        </p:spPr>
        <p:txBody>
          <a:bodyPr anchorCtr="0" anchor="t" bIns="0" lIns="0" spcFirstLastPara="1" rIns="0" wrap="square" tIns="0">
            <a:noAutofit/>
          </a:bodyPr>
          <a:lstStyle/>
          <a:p>
            <a:pPr indent="0" lvl="0" marL="0" marR="0" rtl="0" algn="r">
              <a:lnSpc>
                <a:spcPct val="105000"/>
              </a:lnSpc>
              <a:spcBef>
                <a:spcPts val="0"/>
              </a:spcBef>
              <a:spcAft>
                <a:spcPts val="0"/>
              </a:spcAft>
              <a:buClr>
                <a:srgbClr val="000000"/>
              </a:buClr>
              <a:buSzPts val="850"/>
              <a:buFont typeface="Arial"/>
              <a:buNone/>
            </a:pPr>
            <a:r>
              <a:rPr b="0" i="0" lang="en" sz="850" u="none" cap="none" strike="noStrike">
                <a:solidFill>
                  <a:srgbClr val="4F4FF5"/>
                </a:solidFill>
                <a:latin typeface="Plus Jakarta Sans SemiBold"/>
                <a:ea typeface="Plus Jakarta Sans SemiBold"/>
                <a:cs typeface="Plus Jakarta Sans SemiBold"/>
                <a:sym typeface="Plus Jakarta Sans SemiBold"/>
              </a:rPr>
              <a:t>Data Ready for Agents</a:t>
            </a:r>
            <a:endParaRPr b="0" i="0" sz="1400" u="none" cap="none" strike="noStrike">
              <a:solidFill>
                <a:srgbClr val="000000"/>
              </a:solidFill>
              <a:latin typeface="Arial"/>
              <a:ea typeface="Arial"/>
              <a:cs typeface="Arial"/>
              <a:sym typeface="Arial"/>
            </a:endParaRPr>
          </a:p>
          <a:p>
            <a:pPr indent="0" lvl="0" marL="0" marR="0" rtl="0" algn="r">
              <a:lnSpc>
                <a:spcPct val="105000"/>
              </a:lnSpc>
              <a:spcBef>
                <a:spcPts val="0"/>
              </a:spcBef>
              <a:spcAft>
                <a:spcPts val="0"/>
              </a:spcAft>
              <a:buClr>
                <a:srgbClr val="000000"/>
              </a:buClr>
              <a:buSzPts val="700"/>
              <a:buFont typeface="Arial"/>
              <a:buNone/>
            </a:pPr>
            <a:r>
              <a:rPr b="0" i="0" lang="en" sz="700" u="none" cap="none" strike="noStrike">
                <a:solidFill>
                  <a:srgbClr val="FF550D"/>
                </a:solidFill>
                <a:latin typeface="Plus Jakarta Sans"/>
                <a:ea typeface="Plus Jakarta Sans"/>
                <a:cs typeface="Plus Jakarta Sans"/>
                <a:sym typeface="Plus Jakarta Sans"/>
              </a:rPr>
              <a:t>knowledge + memory agents query</a:t>
            </a:r>
            <a:endParaRPr b="0" i="0" sz="1400" u="none" cap="none" strike="noStrike">
              <a:solidFill>
                <a:srgbClr val="FF550D"/>
              </a:solidFill>
              <a:latin typeface="Arial"/>
              <a:ea typeface="Arial"/>
              <a:cs typeface="Arial"/>
              <a:sym typeface="Arial"/>
            </a:endParaRPr>
          </a:p>
        </p:txBody>
      </p:sp>
      <p:sp>
        <p:nvSpPr>
          <p:cNvPr id="1077" name="Google Shape;1077;g3f9b3f86724_0_103"/>
          <p:cNvSpPr/>
          <p:nvPr/>
        </p:nvSpPr>
        <p:spPr>
          <a:xfrm>
            <a:off x="3282346" y="3310080"/>
            <a:ext cx="457200" cy="457200"/>
          </a:xfrm>
          <a:prstGeom prst="ellipse">
            <a:avLst/>
          </a:prstGeom>
          <a:solidFill>
            <a:srgbClr val="16163C"/>
          </a:solidFill>
          <a:ln cap="flat" cmpd="sng" w="19050">
            <a:solidFill>
              <a:srgbClr val="8B8B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8" name="Google Shape;1078;g3f9b3f86724_0_103"/>
          <p:cNvSpPr txBox="1"/>
          <p:nvPr/>
        </p:nvSpPr>
        <p:spPr>
          <a:xfrm>
            <a:off x="3282346" y="34563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09</a:t>
            </a:r>
            <a:endParaRPr b="0" i="0" sz="1400" u="none" cap="none" strike="noStrike">
              <a:solidFill>
                <a:srgbClr val="000000"/>
              </a:solidFill>
              <a:latin typeface="Arial"/>
              <a:ea typeface="Arial"/>
              <a:cs typeface="Arial"/>
              <a:sym typeface="Arial"/>
            </a:endParaRPr>
          </a:p>
        </p:txBody>
      </p:sp>
      <p:sp>
        <p:nvSpPr>
          <p:cNvPr id="1079" name="Google Shape;1079;g3f9b3f86724_0_103"/>
          <p:cNvSpPr/>
          <p:nvPr/>
        </p:nvSpPr>
        <p:spPr>
          <a:xfrm>
            <a:off x="3606958" y="3351228"/>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0" name="Google Shape;1080;g3f9b3f86724_0_103"/>
          <p:cNvSpPr txBox="1"/>
          <p:nvPr/>
        </p:nvSpPr>
        <p:spPr>
          <a:xfrm>
            <a:off x="2020474" y="3300936"/>
            <a:ext cx="1188600" cy="475500"/>
          </a:xfrm>
          <a:prstGeom prst="rect">
            <a:avLst/>
          </a:prstGeom>
          <a:noFill/>
          <a:ln>
            <a:noFill/>
          </a:ln>
        </p:spPr>
        <p:txBody>
          <a:bodyPr anchorCtr="0" anchor="t" bIns="0" lIns="0" spcFirstLastPara="1" rIns="0" wrap="square" tIns="0">
            <a:noAutofit/>
          </a:bodyPr>
          <a:lstStyle/>
          <a:p>
            <a:pPr indent="0" lvl="0" marL="0" marR="0" rtl="0" algn="r">
              <a:lnSpc>
                <a:spcPct val="105000"/>
              </a:lnSpc>
              <a:spcBef>
                <a:spcPts val="0"/>
              </a:spcBef>
              <a:spcAft>
                <a:spcPts val="0"/>
              </a:spcAft>
              <a:buClr>
                <a:srgbClr val="000000"/>
              </a:buClr>
              <a:buSzPts val="850"/>
              <a:buFont typeface="Arial"/>
              <a:buNone/>
            </a:pPr>
            <a:r>
              <a:rPr b="0" i="0" lang="en" sz="850" u="none" cap="none" strike="noStrike">
                <a:solidFill>
                  <a:srgbClr val="8B8BC7"/>
                </a:solidFill>
                <a:latin typeface="Plus Jakarta Sans SemiBold"/>
                <a:ea typeface="Plus Jakarta Sans SemiBold"/>
                <a:cs typeface="Plus Jakarta Sans SemiBold"/>
                <a:sym typeface="Plus Jakarta Sans SemiBold"/>
              </a:rPr>
              <a:t>Usage Monitoring &amp; Tracing</a:t>
            </a:r>
            <a:endParaRPr b="0" i="0" sz="1400" u="none" cap="none" strike="noStrike">
              <a:solidFill>
                <a:srgbClr val="000000"/>
              </a:solidFill>
              <a:latin typeface="Arial"/>
              <a:ea typeface="Arial"/>
              <a:cs typeface="Arial"/>
              <a:sym typeface="Arial"/>
            </a:endParaRPr>
          </a:p>
          <a:p>
            <a:pPr indent="0" lvl="0" marL="0" marR="0" rtl="0" algn="r">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full traces, no sampling</a:t>
            </a:r>
            <a:endParaRPr b="0" i="0" sz="1400" u="none" cap="none" strike="noStrike">
              <a:solidFill>
                <a:srgbClr val="000000"/>
              </a:solidFill>
              <a:latin typeface="Arial"/>
              <a:ea typeface="Arial"/>
              <a:cs typeface="Arial"/>
              <a:sym typeface="Arial"/>
            </a:endParaRPr>
          </a:p>
        </p:txBody>
      </p:sp>
      <p:sp>
        <p:nvSpPr>
          <p:cNvPr id="1081" name="Google Shape;1081;g3f9b3f86724_0_103"/>
          <p:cNvSpPr/>
          <p:nvPr/>
        </p:nvSpPr>
        <p:spPr>
          <a:xfrm>
            <a:off x="3118200" y="2697480"/>
            <a:ext cx="457200" cy="457200"/>
          </a:xfrm>
          <a:prstGeom prst="ellipse">
            <a:avLst/>
          </a:prstGeom>
          <a:solidFill>
            <a:srgbClr val="16163C"/>
          </a:solidFill>
          <a:ln cap="flat" cmpd="sng" w="19050">
            <a:solidFill>
              <a:srgbClr val="8B8B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2" name="Google Shape;1082;g3f9b3f86724_0_103"/>
          <p:cNvSpPr txBox="1"/>
          <p:nvPr/>
        </p:nvSpPr>
        <p:spPr>
          <a:xfrm>
            <a:off x="3118200" y="28437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10</a:t>
            </a:r>
            <a:endParaRPr b="0" i="0" sz="1400" u="none" cap="none" strike="noStrike">
              <a:solidFill>
                <a:srgbClr val="000000"/>
              </a:solidFill>
              <a:latin typeface="Arial"/>
              <a:ea typeface="Arial"/>
              <a:cs typeface="Arial"/>
              <a:sym typeface="Arial"/>
            </a:endParaRPr>
          </a:p>
        </p:txBody>
      </p:sp>
      <p:sp>
        <p:nvSpPr>
          <p:cNvPr id="1083" name="Google Shape;1083;g3f9b3f86724_0_103"/>
          <p:cNvSpPr/>
          <p:nvPr/>
        </p:nvSpPr>
        <p:spPr>
          <a:xfrm>
            <a:off x="3442812" y="2738628"/>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4" name="Google Shape;1084;g3f9b3f86724_0_103"/>
          <p:cNvSpPr txBox="1"/>
          <p:nvPr/>
        </p:nvSpPr>
        <p:spPr>
          <a:xfrm>
            <a:off x="1856328" y="2688336"/>
            <a:ext cx="1188600" cy="475500"/>
          </a:xfrm>
          <a:prstGeom prst="rect">
            <a:avLst/>
          </a:prstGeom>
          <a:noFill/>
          <a:ln>
            <a:noFill/>
          </a:ln>
        </p:spPr>
        <p:txBody>
          <a:bodyPr anchorCtr="0" anchor="t" bIns="0" lIns="0" spcFirstLastPara="1" rIns="0" wrap="square" tIns="0">
            <a:noAutofit/>
          </a:bodyPr>
          <a:lstStyle/>
          <a:p>
            <a:pPr indent="0" lvl="0" marL="0" marR="0" rtl="0" algn="r">
              <a:lnSpc>
                <a:spcPct val="105000"/>
              </a:lnSpc>
              <a:spcBef>
                <a:spcPts val="0"/>
              </a:spcBef>
              <a:spcAft>
                <a:spcPts val="0"/>
              </a:spcAft>
              <a:buClr>
                <a:srgbClr val="000000"/>
              </a:buClr>
              <a:buSzPts val="850"/>
              <a:buFont typeface="Arial"/>
              <a:buNone/>
            </a:pPr>
            <a:r>
              <a:rPr b="0" i="0" lang="en" sz="850" u="none" cap="none" strike="noStrike">
                <a:solidFill>
                  <a:srgbClr val="8B8BC7"/>
                </a:solidFill>
                <a:latin typeface="Plus Jakarta Sans SemiBold"/>
                <a:ea typeface="Plus Jakarta Sans SemiBold"/>
                <a:cs typeface="Plus Jakarta Sans SemiBold"/>
                <a:sym typeface="Plus Jakarta Sans SemiBold"/>
              </a:rPr>
              <a:t>Evaluation &amp; Proof</a:t>
            </a:r>
            <a:endParaRPr b="0" i="0" sz="1400" u="none" cap="none" strike="noStrike">
              <a:solidFill>
                <a:srgbClr val="000000"/>
              </a:solidFill>
              <a:latin typeface="Arial"/>
              <a:ea typeface="Arial"/>
              <a:cs typeface="Arial"/>
              <a:sym typeface="Arial"/>
            </a:endParaRPr>
          </a:p>
          <a:p>
            <a:pPr indent="0" lvl="0" marL="0" marR="0" rtl="0" algn="r">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eval before you trust</a:t>
            </a:r>
            <a:endParaRPr b="0" i="0" sz="1400" u="none" cap="none" strike="noStrike">
              <a:solidFill>
                <a:srgbClr val="000000"/>
              </a:solidFill>
              <a:latin typeface="Arial"/>
              <a:ea typeface="Arial"/>
              <a:cs typeface="Arial"/>
              <a:sym typeface="Arial"/>
            </a:endParaRPr>
          </a:p>
        </p:txBody>
      </p:sp>
      <p:sp>
        <p:nvSpPr>
          <p:cNvPr id="1085" name="Google Shape;1085;g3f9b3f86724_0_103"/>
          <p:cNvSpPr/>
          <p:nvPr/>
        </p:nvSpPr>
        <p:spPr>
          <a:xfrm>
            <a:off x="3282346" y="2084880"/>
            <a:ext cx="457200" cy="457200"/>
          </a:xfrm>
          <a:prstGeom prst="ellipse">
            <a:avLst/>
          </a:prstGeom>
          <a:solidFill>
            <a:srgbClr val="16163C"/>
          </a:solidFill>
          <a:ln cap="flat" cmpd="sng" w="19050">
            <a:solidFill>
              <a:srgbClr val="8B8B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6" name="Google Shape;1086;g3f9b3f86724_0_103"/>
          <p:cNvSpPr txBox="1"/>
          <p:nvPr/>
        </p:nvSpPr>
        <p:spPr>
          <a:xfrm>
            <a:off x="3282346" y="22311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11</a:t>
            </a:r>
            <a:endParaRPr b="0" i="0" sz="1400" u="none" cap="none" strike="noStrike">
              <a:solidFill>
                <a:srgbClr val="000000"/>
              </a:solidFill>
              <a:latin typeface="Arial"/>
              <a:ea typeface="Arial"/>
              <a:cs typeface="Arial"/>
              <a:sym typeface="Arial"/>
            </a:endParaRPr>
          </a:p>
        </p:txBody>
      </p:sp>
      <p:sp>
        <p:nvSpPr>
          <p:cNvPr id="1087" name="Google Shape;1087;g3f9b3f86724_0_103"/>
          <p:cNvSpPr/>
          <p:nvPr/>
        </p:nvSpPr>
        <p:spPr>
          <a:xfrm>
            <a:off x="3606958" y="2126028"/>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8" name="Google Shape;1088;g3f9b3f86724_0_103"/>
          <p:cNvSpPr txBox="1"/>
          <p:nvPr/>
        </p:nvSpPr>
        <p:spPr>
          <a:xfrm>
            <a:off x="2020474" y="2075736"/>
            <a:ext cx="1188600" cy="475500"/>
          </a:xfrm>
          <a:prstGeom prst="rect">
            <a:avLst/>
          </a:prstGeom>
          <a:noFill/>
          <a:ln>
            <a:noFill/>
          </a:ln>
        </p:spPr>
        <p:txBody>
          <a:bodyPr anchorCtr="0" anchor="t" bIns="0" lIns="0" spcFirstLastPara="1" rIns="0" wrap="square" tIns="0">
            <a:noAutofit/>
          </a:bodyPr>
          <a:lstStyle/>
          <a:p>
            <a:pPr indent="0" lvl="0" marL="0" marR="0" rtl="0" algn="r">
              <a:lnSpc>
                <a:spcPct val="105000"/>
              </a:lnSpc>
              <a:spcBef>
                <a:spcPts val="0"/>
              </a:spcBef>
              <a:spcAft>
                <a:spcPts val="0"/>
              </a:spcAft>
              <a:buClr>
                <a:srgbClr val="000000"/>
              </a:buClr>
              <a:buSzPts val="850"/>
              <a:buFont typeface="Arial"/>
              <a:buNone/>
            </a:pPr>
            <a:r>
              <a:rPr b="0" i="0" lang="en" sz="850" u="none" cap="none" strike="noStrike">
                <a:solidFill>
                  <a:srgbClr val="8B8BC7"/>
                </a:solidFill>
                <a:latin typeface="Plus Jakarta Sans SemiBold"/>
                <a:ea typeface="Plus Jakarta Sans SemiBold"/>
                <a:cs typeface="Plus Jakarta Sans SemiBold"/>
                <a:sym typeface="Plus Jakarta Sans SemiBold"/>
              </a:rPr>
              <a:t>Guardrails &amp; Safety</a:t>
            </a:r>
            <a:endParaRPr b="0" i="0" sz="1400" u="none" cap="none" strike="noStrike">
              <a:solidFill>
                <a:srgbClr val="000000"/>
              </a:solidFill>
              <a:latin typeface="Arial"/>
              <a:ea typeface="Arial"/>
              <a:cs typeface="Arial"/>
              <a:sym typeface="Arial"/>
            </a:endParaRPr>
          </a:p>
          <a:p>
            <a:pPr indent="0" lvl="0" marL="0" marR="0" rtl="0" algn="r">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enforced, not goodwill</a:t>
            </a:r>
            <a:endParaRPr b="0" i="0" sz="1400" u="none" cap="none" strike="noStrike">
              <a:solidFill>
                <a:srgbClr val="000000"/>
              </a:solidFill>
              <a:latin typeface="Arial"/>
              <a:ea typeface="Arial"/>
              <a:cs typeface="Arial"/>
              <a:sym typeface="Arial"/>
            </a:endParaRPr>
          </a:p>
        </p:txBody>
      </p:sp>
      <p:sp>
        <p:nvSpPr>
          <p:cNvPr id="1089" name="Google Shape;1089;g3f9b3f86724_0_103"/>
          <p:cNvSpPr/>
          <p:nvPr/>
        </p:nvSpPr>
        <p:spPr>
          <a:xfrm>
            <a:off x="3730800" y="1636426"/>
            <a:ext cx="457200" cy="457200"/>
          </a:xfrm>
          <a:prstGeom prst="ellipse">
            <a:avLst/>
          </a:prstGeom>
          <a:solidFill>
            <a:srgbClr val="16163C"/>
          </a:solidFill>
          <a:ln cap="flat" cmpd="sng" w="19050">
            <a:solidFill>
              <a:srgbClr val="8B8BC7"/>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0" name="Google Shape;1090;g3f9b3f86724_0_103"/>
          <p:cNvSpPr txBox="1"/>
          <p:nvPr/>
        </p:nvSpPr>
        <p:spPr>
          <a:xfrm>
            <a:off x="3730800" y="1782730"/>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12</a:t>
            </a:r>
            <a:endParaRPr b="0" i="0" sz="1400" u="none" cap="none" strike="noStrike">
              <a:solidFill>
                <a:srgbClr val="000000"/>
              </a:solidFill>
              <a:latin typeface="Arial"/>
              <a:ea typeface="Arial"/>
              <a:cs typeface="Arial"/>
              <a:sym typeface="Arial"/>
            </a:endParaRPr>
          </a:p>
        </p:txBody>
      </p:sp>
      <p:sp>
        <p:nvSpPr>
          <p:cNvPr id="1091" name="Google Shape;1091;g3f9b3f86724_0_103"/>
          <p:cNvSpPr/>
          <p:nvPr/>
        </p:nvSpPr>
        <p:spPr>
          <a:xfrm>
            <a:off x="4055412" y="1677574"/>
            <a:ext cx="91500" cy="91500"/>
          </a:xfrm>
          <a:prstGeom prst="ellipse">
            <a:avLst/>
          </a:prstGeom>
          <a:solidFill>
            <a:srgbClr val="34D399"/>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2" name="Google Shape;1092;g3f9b3f86724_0_103"/>
          <p:cNvSpPr txBox="1"/>
          <p:nvPr/>
        </p:nvSpPr>
        <p:spPr>
          <a:xfrm>
            <a:off x="2468928" y="1627282"/>
            <a:ext cx="1188600" cy="475500"/>
          </a:xfrm>
          <a:prstGeom prst="rect">
            <a:avLst/>
          </a:prstGeom>
          <a:noFill/>
          <a:ln>
            <a:noFill/>
          </a:ln>
        </p:spPr>
        <p:txBody>
          <a:bodyPr anchorCtr="0" anchor="t" bIns="0" lIns="0" spcFirstLastPara="1" rIns="0" wrap="square" tIns="0">
            <a:noAutofit/>
          </a:bodyPr>
          <a:lstStyle/>
          <a:p>
            <a:pPr indent="0" lvl="0" marL="0" marR="0" rtl="0" algn="r">
              <a:lnSpc>
                <a:spcPct val="105000"/>
              </a:lnSpc>
              <a:spcBef>
                <a:spcPts val="0"/>
              </a:spcBef>
              <a:spcAft>
                <a:spcPts val="0"/>
              </a:spcAft>
              <a:buClr>
                <a:srgbClr val="000000"/>
              </a:buClr>
              <a:buSzPts val="850"/>
              <a:buFont typeface="Arial"/>
              <a:buNone/>
            </a:pPr>
            <a:r>
              <a:rPr b="0" i="0" lang="en" sz="850" u="none" cap="none" strike="noStrike">
                <a:solidFill>
                  <a:srgbClr val="8B8BC7"/>
                </a:solidFill>
                <a:latin typeface="Plus Jakarta Sans SemiBold"/>
                <a:ea typeface="Plus Jakarta Sans SemiBold"/>
                <a:cs typeface="Plus Jakarta Sans SemiBold"/>
                <a:sym typeface="Plus Jakarta Sans SemiBold"/>
              </a:rPr>
              <a:t>Governance &amp; Audit</a:t>
            </a:r>
            <a:endParaRPr b="0" i="0" sz="1400" u="none" cap="none" strike="noStrike">
              <a:solidFill>
                <a:srgbClr val="000000"/>
              </a:solidFill>
              <a:latin typeface="Arial"/>
              <a:ea typeface="Arial"/>
              <a:cs typeface="Arial"/>
              <a:sym typeface="Arial"/>
            </a:endParaRPr>
          </a:p>
          <a:p>
            <a:pPr indent="0" lvl="0" marL="0" marR="0" rtl="0" algn="r">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access · lineage · evidence</a:t>
            </a:r>
            <a:endParaRPr b="0" i="0" sz="1400" u="none" cap="none" strike="noStrike">
              <a:solidFill>
                <a:srgbClr val="000000"/>
              </a:solidFill>
              <a:latin typeface="Arial"/>
              <a:ea typeface="Arial"/>
              <a:cs typeface="Arial"/>
              <a:sym typeface="Arial"/>
            </a:endParaRPr>
          </a:p>
        </p:txBody>
      </p:sp>
      <p:sp>
        <p:nvSpPr>
          <p:cNvPr id="1093" name="Google Shape;1093;g3f9b3f86724_0_103"/>
          <p:cNvSpPr/>
          <p:nvPr/>
        </p:nvSpPr>
        <p:spPr>
          <a:xfrm>
            <a:off x="5568600" y="2697480"/>
            <a:ext cx="457200" cy="457200"/>
          </a:xfrm>
          <a:prstGeom prst="ellipse">
            <a:avLst/>
          </a:prstGeom>
          <a:solidFill>
            <a:srgbClr val="16163C"/>
          </a:solidFill>
          <a:ln cap="flat" cmpd="sng" w="19050">
            <a:solidFill>
              <a:srgbClr val="EE5A29"/>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4" name="Google Shape;1094;g3f9b3f86724_0_103"/>
          <p:cNvSpPr txBox="1"/>
          <p:nvPr/>
        </p:nvSpPr>
        <p:spPr>
          <a:xfrm>
            <a:off x="5568600" y="2843784"/>
            <a:ext cx="457200" cy="1647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0" i="0" lang="en" sz="1000" u="none" cap="none" strike="noStrike">
                <a:solidFill>
                  <a:srgbClr val="F4F4FB"/>
                </a:solidFill>
                <a:latin typeface="Plus Jakarta Sans SemiBold"/>
                <a:ea typeface="Plus Jakarta Sans SemiBold"/>
                <a:cs typeface="Plus Jakarta Sans SemiBold"/>
                <a:sym typeface="Plus Jakarta Sans SemiBold"/>
              </a:rPr>
              <a:t>04</a:t>
            </a:r>
            <a:endParaRPr b="0" i="0" sz="1400" u="none" cap="none" strike="noStrike">
              <a:solidFill>
                <a:srgbClr val="000000"/>
              </a:solidFill>
              <a:latin typeface="Arial"/>
              <a:ea typeface="Arial"/>
              <a:cs typeface="Arial"/>
              <a:sym typeface="Arial"/>
            </a:endParaRPr>
          </a:p>
        </p:txBody>
      </p:sp>
      <p:sp>
        <p:nvSpPr>
          <p:cNvPr id="1095" name="Google Shape;1095;g3f9b3f86724_0_103"/>
          <p:cNvSpPr/>
          <p:nvPr/>
        </p:nvSpPr>
        <p:spPr>
          <a:xfrm>
            <a:off x="5893212" y="2738628"/>
            <a:ext cx="91500" cy="91500"/>
          </a:xfrm>
          <a:prstGeom prst="ellipse">
            <a:avLst/>
          </a:prstGeom>
          <a:solidFill>
            <a:srgbClr val="FBBF24"/>
          </a:solidFill>
          <a:ln cap="flat" cmpd="sng" w="19050">
            <a:solidFill>
              <a:srgbClr val="0B0B26"/>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6" name="Google Shape;1096;g3f9b3f86724_0_103"/>
          <p:cNvSpPr txBox="1"/>
          <p:nvPr/>
        </p:nvSpPr>
        <p:spPr>
          <a:xfrm>
            <a:off x="6098952" y="2688336"/>
            <a:ext cx="1554600" cy="4755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50"/>
              <a:buFont typeface="Arial"/>
              <a:buNone/>
            </a:pPr>
            <a:r>
              <a:rPr b="0" i="0" lang="en" sz="850" u="none" cap="none" strike="noStrike">
                <a:solidFill>
                  <a:srgbClr val="EE5A29"/>
                </a:solidFill>
                <a:latin typeface="Plus Jakarta Sans SemiBold"/>
                <a:ea typeface="Plus Jakarta Sans SemiBold"/>
                <a:cs typeface="Plus Jakarta Sans SemiBold"/>
                <a:sym typeface="Plus Jakarta Sans SemiBold"/>
              </a:rPr>
              <a:t>Cost &amp; Quota Management</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0"/>
              </a:spcBef>
              <a:spcAft>
                <a:spcPts val="0"/>
              </a:spcAft>
              <a:buClr>
                <a:srgbClr val="000000"/>
              </a:buClr>
              <a:buSzPts val="700"/>
              <a:buFont typeface="Arial"/>
              <a:buNone/>
            </a:pPr>
            <a:r>
              <a:rPr b="0" i="0" lang="en" sz="700" u="none" cap="none" strike="noStrike">
                <a:solidFill>
                  <a:srgbClr val="A9A9C8"/>
                </a:solidFill>
                <a:latin typeface="Plus Jakarta Sans"/>
                <a:ea typeface="Plus Jakarta Sans"/>
                <a:cs typeface="Plus Jakarta Sans"/>
                <a:sym typeface="Plus Jakarta Sans"/>
              </a:rPr>
              <a:t>private AI· </a:t>
            </a:r>
            <a:r>
              <a:rPr b="0" i="0" lang="en" sz="700" u="none" cap="none" strike="noStrike">
                <a:solidFill>
                  <a:srgbClr val="FFD966"/>
                </a:solidFill>
                <a:latin typeface="Plus Jakarta Sans"/>
                <a:ea typeface="Plus Jakarta Sans"/>
                <a:cs typeface="Plus Jakarta Sans"/>
                <a:sym typeface="Plus Jakarta Sans"/>
              </a:rPr>
              <a:t>token budgets</a:t>
            </a:r>
            <a:endParaRPr b="0" i="0" sz="1400" u="none" cap="none" strike="noStrike">
              <a:solidFill>
                <a:srgbClr val="FFD966"/>
              </a:solidFill>
              <a:latin typeface="Arial"/>
              <a:ea typeface="Arial"/>
              <a:cs typeface="Arial"/>
              <a:sym typeface="Arial"/>
            </a:endParaRPr>
          </a:p>
        </p:txBody>
      </p:sp>
      <p:grpSp>
        <p:nvGrpSpPr>
          <p:cNvPr id="1097" name="Google Shape;1097;g3f9b3f86724_0_103"/>
          <p:cNvGrpSpPr/>
          <p:nvPr/>
        </p:nvGrpSpPr>
        <p:grpSpPr>
          <a:xfrm>
            <a:off x="5742432" y="374904"/>
            <a:ext cx="695016" cy="183000"/>
            <a:chOff x="5742432" y="374904"/>
            <a:chExt cx="695016" cy="183000"/>
          </a:xfrm>
        </p:grpSpPr>
        <p:sp>
          <p:nvSpPr>
            <p:cNvPr id="1098" name="Google Shape;1098;g3f9b3f86724_0_103"/>
            <p:cNvSpPr/>
            <p:nvPr/>
          </p:nvSpPr>
          <p:spPr>
            <a:xfrm>
              <a:off x="5742432" y="438912"/>
              <a:ext cx="82200" cy="82200"/>
            </a:xfrm>
            <a:prstGeom prst="ellipse">
              <a:avLst/>
            </a:prstGeom>
            <a:solidFill>
              <a:srgbClr val="34D399"/>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9" name="Google Shape;1099;g3f9b3f86724_0_103"/>
            <p:cNvSpPr txBox="1"/>
            <p:nvPr/>
          </p:nvSpPr>
          <p:spPr>
            <a:xfrm>
              <a:off x="5870448" y="374904"/>
              <a:ext cx="567000" cy="183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00"/>
                <a:buFont typeface="Arial"/>
                <a:buNone/>
              </a:pPr>
              <a:r>
                <a:rPr b="0" i="0" lang="en" sz="800" u="none" cap="none" strike="noStrike">
                  <a:solidFill>
                    <a:srgbClr val="A9A9C8"/>
                  </a:solidFill>
                  <a:latin typeface="Plus Jakarta Sans"/>
                  <a:ea typeface="Plus Jakarta Sans"/>
                  <a:cs typeface="Plus Jakarta Sans"/>
                  <a:sym typeface="Plus Jakarta Sans"/>
                </a:rPr>
                <a:t>GA today</a:t>
              </a:r>
              <a:endParaRPr b="0" i="0" sz="1400" u="none" cap="none" strike="noStrike">
                <a:solidFill>
                  <a:srgbClr val="000000"/>
                </a:solidFill>
                <a:latin typeface="Arial"/>
                <a:ea typeface="Arial"/>
                <a:cs typeface="Arial"/>
                <a:sym typeface="Arial"/>
              </a:endParaRPr>
            </a:p>
          </p:txBody>
        </p:sp>
      </p:grpSp>
      <p:grpSp>
        <p:nvGrpSpPr>
          <p:cNvPr id="1100" name="Google Shape;1100;g3f9b3f86724_0_103"/>
          <p:cNvGrpSpPr/>
          <p:nvPr/>
        </p:nvGrpSpPr>
        <p:grpSpPr>
          <a:xfrm>
            <a:off x="6533648" y="374904"/>
            <a:ext cx="1316616" cy="183000"/>
            <a:chOff x="6601968" y="374904"/>
            <a:chExt cx="1316616" cy="183000"/>
          </a:xfrm>
        </p:grpSpPr>
        <p:sp>
          <p:nvSpPr>
            <p:cNvPr id="1101" name="Google Shape;1101;g3f9b3f86724_0_103"/>
            <p:cNvSpPr/>
            <p:nvPr/>
          </p:nvSpPr>
          <p:spPr>
            <a:xfrm>
              <a:off x="6601968" y="438912"/>
              <a:ext cx="82200" cy="82200"/>
            </a:xfrm>
            <a:prstGeom prst="ellipse">
              <a:avLst/>
            </a:prstGeom>
            <a:solidFill>
              <a:srgbClr val="FBBF24"/>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2" name="Google Shape;1102;g3f9b3f86724_0_103"/>
            <p:cNvSpPr txBox="1"/>
            <p:nvPr/>
          </p:nvSpPr>
          <p:spPr>
            <a:xfrm>
              <a:off x="6729984" y="374904"/>
              <a:ext cx="1188600" cy="183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00"/>
                <a:buFont typeface="Arial"/>
                <a:buNone/>
              </a:pPr>
              <a:r>
                <a:rPr b="0" i="0" lang="en" sz="800" u="none" cap="none" strike="noStrike">
                  <a:solidFill>
                    <a:srgbClr val="A9A9C8"/>
                  </a:solidFill>
                  <a:latin typeface="Plus Jakarta Sans"/>
                  <a:ea typeface="Plus Jakarta Sans"/>
                  <a:cs typeface="Plus Jakarta Sans"/>
                  <a:sym typeface="Plus Jakarta Sans"/>
                </a:rPr>
                <a:t>In progress / roadmap</a:t>
              </a:r>
              <a:endParaRPr b="0" i="0" sz="1400" u="none" cap="none" strike="noStrike">
                <a:solidFill>
                  <a:srgbClr val="000000"/>
                </a:solidFill>
                <a:latin typeface="Arial"/>
                <a:ea typeface="Arial"/>
                <a:cs typeface="Arial"/>
                <a:sym typeface="Arial"/>
              </a:endParaRPr>
            </a:p>
          </p:txBody>
        </p:sp>
      </p:grpSp>
      <p:grpSp>
        <p:nvGrpSpPr>
          <p:cNvPr id="1103" name="Google Shape;1103;g3f9b3f86724_0_103"/>
          <p:cNvGrpSpPr/>
          <p:nvPr/>
        </p:nvGrpSpPr>
        <p:grpSpPr>
          <a:xfrm>
            <a:off x="7946657" y="374904"/>
            <a:ext cx="1207116" cy="183000"/>
            <a:chOff x="7946657" y="374904"/>
            <a:chExt cx="1207116" cy="183000"/>
          </a:xfrm>
        </p:grpSpPr>
        <p:sp>
          <p:nvSpPr>
            <p:cNvPr id="1104" name="Google Shape;1104;g3f9b3f86724_0_103"/>
            <p:cNvSpPr/>
            <p:nvPr/>
          </p:nvSpPr>
          <p:spPr>
            <a:xfrm>
              <a:off x="7946657" y="438912"/>
              <a:ext cx="82200" cy="82200"/>
            </a:xfrm>
            <a:prstGeom prst="ellipse">
              <a:avLst/>
            </a:prstGeom>
            <a:solidFill>
              <a:srgbClr val="F0562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5" name="Google Shape;1105;g3f9b3f86724_0_103"/>
            <p:cNvSpPr txBox="1"/>
            <p:nvPr/>
          </p:nvSpPr>
          <p:spPr>
            <a:xfrm>
              <a:off x="8074673" y="374904"/>
              <a:ext cx="1079100" cy="183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800"/>
                <a:buFont typeface="Arial"/>
                <a:buNone/>
              </a:pPr>
              <a:r>
                <a:rPr b="0" i="0" lang="en" sz="800" u="none" cap="none" strike="noStrike">
                  <a:solidFill>
                    <a:srgbClr val="A9A9C8"/>
                  </a:solidFill>
                  <a:latin typeface="Plus Jakarta Sans"/>
                  <a:ea typeface="Plus Jakarta Sans"/>
                  <a:cs typeface="Plus Jakarta Sans"/>
                  <a:sym typeface="Plus Jakarta Sans"/>
                </a:rPr>
                <a:t>Applied AI co-build</a:t>
              </a:r>
              <a:endParaRPr b="0" i="0" sz="1400" u="none" cap="none" strike="noStrike">
                <a:solidFill>
                  <a:srgbClr val="000000"/>
                </a:solidFill>
                <a:latin typeface="Arial"/>
                <a:ea typeface="Arial"/>
                <a:cs typeface="Arial"/>
                <a:sym typeface="Arial"/>
              </a:endParaRPr>
            </a:p>
          </p:txBody>
        </p:sp>
      </p:grpSp>
      <p:sp>
        <p:nvSpPr>
          <p:cNvPr id="1106" name="Google Shape;1106;g3f9b3f86724_0_103"/>
          <p:cNvSpPr/>
          <p:nvPr/>
        </p:nvSpPr>
        <p:spPr>
          <a:xfrm>
            <a:off x="164592" y="4462272"/>
            <a:ext cx="2331600" cy="219600"/>
          </a:xfrm>
          <a:prstGeom prst="roundRect">
            <a:avLst>
              <a:gd fmla="val 50000" name="adj"/>
            </a:avLst>
          </a:prstGeom>
          <a:solidFill>
            <a:srgbClr val="12123A"/>
          </a:solidFill>
          <a:ln cap="flat" cmpd="sng" w="9525">
            <a:solidFill>
              <a:srgbClr val="8B8BC7"/>
            </a:solidFill>
            <a:prstDash val="dot"/>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A9A9C8"/>
                </a:solidFill>
                <a:latin typeface="Plus Jakarta Sans"/>
                <a:ea typeface="Plus Jakarta Sans"/>
                <a:cs typeface="Plus Jakarta Sans"/>
                <a:sym typeface="Plus Jakarta Sans"/>
              </a:rPr>
              <a:t>For </a:t>
            </a:r>
            <a:r>
              <a:rPr b="1" i="0" lang="en" sz="750" u="none" cap="none" strike="noStrike">
                <a:solidFill>
                  <a:srgbClr val="F4F4FB"/>
                </a:solidFill>
                <a:latin typeface="Plus Jakarta Sans"/>
                <a:ea typeface="Plus Jakarta Sans"/>
                <a:cs typeface="Plus Jakarta Sans"/>
                <a:sym typeface="Plus Jakarta Sans"/>
              </a:rPr>
              <a:t>Business Units</a:t>
            </a:r>
            <a:r>
              <a:rPr b="0" i="0" lang="en" sz="750" u="none" cap="none" strike="noStrike">
                <a:solidFill>
                  <a:srgbClr val="A9A9C8"/>
                </a:solidFill>
                <a:latin typeface="Plus Jakarta Sans"/>
                <a:ea typeface="Plus Jakarta Sans"/>
                <a:cs typeface="Plus Jakarta Sans"/>
                <a:sym typeface="Plus Jakarta Sans"/>
              </a:rPr>
              <a:t> · build &amp; self-serve</a:t>
            </a:r>
            <a:endParaRPr b="0" i="0" sz="1400" u="none" cap="none" strike="noStrike">
              <a:solidFill>
                <a:srgbClr val="000000"/>
              </a:solidFill>
              <a:latin typeface="Arial"/>
              <a:ea typeface="Arial"/>
              <a:cs typeface="Arial"/>
              <a:sym typeface="Arial"/>
            </a:endParaRPr>
          </a:p>
        </p:txBody>
      </p:sp>
      <p:sp>
        <p:nvSpPr>
          <p:cNvPr id="1107" name="Google Shape;1107;g3f9b3f86724_0_103"/>
          <p:cNvSpPr/>
          <p:nvPr/>
        </p:nvSpPr>
        <p:spPr>
          <a:xfrm>
            <a:off x="6647688" y="4462272"/>
            <a:ext cx="2331600" cy="219600"/>
          </a:xfrm>
          <a:prstGeom prst="roundRect">
            <a:avLst>
              <a:gd fmla="val 50000" name="adj"/>
            </a:avLst>
          </a:prstGeom>
          <a:solidFill>
            <a:srgbClr val="12123A"/>
          </a:solidFill>
          <a:ln cap="flat" cmpd="sng" w="9525">
            <a:solidFill>
              <a:srgbClr val="8B8BC7"/>
            </a:solidFill>
            <a:prstDash val="dot"/>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A9A9C8"/>
                </a:solidFill>
                <a:latin typeface="Plus Jakarta Sans"/>
                <a:ea typeface="Plus Jakarta Sans"/>
                <a:cs typeface="Plus Jakarta Sans"/>
                <a:sym typeface="Plus Jakarta Sans"/>
              </a:rPr>
              <a:t>On </a:t>
            </a:r>
            <a:r>
              <a:rPr b="1" i="0" lang="en" sz="750" u="none" cap="none" strike="noStrike">
                <a:solidFill>
                  <a:srgbClr val="F4F4FB"/>
                </a:solidFill>
                <a:latin typeface="Plus Jakarta Sans"/>
                <a:ea typeface="Plus Jakarta Sans"/>
                <a:cs typeface="Plus Jakarta Sans"/>
                <a:sym typeface="Plus Jakarta Sans"/>
              </a:rPr>
              <a:t>Open Data Lakehouse</a:t>
            </a:r>
            <a:r>
              <a:rPr b="0" i="0" lang="en" sz="750" u="none" cap="none" strike="noStrike">
                <a:solidFill>
                  <a:srgbClr val="A9A9C8"/>
                </a:solidFill>
                <a:latin typeface="Plus Jakarta Sans"/>
                <a:ea typeface="Plus Jakarta Sans"/>
                <a:cs typeface="Plus Jakarta Sans"/>
                <a:sym typeface="Plus Jakarta Sans"/>
              </a:rPr>
              <a:t> · Iceberg · your private data</a:t>
            </a:r>
            <a:endParaRPr b="0" i="0" sz="1400" u="none" cap="none" strike="noStrike">
              <a:solidFill>
                <a:srgbClr val="000000"/>
              </a:solidFill>
              <a:latin typeface="Arial"/>
              <a:ea typeface="Arial"/>
              <a:cs typeface="Arial"/>
              <a:sym typeface="Arial"/>
            </a:endParaRPr>
          </a:p>
        </p:txBody>
      </p:sp>
      <p:sp>
        <p:nvSpPr>
          <p:cNvPr id="1108" name="Google Shape;1108;g3f9b3f86724_0_103"/>
          <p:cNvSpPr/>
          <p:nvPr/>
        </p:nvSpPr>
        <p:spPr>
          <a:xfrm>
            <a:off x="533400" y="1195000"/>
            <a:ext cx="99900" cy="99900"/>
          </a:xfrm>
          <a:prstGeom prst="rect">
            <a:avLst/>
          </a:prstGeom>
          <a:solidFill>
            <a:srgbClr val="EE5A2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9" name="Google Shape;1109;g3f9b3f86724_0_103"/>
          <p:cNvSpPr txBox="1"/>
          <p:nvPr/>
        </p:nvSpPr>
        <p:spPr>
          <a:xfrm>
            <a:off x="663400" y="1155000"/>
            <a:ext cx="159990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EE5A29"/>
                </a:solidFill>
                <a:latin typeface="Arial"/>
                <a:ea typeface="Arial"/>
                <a:cs typeface="Arial"/>
                <a:sym typeface="Arial"/>
              </a:rPr>
              <a:t>CH 1 · OWN YOUR COST</a:t>
            </a:r>
            <a:endParaRPr b="0" i="0" sz="1400" u="none" cap="none" strike="noStrike">
              <a:solidFill>
                <a:srgbClr val="000000"/>
              </a:solidFill>
              <a:latin typeface="Arial"/>
              <a:ea typeface="Arial"/>
              <a:cs typeface="Arial"/>
              <a:sym typeface="Arial"/>
            </a:endParaRPr>
          </a:p>
        </p:txBody>
      </p:sp>
      <p:sp>
        <p:nvSpPr>
          <p:cNvPr id="1110" name="Google Shape;1110;g3f9b3f86724_0_103"/>
          <p:cNvSpPr/>
          <p:nvPr/>
        </p:nvSpPr>
        <p:spPr>
          <a:xfrm>
            <a:off x="533400" y="1375000"/>
            <a:ext cx="99900" cy="99900"/>
          </a:xfrm>
          <a:prstGeom prst="rect">
            <a:avLst/>
          </a:prstGeom>
          <a:solidFill>
            <a:srgbClr val="4F4FF5"/>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1" name="Google Shape;1111;g3f9b3f86724_0_103"/>
          <p:cNvSpPr txBox="1"/>
          <p:nvPr/>
        </p:nvSpPr>
        <p:spPr>
          <a:xfrm>
            <a:off x="663400" y="1335000"/>
            <a:ext cx="159990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4F4FF5"/>
                </a:solidFill>
                <a:latin typeface="Arial"/>
                <a:ea typeface="Arial"/>
                <a:cs typeface="Arial"/>
                <a:sym typeface="Arial"/>
              </a:rPr>
              <a:t>CH 2 · UNIFY WHAT YOU OWN</a:t>
            </a:r>
            <a:endParaRPr b="0" i="0" sz="1400" u="none" cap="none" strike="noStrike">
              <a:solidFill>
                <a:srgbClr val="000000"/>
              </a:solidFill>
              <a:latin typeface="Arial"/>
              <a:ea typeface="Arial"/>
              <a:cs typeface="Arial"/>
              <a:sym typeface="Arial"/>
            </a:endParaRPr>
          </a:p>
        </p:txBody>
      </p:sp>
      <p:sp>
        <p:nvSpPr>
          <p:cNvPr id="1112" name="Google Shape;1112;g3f9b3f86724_0_103"/>
          <p:cNvSpPr/>
          <p:nvPr/>
        </p:nvSpPr>
        <p:spPr>
          <a:xfrm>
            <a:off x="533400" y="1555000"/>
            <a:ext cx="99900" cy="99900"/>
          </a:xfrm>
          <a:prstGeom prst="rect">
            <a:avLst/>
          </a:prstGeom>
          <a:solidFill>
            <a:srgbClr val="8B8BC7"/>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3" name="Google Shape;1113;g3f9b3f86724_0_103"/>
          <p:cNvSpPr txBox="1"/>
          <p:nvPr/>
        </p:nvSpPr>
        <p:spPr>
          <a:xfrm>
            <a:off x="663400" y="1515000"/>
            <a:ext cx="1599900" cy="18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8B8BC7"/>
                </a:solidFill>
                <a:latin typeface="Arial"/>
                <a:ea typeface="Arial"/>
                <a:cs typeface="Arial"/>
                <a:sym typeface="Arial"/>
              </a:rPr>
              <a:t>CH 3 · GOVERN &amp; PROVE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g3f9b3f86724_0_579"/>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3300"/>
              <a:buNone/>
            </a:pPr>
            <a:r>
              <a:rPr lang="en">
                <a:latin typeface="Plus Jakarta Sans"/>
                <a:ea typeface="Plus Jakarta Sans"/>
                <a:cs typeface="Plus Jakarta Sans"/>
                <a:sym typeface="Plus Jakarta Sans"/>
              </a:rPr>
              <a:t>Journey of Adoption of AI with Cloudera AI</a:t>
            </a:r>
            <a:endParaRPr>
              <a:latin typeface="Plus Jakarta Sans"/>
              <a:ea typeface="Plus Jakarta Sans"/>
              <a:cs typeface="Plus Jakarta Sans"/>
              <a:sym typeface="Plus Jakarta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3" name="Shape 1123"/>
        <p:cNvGrpSpPr/>
        <p:nvPr/>
      </p:nvGrpSpPr>
      <p:grpSpPr>
        <a:xfrm>
          <a:off x="0" y="0"/>
          <a:ext cx="0" cy="0"/>
          <a:chOff x="0" y="0"/>
          <a:chExt cx="0" cy="0"/>
        </a:xfrm>
      </p:grpSpPr>
      <p:sp>
        <p:nvSpPr>
          <p:cNvPr id="1124" name="Google Shape;1124;p7"/>
          <p:cNvSpPr txBox="1"/>
          <p:nvPr>
            <p:ph idx="4294967295" type="title"/>
          </p:nvPr>
        </p:nvSpPr>
        <p:spPr>
          <a:xfrm>
            <a:off x="530352" y="284251"/>
            <a:ext cx="7620000" cy="347700"/>
          </a:xfrm>
          <a:prstGeom prst="rect">
            <a:avLst/>
          </a:prstGeom>
          <a:noFill/>
          <a:ln>
            <a:noFill/>
          </a:ln>
        </p:spPr>
        <p:txBody>
          <a:bodyPr anchorCtr="0" anchor="t" bIns="0" lIns="91425" spcFirstLastPara="1" rIns="0" wrap="square" tIns="0">
            <a:noAutofit/>
          </a:bodyPr>
          <a:lstStyle/>
          <a:p>
            <a:pPr indent="0" lvl="0" marL="0" marR="0" rtl="0" algn="l">
              <a:lnSpc>
                <a:spcPct val="100000"/>
              </a:lnSpc>
              <a:spcBef>
                <a:spcPts val="0"/>
              </a:spcBef>
              <a:spcAft>
                <a:spcPts val="0"/>
              </a:spcAft>
              <a:buSzPts val="2100"/>
              <a:buNone/>
            </a:pPr>
            <a:r>
              <a:rPr i="0" lang="en" sz="2300" u="none" cap="none" strike="noStrike">
                <a:solidFill>
                  <a:srgbClr val="15154A"/>
                </a:solidFill>
                <a:latin typeface="Plus Jakarta Sans"/>
                <a:ea typeface="Plus Jakarta Sans"/>
                <a:cs typeface="Plus Jakarta Sans"/>
                <a:sym typeface="Plus Jakarta Sans"/>
              </a:rPr>
              <a:t>One Lifecycle for Adopting AI</a:t>
            </a:r>
            <a:endParaRPr sz="2300">
              <a:latin typeface="Plus Jakarta Sans"/>
              <a:ea typeface="Plus Jakarta Sans"/>
              <a:cs typeface="Plus Jakarta Sans"/>
              <a:sym typeface="Plus Jakarta Sans"/>
            </a:endParaRPr>
          </a:p>
        </p:txBody>
      </p:sp>
      <p:pic>
        <p:nvPicPr>
          <p:cNvPr id="1125" name="Google Shape;1125;p7" title="Screenshot 2025-05-30 at 3.27.18 PM.png"/>
          <p:cNvPicPr preferRelativeResize="0"/>
          <p:nvPr/>
        </p:nvPicPr>
        <p:blipFill rotWithShape="1">
          <a:blip r:embed="rId3">
            <a:alphaModFix/>
          </a:blip>
          <a:srcRect b="0" l="0" r="0" t="0"/>
          <a:stretch/>
        </p:blipFill>
        <p:spPr>
          <a:xfrm>
            <a:off x="872200" y="1180000"/>
            <a:ext cx="7400000" cy="3527405"/>
          </a:xfrm>
          <a:prstGeom prst="rect">
            <a:avLst/>
          </a:prstGeom>
          <a:noFill/>
          <a:ln>
            <a:noFill/>
          </a:ln>
        </p:spPr>
      </p:pic>
      <p:sp>
        <p:nvSpPr>
          <p:cNvPr id="1126" name="Google Shape;1126;p7"/>
          <p:cNvSpPr txBox="1"/>
          <p:nvPr>
            <p:ph idx="4294967295" type="subTitle"/>
          </p:nvPr>
        </p:nvSpPr>
        <p:spPr>
          <a:xfrm>
            <a:off x="530349" y="731525"/>
            <a:ext cx="7812600" cy="375300"/>
          </a:xfrm>
          <a:prstGeom prst="rect">
            <a:avLst/>
          </a:prstGeom>
          <a:noFill/>
          <a:ln>
            <a:noFill/>
          </a:ln>
        </p:spPr>
        <p:txBody>
          <a:bodyPr anchorCtr="0" anchor="t" bIns="91425"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Plus Jakarta Sans"/>
              <a:buNone/>
            </a:pPr>
            <a:r>
              <a:rPr b="0" i="0" lang="en" sz="1100" u="none" cap="none" strike="noStrike">
                <a:solidFill>
                  <a:srgbClr val="1E8449"/>
                </a:solidFill>
                <a:latin typeface="Plus Jakarta Sans Medium"/>
                <a:ea typeface="Plus Jakarta Sans Medium"/>
                <a:cs typeface="Plus Jakarta Sans Medium"/>
                <a:sym typeface="Plus Jakarta Sans Medium"/>
              </a:rPr>
              <a:t>Scope → Select → Adapt → Serve → Apply — one spine behind every GA capability on the map</a:t>
            </a:r>
            <a:endParaRPr b="0" i="0" sz="1100" u="none" cap="none" strike="noStrike">
              <a:solidFill>
                <a:srgbClr val="1E8449"/>
              </a:solidFill>
              <a:latin typeface="Plus Jakarta Sans Medium"/>
              <a:ea typeface="Plus Jakarta Sans Medium"/>
              <a:cs typeface="Plus Jakarta Sans Medium"/>
              <a:sym typeface="Plus Jakarta Sans Medium"/>
            </a:endParaRPr>
          </a:p>
          <a:p>
            <a:pPr indent="0" lvl="0" marL="0" marR="0" rtl="0" algn="l">
              <a:lnSpc>
                <a:spcPct val="100000"/>
              </a:lnSpc>
              <a:spcBef>
                <a:spcPts val="0"/>
              </a:spcBef>
              <a:spcAft>
                <a:spcPts val="0"/>
              </a:spcAft>
              <a:buClr>
                <a:srgbClr val="000000"/>
              </a:buClr>
              <a:buSzPts val="1400"/>
              <a:buFont typeface="Plus Jakarta Sans"/>
              <a:buNone/>
            </a:pPr>
            <a:r>
              <a:t/>
            </a:r>
            <a:endParaRPr b="0" i="0" sz="1100" u="none" cap="none" strike="noStrike">
              <a:solidFill>
                <a:srgbClr val="000000"/>
              </a:solidFill>
              <a:latin typeface="Plus Jakarta Sans Medium"/>
              <a:ea typeface="Plus Jakarta Sans Medium"/>
              <a:cs typeface="Plus Jakarta Sans Medium"/>
              <a:sym typeface="Plus Jakarta Sans Medium"/>
            </a:endParaRPr>
          </a:p>
        </p:txBody>
      </p:sp>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g3f723343625_0_416"/>
          <p:cNvSpPr txBox="1"/>
          <p:nvPr/>
        </p:nvSpPr>
        <p:spPr>
          <a:xfrm>
            <a:off x="7306204" y="2041449"/>
            <a:ext cx="1508400" cy="262200"/>
          </a:xfrm>
          <a:prstGeom prst="rect">
            <a:avLst/>
          </a:prstGeom>
          <a:noFill/>
          <a:ln>
            <a:noFill/>
          </a:ln>
        </p:spPr>
        <p:txBody>
          <a:bodyPr anchorCtr="0" anchor="t"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125"/>
              <a:buFont typeface="Arial"/>
              <a:buNone/>
            </a:pPr>
            <a:r>
              <a:rPr b="0" i="0" lang="en" sz="1125" u="none" cap="none" strike="noStrike">
                <a:solidFill>
                  <a:srgbClr val="120046"/>
                </a:solidFill>
                <a:latin typeface="Plus Jakarta Sans SemiBold"/>
                <a:ea typeface="Plus Jakarta Sans SemiBold"/>
                <a:cs typeface="Plus Jakarta Sans SemiBold"/>
                <a:sym typeface="Plus Jakarta Sans SemiBold"/>
              </a:rPr>
              <a:t>Containerization</a:t>
            </a:r>
            <a:endParaRPr b="0" i="0" sz="1125" u="none" cap="none" strike="noStrike">
              <a:solidFill>
                <a:srgbClr val="120046"/>
              </a:solidFill>
              <a:latin typeface="Plus Jakarta Sans SemiBold"/>
              <a:ea typeface="Plus Jakarta Sans SemiBold"/>
              <a:cs typeface="Plus Jakarta Sans SemiBold"/>
              <a:sym typeface="Plus Jakarta Sans SemiBold"/>
            </a:endParaRPr>
          </a:p>
        </p:txBody>
      </p:sp>
      <p:sp>
        <p:nvSpPr>
          <p:cNvPr id="1132" name="Google Shape;1132;g3f723343625_0_416"/>
          <p:cNvSpPr txBox="1"/>
          <p:nvPr/>
        </p:nvSpPr>
        <p:spPr>
          <a:xfrm>
            <a:off x="7306204" y="2541572"/>
            <a:ext cx="1508400" cy="262200"/>
          </a:xfrm>
          <a:prstGeom prst="rect">
            <a:avLst/>
          </a:prstGeom>
          <a:noFill/>
          <a:ln>
            <a:noFill/>
          </a:ln>
        </p:spPr>
        <p:txBody>
          <a:bodyPr anchorCtr="0" anchor="t"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125"/>
              <a:buFont typeface="Arial"/>
              <a:buNone/>
            </a:pPr>
            <a:r>
              <a:rPr b="0" i="0" lang="en" sz="1125" u="none" cap="none" strike="noStrike">
                <a:solidFill>
                  <a:srgbClr val="120046"/>
                </a:solidFill>
                <a:latin typeface="Plus Jakarta Sans SemiBold"/>
                <a:ea typeface="Plus Jakarta Sans SemiBold"/>
                <a:cs typeface="Plus Jakarta Sans SemiBold"/>
                <a:sym typeface="Plus Jakarta Sans SemiBold"/>
              </a:rPr>
              <a:t>Security First</a:t>
            </a:r>
            <a:endParaRPr b="0" i="0" sz="1125" u="none" cap="none" strike="noStrike">
              <a:solidFill>
                <a:srgbClr val="120046"/>
              </a:solidFill>
              <a:latin typeface="Plus Jakarta Sans SemiBold"/>
              <a:ea typeface="Plus Jakarta Sans SemiBold"/>
              <a:cs typeface="Plus Jakarta Sans SemiBold"/>
              <a:sym typeface="Plus Jakarta Sans SemiBold"/>
            </a:endParaRPr>
          </a:p>
        </p:txBody>
      </p:sp>
      <p:sp>
        <p:nvSpPr>
          <p:cNvPr id="1133" name="Google Shape;1133;g3f723343625_0_416"/>
          <p:cNvSpPr txBox="1"/>
          <p:nvPr/>
        </p:nvSpPr>
        <p:spPr>
          <a:xfrm>
            <a:off x="7306204" y="3041695"/>
            <a:ext cx="1508400" cy="262200"/>
          </a:xfrm>
          <a:prstGeom prst="rect">
            <a:avLst/>
          </a:prstGeom>
          <a:noFill/>
          <a:ln>
            <a:noFill/>
          </a:ln>
        </p:spPr>
        <p:txBody>
          <a:bodyPr anchorCtr="0" anchor="t"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125"/>
              <a:buFont typeface="Arial"/>
              <a:buNone/>
            </a:pPr>
            <a:r>
              <a:rPr b="0" i="0" lang="en" sz="1125" u="none" cap="none" strike="noStrike">
                <a:solidFill>
                  <a:srgbClr val="120046"/>
                </a:solidFill>
                <a:latin typeface="Plus Jakarta Sans SemiBold"/>
                <a:ea typeface="Plus Jakarta Sans SemiBold"/>
                <a:cs typeface="Plus Jakarta Sans SemiBold"/>
                <a:sym typeface="Plus Jakarta Sans SemiBold"/>
              </a:rPr>
              <a:t>CI/CD Integration</a:t>
            </a:r>
            <a:endParaRPr b="0" i="0" sz="1125" u="none" cap="none" strike="noStrike">
              <a:solidFill>
                <a:srgbClr val="120046"/>
              </a:solidFill>
              <a:latin typeface="Plus Jakarta Sans SemiBold"/>
              <a:ea typeface="Plus Jakarta Sans SemiBold"/>
              <a:cs typeface="Plus Jakarta Sans SemiBold"/>
              <a:sym typeface="Plus Jakarta Sans SemiBold"/>
            </a:endParaRPr>
          </a:p>
        </p:txBody>
      </p:sp>
      <p:sp>
        <p:nvSpPr>
          <p:cNvPr id="1134" name="Google Shape;1134;g3f723343625_0_416"/>
          <p:cNvSpPr txBox="1"/>
          <p:nvPr/>
        </p:nvSpPr>
        <p:spPr>
          <a:xfrm>
            <a:off x="7306204" y="3541818"/>
            <a:ext cx="1508400" cy="262200"/>
          </a:xfrm>
          <a:prstGeom prst="rect">
            <a:avLst/>
          </a:prstGeom>
          <a:noFill/>
          <a:ln>
            <a:noFill/>
          </a:ln>
        </p:spPr>
        <p:txBody>
          <a:bodyPr anchorCtr="0" anchor="t" bIns="68550" lIns="68550" spcFirstLastPara="1" rIns="68550" wrap="square" tIns="68550">
            <a:noAutofit/>
          </a:bodyPr>
          <a:lstStyle/>
          <a:p>
            <a:pPr indent="0" lvl="0" marL="0" marR="0" rtl="0" algn="ctr">
              <a:lnSpc>
                <a:spcPct val="100000"/>
              </a:lnSpc>
              <a:spcBef>
                <a:spcPts val="0"/>
              </a:spcBef>
              <a:spcAft>
                <a:spcPts val="0"/>
              </a:spcAft>
              <a:buClr>
                <a:srgbClr val="000000"/>
              </a:buClr>
              <a:buSzPts val="1125"/>
              <a:buFont typeface="Arial"/>
              <a:buNone/>
            </a:pPr>
            <a:r>
              <a:rPr b="0" i="0" lang="en" sz="1125" u="none" cap="none" strike="noStrike">
                <a:solidFill>
                  <a:srgbClr val="120046"/>
                </a:solidFill>
                <a:latin typeface="Plus Jakarta Sans SemiBold"/>
                <a:ea typeface="Plus Jakarta Sans SemiBold"/>
                <a:cs typeface="Plus Jakarta Sans SemiBold"/>
                <a:sym typeface="Plus Jakarta Sans SemiBold"/>
              </a:rPr>
              <a:t>Observability</a:t>
            </a:r>
            <a:endParaRPr b="0" i="0" sz="1125" u="none" cap="none" strike="noStrike">
              <a:solidFill>
                <a:srgbClr val="120046"/>
              </a:solidFill>
              <a:latin typeface="Plus Jakarta Sans SemiBold"/>
              <a:ea typeface="Plus Jakarta Sans SemiBold"/>
              <a:cs typeface="Plus Jakarta Sans SemiBold"/>
              <a:sym typeface="Plus Jakarta Sans SemiBold"/>
            </a:endParaRPr>
          </a:p>
        </p:txBody>
      </p:sp>
      <p:pic>
        <p:nvPicPr>
          <p:cNvPr id="1135" name="Google Shape;1135;g3f723343625_0_416"/>
          <p:cNvPicPr preferRelativeResize="0"/>
          <p:nvPr/>
        </p:nvPicPr>
        <p:blipFill rotWithShape="1">
          <a:blip r:embed="rId3">
            <a:alphaModFix/>
          </a:blip>
          <a:srcRect b="0" l="690" r="690" t="0"/>
          <a:stretch/>
        </p:blipFill>
        <p:spPr>
          <a:xfrm>
            <a:off x="542925" y="1132102"/>
            <a:ext cx="5334070" cy="3517644"/>
          </a:xfrm>
          <a:prstGeom prst="rect">
            <a:avLst/>
          </a:prstGeom>
          <a:noFill/>
          <a:ln>
            <a:noFill/>
          </a:ln>
        </p:spPr>
      </p:pic>
      <p:sp>
        <p:nvSpPr>
          <p:cNvPr id="1136" name="Google Shape;1136;g3f723343625_0_416"/>
          <p:cNvSpPr/>
          <p:nvPr/>
        </p:nvSpPr>
        <p:spPr>
          <a:xfrm flipH="1" rot="-5400000">
            <a:off x="5264903" y="2731226"/>
            <a:ext cx="1151700" cy="364200"/>
          </a:xfrm>
          <a:prstGeom prst="trapezoid">
            <a:avLst>
              <a:gd fmla="val 104501" name="adj"/>
            </a:avLst>
          </a:prstGeom>
          <a:solidFill>
            <a:srgbClr val="6D9EEB"/>
          </a:solidFill>
          <a:ln cap="flat" cmpd="sng" w="10950">
            <a:solidFill>
              <a:srgbClr val="A8AFB9"/>
            </a:solidFill>
            <a:prstDash val="solid"/>
            <a:round/>
            <a:headEnd len="sm" w="sm" type="none"/>
            <a:tailEnd len="sm" w="sm" type="none"/>
          </a:ln>
        </p:spPr>
        <p:txBody>
          <a:bodyPr anchorCtr="0" anchor="ctr" bIns="38225" lIns="38225" spcFirstLastPara="1" rIns="38225" wrap="square" tIns="38225">
            <a:noAutofit/>
          </a:bodyPr>
          <a:lstStyle/>
          <a:p>
            <a:pPr indent="0" lvl="0" marL="0" marR="0" rtl="0" algn="ctr">
              <a:lnSpc>
                <a:spcPct val="100000"/>
              </a:lnSpc>
              <a:spcBef>
                <a:spcPts val="0"/>
              </a:spcBef>
              <a:spcAft>
                <a:spcPts val="0"/>
              </a:spcAft>
              <a:buClr>
                <a:srgbClr val="000000"/>
              </a:buClr>
              <a:buSzPts val="581"/>
              <a:buFont typeface="Arial"/>
              <a:buNone/>
            </a:pPr>
            <a:r>
              <a:t/>
            </a:r>
            <a:endParaRPr b="0" i="0" sz="581" u="none" cap="none" strike="noStrike">
              <a:solidFill>
                <a:srgbClr val="000000"/>
              </a:solidFill>
              <a:latin typeface="Plus Jakarta Sans"/>
              <a:ea typeface="Plus Jakarta Sans"/>
              <a:cs typeface="Plus Jakarta Sans"/>
              <a:sym typeface="Plus Jakarta Sans"/>
            </a:endParaRPr>
          </a:p>
        </p:txBody>
      </p:sp>
      <p:grpSp>
        <p:nvGrpSpPr>
          <p:cNvPr id="1137" name="Google Shape;1137;g3f723343625_0_416"/>
          <p:cNvGrpSpPr/>
          <p:nvPr/>
        </p:nvGrpSpPr>
        <p:grpSpPr>
          <a:xfrm>
            <a:off x="1471740" y="1220019"/>
            <a:ext cx="1059706" cy="681853"/>
            <a:chOff x="1555763" y="1500100"/>
            <a:chExt cx="1231500" cy="792300"/>
          </a:xfrm>
        </p:grpSpPr>
        <p:sp>
          <p:nvSpPr>
            <p:cNvPr id="1138" name="Google Shape;1138;g3f723343625_0_416"/>
            <p:cNvSpPr/>
            <p:nvPr/>
          </p:nvSpPr>
          <p:spPr>
            <a:xfrm>
              <a:off x="1555763" y="1500100"/>
              <a:ext cx="1231500" cy="792300"/>
            </a:xfrm>
            <a:prstGeom prst="roundRect">
              <a:avLst>
                <a:gd fmla="val 20286" name="adj"/>
              </a:avLst>
            </a:prstGeom>
            <a:solidFill>
              <a:srgbClr val="FFD966"/>
            </a:solidFill>
            <a:ln>
              <a:noFill/>
            </a:ln>
          </p:spPr>
          <p:txBody>
            <a:bodyPr anchorCtr="0" anchor="ctr" bIns="125400" lIns="125400" spcFirstLastPara="1" rIns="125400" wrap="square" tIns="125400">
              <a:noAutofit/>
            </a:bodyPr>
            <a:lstStyle/>
            <a:p>
              <a:pPr indent="0" lvl="0" marL="0" marR="0" rtl="0" algn="ctr">
                <a:lnSpc>
                  <a:spcPct val="100000"/>
                </a:lnSpc>
                <a:spcBef>
                  <a:spcPts val="0"/>
                </a:spcBef>
                <a:spcAft>
                  <a:spcPts val="0"/>
                </a:spcAft>
                <a:buClr>
                  <a:srgbClr val="000000"/>
                </a:buClr>
                <a:buSzPts val="1936"/>
                <a:buFont typeface="Arial"/>
                <a:buNone/>
              </a:pPr>
              <a:r>
                <a:t/>
              </a:r>
              <a:endParaRPr b="0" i="0" sz="1936" u="none" cap="none" strike="noStrike">
                <a:solidFill>
                  <a:srgbClr val="000000"/>
                </a:solidFill>
                <a:latin typeface="Plus Jakarta Sans"/>
                <a:ea typeface="Plus Jakarta Sans"/>
                <a:cs typeface="Plus Jakarta Sans"/>
                <a:sym typeface="Plus Jakarta Sans"/>
              </a:endParaRPr>
            </a:p>
          </p:txBody>
        </p:sp>
        <p:pic>
          <p:nvPicPr>
            <p:cNvPr id="1139" name="Google Shape;1139;g3f723343625_0_416"/>
            <p:cNvPicPr preferRelativeResize="0"/>
            <p:nvPr/>
          </p:nvPicPr>
          <p:blipFill rotWithShape="1">
            <a:blip r:embed="rId4">
              <a:alphaModFix/>
            </a:blip>
            <a:srcRect b="10754" l="26296" r="25701" t="10581"/>
            <a:stretch/>
          </p:blipFill>
          <p:spPr>
            <a:xfrm>
              <a:off x="2020625" y="1607262"/>
              <a:ext cx="301750" cy="274321"/>
            </a:xfrm>
            <a:prstGeom prst="rect">
              <a:avLst/>
            </a:prstGeom>
            <a:noFill/>
            <a:ln>
              <a:noFill/>
            </a:ln>
          </p:spPr>
        </p:pic>
        <p:sp>
          <p:nvSpPr>
            <p:cNvPr id="1140" name="Google Shape;1140;g3f723343625_0_416"/>
            <p:cNvSpPr txBox="1"/>
            <p:nvPr/>
          </p:nvSpPr>
          <p:spPr>
            <a:xfrm>
              <a:off x="1621613" y="1881575"/>
              <a:ext cx="1099800" cy="380400"/>
            </a:xfrm>
            <a:prstGeom prst="rect">
              <a:avLst/>
            </a:prstGeom>
            <a:noFill/>
            <a:ln>
              <a:noFill/>
            </a:ln>
          </p:spPr>
          <p:txBody>
            <a:bodyPr anchorCtr="0" anchor="ctr" bIns="125400" lIns="125400" spcFirstLastPara="1" rIns="125400" wrap="square" tIns="125400">
              <a:noAutofit/>
            </a:bodyPr>
            <a:lstStyle/>
            <a:p>
              <a:pPr indent="0" lvl="0" marL="0" marR="0" rtl="0" algn="ctr">
                <a:lnSpc>
                  <a:spcPct val="100000"/>
                </a:lnSpc>
                <a:spcBef>
                  <a:spcPts val="0"/>
                </a:spcBef>
                <a:spcAft>
                  <a:spcPts val="0"/>
                </a:spcAft>
                <a:buClr>
                  <a:srgbClr val="000000"/>
                </a:buClr>
                <a:buSzPts val="839"/>
                <a:buFont typeface="Arial"/>
                <a:buNone/>
              </a:pPr>
              <a:r>
                <a:rPr b="0" i="0" lang="en" sz="839" u="none" cap="none" strike="noStrike">
                  <a:solidFill>
                    <a:schemeClr val="dk1"/>
                  </a:solidFill>
                  <a:latin typeface="Plus Jakarta Sans"/>
                  <a:ea typeface="Plus Jakarta Sans"/>
                  <a:cs typeface="Plus Jakarta Sans"/>
                  <a:sym typeface="Plus Jakarta Sans"/>
                </a:rPr>
                <a:t>Huggingface</a:t>
              </a:r>
              <a:endParaRPr b="0" i="0" sz="839" u="none" cap="none" strike="noStrike">
                <a:solidFill>
                  <a:schemeClr val="dk1"/>
                </a:solidFill>
                <a:latin typeface="Plus Jakarta Sans"/>
                <a:ea typeface="Plus Jakarta Sans"/>
                <a:cs typeface="Plus Jakarta Sans"/>
                <a:sym typeface="Plus Jakarta Sans"/>
              </a:endParaRPr>
            </a:p>
          </p:txBody>
        </p:sp>
      </p:grpSp>
      <p:cxnSp>
        <p:nvCxnSpPr>
          <p:cNvPr id="1141" name="Google Shape;1141;g3f723343625_0_416"/>
          <p:cNvCxnSpPr>
            <a:stCxn id="1138" idx="3"/>
            <a:endCxn id="1142" idx="0"/>
          </p:cNvCxnSpPr>
          <p:nvPr/>
        </p:nvCxnSpPr>
        <p:spPr>
          <a:xfrm>
            <a:off x="2531446" y="1560946"/>
            <a:ext cx="299100" cy="1053900"/>
          </a:xfrm>
          <a:prstGeom prst="bentConnector2">
            <a:avLst/>
          </a:prstGeom>
          <a:noFill/>
          <a:ln cap="flat" cmpd="sng" w="21850">
            <a:solidFill>
              <a:schemeClr val="accent2"/>
            </a:solidFill>
            <a:prstDash val="solid"/>
            <a:round/>
            <a:headEnd len="sm" w="sm" type="none"/>
            <a:tailEnd len="med" w="med" type="triangle"/>
          </a:ln>
        </p:spPr>
      </p:cxnSp>
      <p:sp>
        <p:nvSpPr>
          <p:cNvPr id="1142" name="Google Shape;1142;g3f723343625_0_416"/>
          <p:cNvSpPr/>
          <p:nvPr/>
        </p:nvSpPr>
        <p:spPr>
          <a:xfrm>
            <a:off x="2506365" y="2614734"/>
            <a:ext cx="648300" cy="615900"/>
          </a:xfrm>
          <a:prstGeom prst="roundRect">
            <a:avLst>
              <a:gd fmla="val 20286" name="adj"/>
            </a:avLst>
          </a:prstGeom>
          <a:solidFill>
            <a:schemeClr val="accent1"/>
          </a:solidFill>
          <a:ln>
            <a:noFill/>
          </a:ln>
        </p:spPr>
        <p:txBody>
          <a:bodyPr anchorCtr="0" anchor="ctr" bIns="125400" lIns="47175" spcFirstLastPara="1" rIns="47175" wrap="square" tIns="125400">
            <a:noAutofit/>
          </a:bodyPr>
          <a:lstStyle/>
          <a:p>
            <a:pPr indent="0" lvl="0" marL="0" marR="0" rtl="0" algn="ctr">
              <a:lnSpc>
                <a:spcPct val="100000"/>
              </a:lnSpc>
              <a:spcBef>
                <a:spcPts val="0"/>
              </a:spcBef>
              <a:spcAft>
                <a:spcPts val="0"/>
              </a:spcAft>
              <a:buClr>
                <a:srgbClr val="000000"/>
              </a:buClr>
              <a:buSzPts val="710"/>
              <a:buFont typeface="Arial"/>
              <a:buNone/>
            </a:pPr>
            <a:r>
              <a:rPr b="0" i="0" lang="en" sz="710" u="none" cap="none" strike="noStrike">
                <a:solidFill>
                  <a:schemeClr val="lt1"/>
                </a:solidFill>
                <a:latin typeface="Plus Jakarta Sans"/>
                <a:ea typeface="Plus Jakarta Sans"/>
                <a:cs typeface="Plus Jakarta Sans"/>
                <a:sym typeface="Plus Jakarta Sans"/>
              </a:rPr>
              <a:t>Evaluation</a:t>
            </a:r>
            <a:endParaRPr b="0" i="0" sz="710" u="none" cap="none" strike="noStrike">
              <a:solidFill>
                <a:schemeClr val="lt1"/>
              </a:solidFill>
              <a:latin typeface="Plus Jakarta Sans"/>
              <a:ea typeface="Plus Jakarta Sans"/>
              <a:cs typeface="Plus Jakarta Sans"/>
              <a:sym typeface="Plus Jakarta Sans"/>
            </a:endParaRPr>
          </a:p>
        </p:txBody>
      </p:sp>
      <p:sp>
        <p:nvSpPr>
          <p:cNvPr id="1143" name="Google Shape;1143;g3f723343625_0_416"/>
          <p:cNvSpPr/>
          <p:nvPr/>
        </p:nvSpPr>
        <p:spPr>
          <a:xfrm>
            <a:off x="3268892" y="2614734"/>
            <a:ext cx="648300" cy="615900"/>
          </a:xfrm>
          <a:prstGeom prst="roundRect">
            <a:avLst>
              <a:gd fmla="val 20286" name="adj"/>
            </a:avLst>
          </a:prstGeom>
          <a:solidFill>
            <a:schemeClr val="accent1"/>
          </a:solidFill>
          <a:ln>
            <a:noFill/>
          </a:ln>
        </p:spPr>
        <p:txBody>
          <a:bodyPr anchorCtr="0" anchor="ctr" bIns="125400" lIns="47175" spcFirstLastPara="1" rIns="47175" wrap="square" tIns="125400">
            <a:noAutofit/>
          </a:bodyPr>
          <a:lstStyle/>
          <a:p>
            <a:pPr indent="0" lvl="0" marL="0" marR="0" rtl="0" algn="ctr">
              <a:lnSpc>
                <a:spcPct val="100000"/>
              </a:lnSpc>
              <a:spcBef>
                <a:spcPts val="0"/>
              </a:spcBef>
              <a:spcAft>
                <a:spcPts val="0"/>
              </a:spcAft>
              <a:buClr>
                <a:srgbClr val="000000"/>
              </a:buClr>
              <a:buSzPts val="710"/>
              <a:buFont typeface="Arial"/>
              <a:buNone/>
            </a:pPr>
            <a:r>
              <a:rPr b="0" i="0" lang="en" sz="710" u="none" cap="none" strike="noStrike">
                <a:solidFill>
                  <a:schemeClr val="lt1"/>
                </a:solidFill>
                <a:latin typeface="Plus Jakarta Sans"/>
                <a:ea typeface="Plus Jakarta Sans"/>
                <a:cs typeface="Plus Jakarta Sans"/>
                <a:sym typeface="Plus Jakarta Sans"/>
              </a:rPr>
              <a:t>AI Solutions</a:t>
            </a:r>
            <a:endParaRPr b="0" i="0" sz="710" u="none" cap="none" strike="noStrike">
              <a:solidFill>
                <a:schemeClr val="lt1"/>
              </a:solidFill>
              <a:latin typeface="Plus Jakarta Sans"/>
              <a:ea typeface="Plus Jakarta Sans"/>
              <a:cs typeface="Plus Jakarta Sans"/>
              <a:sym typeface="Plus Jakarta Sans"/>
            </a:endParaRPr>
          </a:p>
        </p:txBody>
      </p:sp>
      <p:cxnSp>
        <p:nvCxnSpPr>
          <p:cNvPr id="1144" name="Google Shape;1144;g3f723343625_0_416"/>
          <p:cNvCxnSpPr>
            <a:stCxn id="1138" idx="3"/>
          </p:cNvCxnSpPr>
          <p:nvPr/>
        </p:nvCxnSpPr>
        <p:spPr>
          <a:xfrm flipH="1" rot="10800000">
            <a:off x="2531446" y="1557046"/>
            <a:ext cx="1308900" cy="3900"/>
          </a:xfrm>
          <a:prstGeom prst="straightConnector1">
            <a:avLst/>
          </a:prstGeom>
          <a:noFill/>
          <a:ln cap="flat" cmpd="sng" w="21850">
            <a:solidFill>
              <a:schemeClr val="accent2"/>
            </a:solidFill>
            <a:prstDash val="solid"/>
            <a:round/>
            <a:headEnd len="sm" w="sm" type="none"/>
            <a:tailEnd len="med" w="med" type="triangle"/>
          </a:ln>
        </p:spPr>
      </p:cxnSp>
      <p:sp>
        <p:nvSpPr>
          <p:cNvPr id="1145" name="Google Shape;1145;g3f723343625_0_416"/>
          <p:cNvSpPr/>
          <p:nvPr/>
        </p:nvSpPr>
        <p:spPr>
          <a:xfrm>
            <a:off x="2868567" y="1585313"/>
            <a:ext cx="619546" cy="667146"/>
          </a:xfrm>
          <a:custGeom>
            <a:rect b="b" l="l" r="r" t="t"/>
            <a:pathLst>
              <a:path extrusionOk="0" h="31012" w="28796">
                <a:moveTo>
                  <a:pt x="0" y="31012"/>
                </a:moveTo>
                <a:cubicBezTo>
                  <a:pt x="6696" y="22977"/>
                  <a:pt x="21642" y="6094"/>
                  <a:pt x="27024" y="15063"/>
                </a:cubicBezTo>
                <a:cubicBezTo>
                  <a:pt x="29439" y="19087"/>
                  <a:pt x="15033" y="22522"/>
                  <a:pt x="13290" y="18164"/>
                </a:cubicBezTo>
                <a:cubicBezTo>
                  <a:pt x="10333" y="10773"/>
                  <a:pt x="21676" y="3560"/>
                  <a:pt x="28796" y="0"/>
                </a:cubicBezTo>
              </a:path>
            </a:pathLst>
          </a:custGeom>
          <a:noFill/>
          <a:ln cap="flat" cmpd="sng" w="21850">
            <a:solidFill>
              <a:schemeClr val="dk2"/>
            </a:solidFill>
            <a:prstDash val="solid"/>
            <a:round/>
            <a:headEnd len="sm" w="sm" type="none"/>
            <a:tailEnd len="sm" w="sm" type="none"/>
          </a:ln>
        </p:spPr>
        <p:txBody>
          <a:bodyPr anchorCtr="0" anchor="ctr" bIns="78675" lIns="78675" spcFirstLastPara="1" rIns="78675" wrap="square" tIns="78675">
            <a:noAutofit/>
          </a:bodyPr>
          <a:lstStyle/>
          <a:p>
            <a:pPr indent="0" lvl="0" marL="0" marR="0" rtl="0" algn="l">
              <a:lnSpc>
                <a:spcPct val="100000"/>
              </a:lnSpc>
              <a:spcBef>
                <a:spcPts val="0"/>
              </a:spcBef>
              <a:spcAft>
                <a:spcPts val="0"/>
              </a:spcAft>
              <a:buClr>
                <a:srgbClr val="000000"/>
              </a:buClr>
              <a:buSzPts val="1050"/>
              <a:buFont typeface="Arial"/>
              <a:buNone/>
            </a:pPr>
            <a:r>
              <a:t/>
            </a:r>
            <a:endParaRPr b="0" i="0" sz="1050" u="none" cap="none" strike="noStrike">
              <a:solidFill>
                <a:srgbClr val="000000"/>
              </a:solidFill>
              <a:latin typeface="Arial"/>
              <a:ea typeface="Arial"/>
              <a:cs typeface="Arial"/>
              <a:sym typeface="Arial"/>
            </a:endParaRPr>
          </a:p>
        </p:txBody>
      </p:sp>
      <p:sp>
        <p:nvSpPr>
          <p:cNvPr id="1146" name="Google Shape;1146;g3f723343625_0_416"/>
          <p:cNvSpPr txBox="1"/>
          <p:nvPr/>
        </p:nvSpPr>
        <p:spPr>
          <a:xfrm>
            <a:off x="2736713" y="2010102"/>
            <a:ext cx="946800" cy="327600"/>
          </a:xfrm>
          <a:prstGeom prst="rect">
            <a:avLst/>
          </a:prstGeom>
          <a:noFill/>
          <a:ln>
            <a:noFill/>
          </a:ln>
        </p:spPr>
        <p:txBody>
          <a:bodyPr anchorCtr="0" anchor="ctr" bIns="125400" lIns="125400" spcFirstLastPara="1" rIns="125400" wrap="square" tIns="125400">
            <a:noAutofit/>
          </a:bodyPr>
          <a:lstStyle/>
          <a:p>
            <a:pPr indent="0" lvl="0" marL="0" marR="0" rtl="0" algn="ctr">
              <a:lnSpc>
                <a:spcPct val="100000"/>
              </a:lnSpc>
              <a:spcBef>
                <a:spcPts val="0"/>
              </a:spcBef>
              <a:spcAft>
                <a:spcPts val="0"/>
              </a:spcAft>
              <a:buClr>
                <a:srgbClr val="000000"/>
              </a:buClr>
              <a:buSzPts val="839"/>
              <a:buFont typeface="Arial"/>
              <a:buNone/>
            </a:pPr>
            <a:r>
              <a:rPr b="0" i="0" lang="en" sz="839" u="none" cap="none" strike="noStrike">
                <a:solidFill>
                  <a:schemeClr val="dk1"/>
                </a:solidFill>
                <a:latin typeface="Plus Jakarta Sans"/>
                <a:ea typeface="Plus Jakarta Sans"/>
                <a:cs typeface="Plus Jakarta Sans"/>
                <a:sym typeface="Plus Jakarta Sans"/>
              </a:rPr>
              <a:t>Make the Decision</a:t>
            </a:r>
            <a:endParaRPr b="0" i="0" sz="839" u="none" cap="none" strike="noStrike">
              <a:solidFill>
                <a:schemeClr val="dk1"/>
              </a:solidFill>
              <a:latin typeface="Plus Jakarta Sans"/>
              <a:ea typeface="Plus Jakarta Sans"/>
              <a:cs typeface="Plus Jakarta Sans"/>
              <a:sym typeface="Plus Jakarta Sans"/>
            </a:endParaRPr>
          </a:p>
        </p:txBody>
      </p:sp>
      <p:grpSp>
        <p:nvGrpSpPr>
          <p:cNvPr id="1147" name="Google Shape;1147;g3f723343625_0_416"/>
          <p:cNvGrpSpPr/>
          <p:nvPr/>
        </p:nvGrpSpPr>
        <p:grpSpPr>
          <a:xfrm>
            <a:off x="6022712" y="1655315"/>
            <a:ext cx="1137780" cy="2534811"/>
            <a:chOff x="6855600" y="1593625"/>
            <a:chExt cx="982200" cy="2188200"/>
          </a:xfrm>
        </p:grpSpPr>
        <p:sp>
          <p:nvSpPr>
            <p:cNvPr id="1148" name="Google Shape;1148;g3f723343625_0_416"/>
            <p:cNvSpPr/>
            <p:nvPr/>
          </p:nvSpPr>
          <p:spPr>
            <a:xfrm>
              <a:off x="6855600" y="1593625"/>
              <a:ext cx="982200" cy="2188200"/>
            </a:xfrm>
            <a:prstGeom prst="roundRect">
              <a:avLst>
                <a:gd fmla="val 9201" name="adj"/>
              </a:avLst>
            </a:prstGeom>
            <a:solidFill>
              <a:srgbClr val="FFFFFF"/>
            </a:solidFill>
            <a:ln cap="flat" cmpd="sng" w="29450">
              <a:solidFill>
                <a:srgbClr val="5555F9"/>
              </a:solidFill>
              <a:prstDash val="solid"/>
              <a:round/>
              <a:headEnd len="sm" w="sm" type="none"/>
              <a:tailEnd len="sm" w="sm" type="none"/>
            </a:ln>
          </p:spPr>
          <p:txBody>
            <a:bodyPr anchorCtr="0" anchor="ctr" bIns="105900" lIns="105900" spcFirstLastPara="1" rIns="105900" wrap="square" tIns="105900">
              <a:noAutofit/>
            </a:bodyPr>
            <a:lstStyle/>
            <a:p>
              <a:pPr indent="0" lvl="0" marL="0" marR="0" rtl="0" algn="ctr">
                <a:lnSpc>
                  <a:spcPct val="100000"/>
                </a:lnSpc>
                <a:spcBef>
                  <a:spcPts val="0"/>
                </a:spcBef>
                <a:spcAft>
                  <a:spcPts val="0"/>
                </a:spcAft>
                <a:buClr>
                  <a:srgbClr val="000000"/>
                </a:buClr>
                <a:buSzPts val="1613"/>
                <a:buFont typeface="Arial"/>
                <a:buNone/>
              </a:pPr>
              <a:r>
                <a:t/>
              </a:r>
              <a:endParaRPr b="0" i="0" sz="1613" u="none" cap="none" strike="noStrike">
                <a:solidFill>
                  <a:srgbClr val="000000"/>
                </a:solidFill>
                <a:latin typeface="Roboto"/>
                <a:ea typeface="Roboto"/>
                <a:cs typeface="Roboto"/>
                <a:sym typeface="Roboto"/>
              </a:endParaRPr>
            </a:p>
          </p:txBody>
        </p:sp>
        <p:sp>
          <p:nvSpPr>
            <p:cNvPr id="1149" name="Google Shape;1149;g3f723343625_0_416"/>
            <p:cNvSpPr/>
            <p:nvPr/>
          </p:nvSpPr>
          <p:spPr>
            <a:xfrm>
              <a:off x="6995850" y="1700300"/>
              <a:ext cx="701700" cy="622500"/>
            </a:xfrm>
            <a:prstGeom prst="roundRect">
              <a:avLst>
                <a:gd fmla="val 20286" name="adj"/>
              </a:avLst>
            </a:prstGeom>
            <a:solidFill>
              <a:srgbClr val="5455F9"/>
            </a:solidFill>
            <a:ln>
              <a:noFill/>
            </a:ln>
          </p:spPr>
          <p:txBody>
            <a:bodyPr anchorCtr="0" anchor="ctr" bIns="105900" lIns="105900" spcFirstLastPara="1" rIns="105900" wrap="square" tIns="105900">
              <a:noAutofit/>
            </a:bodyPr>
            <a:lstStyle/>
            <a:p>
              <a:pPr indent="0" lvl="0" marL="0" marR="0" rtl="0" algn="ctr">
                <a:lnSpc>
                  <a:spcPct val="100000"/>
                </a:lnSpc>
                <a:spcBef>
                  <a:spcPts val="0"/>
                </a:spcBef>
                <a:spcAft>
                  <a:spcPts val="0"/>
                </a:spcAft>
                <a:buClr>
                  <a:srgbClr val="000000"/>
                </a:buClr>
                <a:buSzPts val="1613"/>
                <a:buFont typeface="Arial"/>
                <a:buNone/>
              </a:pPr>
              <a:r>
                <a:t/>
              </a:r>
              <a:endParaRPr b="0" i="0" sz="1613" u="none" cap="none" strike="noStrike">
                <a:solidFill>
                  <a:srgbClr val="000000"/>
                </a:solidFill>
                <a:latin typeface="Plus Jakarta Sans"/>
                <a:ea typeface="Plus Jakarta Sans"/>
                <a:cs typeface="Plus Jakarta Sans"/>
                <a:sym typeface="Plus Jakarta Sans"/>
              </a:endParaRPr>
            </a:p>
          </p:txBody>
        </p:sp>
        <p:grpSp>
          <p:nvGrpSpPr>
            <p:cNvPr id="1150" name="Google Shape;1150;g3f723343625_0_416"/>
            <p:cNvGrpSpPr/>
            <p:nvPr/>
          </p:nvGrpSpPr>
          <p:grpSpPr>
            <a:xfrm>
              <a:off x="7197933" y="1748618"/>
              <a:ext cx="297526" cy="281563"/>
              <a:chOff x="11055984" y="3985106"/>
              <a:chExt cx="500380" cy="500379"/>
            </a:xfrm>
          </p:grpSpPr>
          <p:sp>
            <p:nvSpPr>
              <p:cNvPr id="1151" name="Google Shape;1151;g3f723343625_0_416"/>
              <p:cNvSpPr/>
              <p:nvPr/>
            </p:nvSpPr>
            <p:spPr>
              <a:xfrm>
                <a:off x="11055984" y="3985106"/>
                <a:ext cx="500380" cy="500379"/>
              </a:xfrm>
              <a:custGeom>
                <a:rect b="b" l="l" r="r" t="t"/>
                <a:pathLst>
                  <a:path extrusionOk="0" h="500379" w="500380">
                    <a:moveTo>
                      <a:pt x="0" y="0"/>
                    </a:moveTo>
                    <a:lnTo>
                      <a:pt x="0" y="500380"/>
                    </a:lnTo>
                    <a:lnTo>
                      <a:pt x="500380" y="500380"/>
                    </a:lnTo>
                    <a:lnTo>
                      <a:pt x="500380" y="0"/>
                    </a:lnTo>
                    <a:lnTo>
                      <a:pt x="0" y="0"/>
                    </a:lnTo>
                    <a:close/>
                    <a:moveTo>
                      <a:pt x="487045" y="487045"/>
                    </a:moveTo>
                    <a:lnTo>
                      <a:pt x="13335" y="487045"/>
                    </a:lnTo>
                    <a:lnTo>
                      <a:pt x="13335" y="13335"/>
                    </a:lnTo>
                    <a:lnTo>
                      <a:pt x="487045" y="13335"/>
                    </a:lnTo>
                    <a:lnTo>
                      <a:pt x="487045" y="487045"/>
                    </a:ln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2" name="Google Shape;1152;g3f723343625_0_416"/>
              <p:cNvSpPr/>
              <p:nvPr/>
            </p:nvSpPr>
            <p:spPr>
              <a:xfrm>
                <a:off x="11266466" y="4189837"/>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3" name="Google Shape;1153;g3f723343625_0_416"/>
              <p:cNvSpPr/>
              <p:nvPr/>
            </p:nvSpPr>
            <p:spPr>
              <a:xfrm>
                <a:off x="11266466" y="4054582"/>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4" name="Google Shape;1154;g3f723343625_0_416"/>
              <p:cNvSpPr/>
              <p:nvPr/>
            </p:nvSpPr>
            <p:spPr>
              <a:xfrm>
                <a:off x="11266466" y="4325092"/>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5" name="Google Shape;1155;g3f723343625_0_416"/>
              <p:cNvSpPr/>
              <p:nvPr/>
            </p:nvSpPr>
            <p:spPr>
              <a:xfrm>
                <a:off x="11130577" y="4189837"/>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6" name="Google Shape;1156;g3f723343625_0_416"/>
              <p:cNvSpPr/>
              <p:nvPr/>
            </p:nvSpPr>
            <p:spPr>
              <a:xfrm>
                <a:off x="11130577" y="4054582"/>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7" name="Google Shape;1157;g3f723343625_0_416"/>
              <p:cNvSpPr/>
              <p:nvPr/>
            </p:nvSpPr>
            <p:spPr>
              <a:xfrm>
                <a:off x="11130577" y="4325092"/>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8" name="Google Shape;1158;g3f723343625_0_416"/>
              <p:cNvSpPr/>
              <p:nvPr/>
            </p:nvSpPr>
            <p:spPr>
              <a:xfrm>
                <a:off x="11401722" y="4189837"/>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59" name="Google Shape;1159;g3f723343625_0_416"/>
              <p:cNvSpPr/>
              <p:nvPr/>
            </p:nvSpPr>
            <p:spPr>
              <a:xfrm>
                <a:off x="11401722" y="4054582"/>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60" name="Google Shape;1160;g3f723343625_0_416"/>
              <p:cNvSpPr/>
              <p:nvPr/>
            </p:nvSpPr>
            <p:spPr>
              <a:xfrm>
                <a:off x="11401722" y="4325092"/>
                <a:ext cx="81280" cy="81279"/>
              </a:xfrm>
              <a:custGeom>
                <a:rect b="b" l="l" r="r" t="t"/>
                <a:pathLst>
                  <a:path extrusionOk="0" h="81279" w="81280">
                    <a:moveTo>
                      <a:pt x="81280" y="40640"/>
                    </a:moveTo>
                    <a:cubicBezTo>
                      <a:pt x="81280" y="63085"/>
                      <a:pt x="63085" y="81280"/>
                      <a:pt x="40640" y="81280"/>
                    </a:cubicBezTo>
                    <a:cubicBezTo>
                      <a:pt x="18195" y="81280"/>
                      <a:pt x="0" y="63085"/>
                      <a:pt x="0" y="40640"/>
                    </a:cubicBezTo>
                    <a:cubicBezTo>
                      <a:pt x="0" y="18195"/>
                      <a:pt x="18195" y="0"/>
                      <a:pt x="40640" y="0"/>
                    </a:cubicBezTo>
                    <a:cubicBezTo>
                      <a:pt x="63085" y="0"/>
                      <a:pt x="81280" y="18195"/>
                      <a:pt x="81280" y="4064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grpSp>
        <p:sp>
          <p:nvSpPr>
            <p:cNvPr id="1161" name="Google Shape;1161;g3f723343625_0_416"/>
            <p:cNvSpPr txBox="1"/>
            <p:nvPr/>
          </p:nvSpPr>
          <p:spPr>
            <a:xfrm>
              <a:off x="6996402" y="2034821"/>
              <a:ext cx="701700" cy="296100"/>
            </a:xfrm>
            <a:prstGeom prst="rect">
              <a:avLst/>
            </a:prstGeom>
            <a:noFill/>
            <a:ln>
              <a:noFill/>
            </a:ln>
          </p:spPr>
          <p:txBody>
            <a:bodyPr anchorCtr="0" anchor="t" bIns="105900" lIns="105900" spcFirstLastPara="1" rIns="105900" wrap="square" tIns="105900">
              <a:spAutoFit/>
            </a:bodyPr>
            <a:lstStyle/>
            <a:p>
              <a:pPr indent="0" lvl="0" marL="0" marR="0" rtl="0" algn="ctr">
                <a:lnSpc>
                  <a:spcPct val="100000"/>
                </a:lnSpc>
                <a:spcBef>
                  <a:spcPts val="0"/>
                </a:spcBef>
                <a:spcAft>
                  <a:spcPts val="0"/>
                </a:spcAft>
                <a:buClr>
                  <a:srgbClr val="000000"/>
                </a:buClr>
                <a:buSzPts val="839"/>
                <a:buFont typeface="Arial"/>
                <a:buNone/>
              </a:pPr>
              <a:r>
                <a:rPr b="0" i="0" lang="en" sz="839" u="none" cap="none" strike="noStrike">
                  <a:solidFill>
                    <a:srgbClr val="FFFFFF"/>
                  </a:solidFill>
                  <a:latin typeface="Plus Jakarta Sans"/>
                  <a:ea typeface="Plus Jakarta Sans"/>
                  <a:cs typeface="Plus Jakarta Sans"/>
                  <a:sym typeface="Plus Jakarta Sans"/>
                </a:rPr>
                <a:t>Copilot</a:t>
              </a:r>
              <a:endParaRPr b="0" i="0" sz="1743" u="none" cap="none" strike="noStrike">
                <a:solidFill>
                  <a:srgbClr val="000000"/>
                </a:solidFill>
                <a:latin typeface="Plus Jakarta Sans"/>
                <a:ea typeface="Plus Jakarta Sans"/>
                <a:cs typeface="Plus Jakarta Sans"/>
                <a:sym typeface="Plus Jakarta Sans"/>
              </a:endParaRPr>
            </a:p>
          </p:txBody>
        </p:sp>
        <p:sp>
          <p:nvSpPr>
            <p:cNvPr id="1162" name="Google Shape;1162;g3f723343625_0_416"/>
            <p:cNvSpPr/>
            <p:nvPr/>
          </p:nvSpPr>
          <p:spPr>
            <a:xfrm>
              <a:off x="6995850" y="2376475"/>
              <a:ext cx="701700" cy="622500"/>
            </a:xfrm>
            <a:prstGeom prst="roundRect">
              <a:avLst>
                <a:gd fmla="val 20286" name="adj"/>
              </a:avLst>
            </a:prstGeom>
            <a:solidFill>
              <a:srgbClr val="5455F9"/>
            </a:solidFill>
            <a:ln>
              <a:noFill/>
            </a:ln>
          </p:spPr>
          <p:txBody>
            <a:bodyPr anchorCtr="0" anchor="ctr" bIns="105900" lIns="105900" spcFirstLastPara="1" rIns="105900" wrap="square" tIns="105900">
              <a:noAutofit/>
            </a:bodyPr>
            <a:lstStyle/>
            <a:p>
              <a:pPr indent="0" lvl="0" marL="0" marR="0" rtl="0" algn="ctr">
                <a:lnSpc>
                  <a:spcPct val="100000"/>
                </a:lnSpc>
                <a:spcBef>
                  <a:spcPts val="0"/>
                </a:spcBef>
                <a:spcAft>
                  <a:spcPts val="0"/>
                </a:spcAft>
                <a:buClr>
                  <a:srgbClr val="000000"/>
                </a:buClr>
                <a:buSzPts val="1613"/>
                <a:buFont typeface="Arial"/>
                <a:buNone/>
              </a:pPr>
              <a:r>
                <a:t/>
              </a:r>
              <a:endParaRPr b="0" i="0" sz="1613" u="none" cap="none" strike="noStrike">
                <a:solidFill>
                  <a:srgbClr val="000000"/>
                </a:solidFill>
                <a:latin typeface="Plus Jakarta Sans"/>
                <a:ea typeface="Plus Jakarta Sans"/>
                <a:cs typeface="Plus Jakarta Sans"/>
                <a:sym typeface="Plus Jakarta Sans"/>
              </a:endParaRPr>
            </a:p>
          </p:txBody>
        </p:sp>
        <p:sp>
          <p:nvSpPr>
            <p:cNvPr id="1163" name="Google Shape;1163;g3f723343625_0_416"/>
            <p:cNvSpPr txBox="1"/>
            <p:nvPr/>
          </p:nvSpPr>
          <p:spPr>
            <a:xfrm>
              <a:off x="6902700" y="2612750"/>
              <a:ext cx="888000" cy="407700"/>
            </a:xfrm>
            <a:prstGeom prst="rect">
              <a:avLst/>
            </a:prstGeom>
            <a:noFill/>
            <a:ln>
              <a:noFill/>
            </a:ln>
          </p:spPr>
          <p:txBody>
            <a:bodyPr anchorCtr="0" anchor="t" bIns="105900" lIns="105900" spcFirstLastPara="1" rIns="105900" wrap="square" tIns="105900">
              <a:spAutoFit/>
            </a:bodyPr>
            <a:lstStyle/>
            <a:p>
              <a:pPr indent="0" lvl="0" marL="0" marR="0" rtl="0" algn="ctr">
                <a:lnSpc>
                  <a:spcPct val="100000"/>
                </a:lnSpc>
                <a:spcBef>
                  <a:spcPts val="0"/>
                </a:spcBef>
                <a:spcAft>
                  <a:spcPts val="0"/>
                </a:spcAft>
                <a:buClr>
                  <a:srgbClr val="000000"/>
                </a:buClr>
                <a:buSzPts val="839"/>
                <a:buFont typeface="Arial"/>
                <a:buNone/>
              </a:pPr>
              <a:r>
                <a:rPr b="0" i="0" lang="en" sz="839" u="none" cap="none" strike="noStrike">
                  <a:solidFill>
                    <a:srgbClr val="FFFFFF"/>
                  </a:solidFill>
                  <a:latin typeface="Plus Jakarta Sans"/>
                  <a:ea typeface="Plus Jakarta Sans"/>
                  <a:cs typeface="Plus Jakarta Sans"/>
                  <a:sym typeface="Plus Jakarta Sans"/>
                </a:rPr>
                <a:t>Agentic Workflows</a:t>
              </a:r>
              <a:endParaRPr b="0" i="0" sz="839" u="none" cap="none" strike="noStrike">
                <a:solidFill>
                  <a:srgbClr val="FFFFFF"/>
                </a:solidFill>
                <a:latin typeface="Plus Jakarta Sans"/>
                <a:ea typeface="Plus Jakarta Sans"/>
                <a:cs typeface="Plus Jakarta Sans"/>
                <a:sym typeface="Plus Jakarta Sans"/>
              </a:endParaRPr>
            </a:p>
          </p:txBody>
        </p:sp>
        <p:grpSp>
          <p:nvGrpSpPr>
            <p:cNvPr id="1164" name="Google Shape;1164;g3f723343625_0_416"/>
            <p:cNvGrpSpPr/>
            <p:nvPr/>
          </p:nvGrpSpPr>
          <p:grpSpPr>
            <a:xfrm>
              <a:off x="7232285" y="2466706"/>
              <a:ext cx="228751" cy="179197"/>
              <a:chOff x="11054080" y="2067560"/>
              <a:chExt cx="504189" cy="394969"/>
            </a:xfrm>
          </p:grpSpPr>
          <p:sp>
            <p:nvSpPr>
              <p:cNvPr id="1165" name="Google Shape;1165;g3f723343625_0_416"/>
              <p:cNvSpPr/>
              <p:nvPr/>
            </p:nvSpPr>
            <p:spPr>
              <a:xfrm>
                <a:off x="11175365" y="2242978"/>
                <a:ext cx="382904" cy="67072"/>
              </a:xfrm>
              <a:custGeom>
                <a:rect b="b" l="l" r="r" t="t"/>
                <a:pathLst>
                  <a:path extrusionOk="0" h="67072" w="382904">
                    <a:moveTo>
                      <a:pt x="1905" y="6191"/>
                    </a:moveTo>
                    <a:cubicBezTo>
                      <a:pt x="9525" y="9366"/>
                      <a:pt x="15875" y="14446"/>
                      <a:pt x="22225" y="19526"/>
                    </a:cubicBezTo>
                    <a:lnTo>
                      <a:pt x="41910" y="39211"/>
                    </a:lnTo>
                    <a:cubicBezTo>
                      <a:pt x="63500" y="60801"/>
                      <a:pt x="98425" y="60801"/>
                      <a:pt x="120015" y="39211"/>
                    </a:cubicBezTo>
                    <a:lnTo>
                      <a:pt x="140335" y="19526"/>
                    </a:lnTo>
                    <a:cubicBezTo>
                      <a:pt x="167005" y="-6509"/>
                      <a:pt x="209550" y="-6509"/>
                      <a:pt x="236220" y="19526"/>
                    </a:cubicBezTo>
                    <a:lnTo>
                      <a:pt x="256540" y="39211"/>
                    </a:lnTo>
                    <a:cubicBezTo>
                      <a:pt x="278130" y="60166"/>
                      <a:pt x="309245" y="60166"/>
                      <a:pt x="335280" y="38576"/>
                    </a:cubicBezTo>
                    <a:cubicBezTo>
                      <a:pt x="363220" y="15716"/>
                      <a:pt x="374650" y="6191"/>
                      <a:pt x="374650" y="5556"/>
                    </a:cubicBezTo>
                    <a:lnTo>
                      <a:pt x="382905" y="15081"/>
                    </a:lnTo>
                    <a:cubicBezTo>
                      <a:pt x="382270" y="15716"/>
                      <a:pt x="371475" y="25241"/>
                      <a:pt x="342900" y="48101"/>
                    </a:cubicBezTo>
                    <a:cubicBezTo>
                      <a:pt x="311150" y="73501"/>
                      <a:pt x="273685" y="73501"/>
                      <a:pt x="247015" y="47466"/>
                    </a:cubicBezTo>
                    <a:lnTo>
                      <a:pt x="226695" y="27781"/>
                    </a:lnTo>
                    <a:cubicBezTo>
                      <a:pt x="205105" y="6191"/>
                      <a:pt x="170180" y="6191"/>
                      <a:pt x="148590" y="27781"/>
                    </a:cubicBezTo>
                    <a:lnTo>
                      <a:pt x="128270" y="47466"/>
                    </a:lnTo>
                    <a:cubicBezTo>
                      <a:pt x="101600" y="73501"/>
                      <a:pt x="59055" y="73501"/>
                      <a:pt x="32385" y="47466"/>
                    </a:cubicBezTo>
                    <a:lnTo>
                      <a:pt x="12065" y="27781"/>
                    </a:lnTo>
                    <a:cubicBezTo>
                      <a:pt x="8255" y="23971"/>
                      <a:pt x="4445" y="20796"/>
                      <a:pt x="0" y="18891"/>
                    </a:cubicBezTo>
                    <a:lnTo>
                      <a:pt x="1905" y="6191"/>
                    </a:ln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66" name="Google Shape;1166;g3f723343625_0_416"/>
              <p:cNvSpPr/>
              <p:nvPr/>
            </p:nvSpPr>
            <p:spPr>
              <a:xfrm>
                <a:off x="11054080" y="2252345"/>
                <a:ext cx="64769" cy="61594"/>
              </a:xfrm>
              <a:custGeom>
                <a:rect b="b" l="l" r="r" t="t"/>
                <a:pathLst>
                  <a:path extrusionOk="0" h="61594" w="64769">
                    <a:moveTo>
                      <a:pt x="64770" y="12700"/>
                    </a:moveTo>
                    <a:cubicBezTo>
                      <a:pt x="61595" y="14605"/>
                      <a:pt x="59055" y="17145"/>
                      <a:pt x="56514" y="19685"/>
                    </a:cubicBezTo>
                    <a:lnTo>
                      <a:pt x="8255" y="61595"/>
                    </a:lnTo>
                    <a:lnTo>
                      <a:pt x="0" y="52070"/>
                    </a:lnTo>
                    <a:lnTo>
                      <a:pt x="47625" y="10160"/>
                    </a:lnTo>
                    <a:cubicBezTo>
                      <a:pt x="51435" y="6350"/>
                      <a:pt x="55880" y="2540"/>
                      <a:pt x="60960" y="0"/>
                    </a:cubicBezTo>
                    <a:lnTo>
                      <a:pt x="64770" y="12700"/>
                    </a:ln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67" name="Google Shape;1167;g3f723343625_0_416"/>
              <p:cNvSpPr/>
              <p:nvPr/>
            </p:nvSpPr>
            <p:spPr>
              <a:xfrm>
                <a:off x="11430000" y="2262504"/>
                <a:ext cx="76200" cy="76200"/>
              </a:xfrm>
              <a:custGeom>
                <a:rect b="b" l="l" r="r" t="t"/>
                <a:pathLst>
                  <a:path extrusionOk="0" h="76200" w="76200">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68" name="Google Shape;1168;g3f723343625_0_416"/>
              <p:cNvSpPr/>
              <p:nvPr/>
            </p:nvSpPr>
            <p:spPr>
              <a:xfrm>
                <a:off x="11054715" y="2391568"/>
                <a:ext cx="276859" cy="70961"/>
              </a:xfrm>
              <a:custGeom>
                <a:rect b="b" l="l" r="r" t="t"/>
                <a:pathLst>
                  <a:path extrusionOk="0" h="70961" w="276859">
                    <a:moveTo>
                      <a:pt x="276860" y="23336"/>
                    </a:moveTo>
                    <a:cubicBezTo>
                      <a:pt x="274320" y="25241"/>
                      <a:pt x="272415" y="27146"/>
                      <a:pt x="270510" y="29051"/>
                    </a:cubicBezTo>
                    <a:lnTo>
                      <a:pt x="250190" y="48736"/>
                    </a:lnTo>
                    <a:cubicBezTo>
                      <a:pt x="223520" y="74771"/>
                      <a:pt x="180975" y="74771"/>
                      <a:pt x="154305" y="48736"/>
                    </a:cubicBezTo>
                    <a:lnTo>
                      <a:pt x="134620" y="29051"/>
                    </a:lnTo>
                    <a:cubicBezTo>
                      <a:pt x="113030" y="7461"/>
                      <a:pt x="78105" y="7461"/>
                      <a:pt x="56515" y="29051"/>
                    </a:cubicBezTo>
                    <a:lnTo>
                      <a:pt x="8255" y="70961"/>
                    </a:lnTo>
                    <a:lnTo>
                      <a:pt x="0" y="61436"/>
                    </a:lnTo>
                    <a:lnTo>
                      <a:pt x="47625" y="19526"/>
                    </a:lnTo>
                    <a:cubicBezTo>
                      <a:pt x="74295" y="-6509"/>
                      <a:pt x="116840" y="-6509"/>
                      <a:pt x="143510" y="19526"/>
                    </a:cubicBezTo>
                    <a:lnTo>
                      <a:pt x="163195" y="39211"/>
                    </a:lnTo>
                    <a:cubicBezTo>
                      <a:pt x="184785" y="60801"/>
                      <a:pt x="219710" y="60801"/>
                      <a:pt x="241300" y="39211"/>
                    </a:cubicBezTo>
                    <a:lnTo>
                      <a:pt x="261620" y="19526"/>
                    </a:lnTo>
                    <a:cubicBezTo>
                      <a:pt x="264795" y="16351"/>
                      <a:pt x="268605" y="13176"/>
                      <a:pt x="272415" y="10636"/>
                    </a:cubicBezTo>
                    <a:lnTo>
                      <a:pt x="276860" y="23336"/>
                    </a:ln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69" name="Google Shape;1169;g3f723343625_0_416"/>
              <p:cNvSpPr/>
              <p:nvPr/>
            </p:nvSpPr>
            <p:spPr>
              <a:xfrm>
                <a:off x="11388090" y="2397125"/>
                <a:ext cx="170179" cy="61516"/>
              </a:xfrm>
              <a:custGeom>
                <a:rect b="b" l="l" r="r" t="t"/>
                <a:pathLst>
                  <a:path extrusionOk="0" h="61516" w="170179">
                    <a:moveTo>
                      <a:pt x="2540" y="0"/>
                    </a:moveTo>
                    <a:cubicBezTo>
                      <a:pt x="10160" y="3175"/>
                      <a:pt x="17780" y="8255"/>
                      <a:pt x="23495" y="13970"/>
                    </a:cubicBezTo>
                    <a:lnTo>
                      <a:pt x="43815" y="33655"/>
                    </a:lnTo>
                    <a:cubicBezTo>
                      <a:pt x="65405" y="54610"/>
                      <a:pt x="96520" y="54610"/>
                      <a:pt x="122555" y="33020"/>
                    </a:cubicBezTo>
                    <a:cubicBezTo>
                      <a:pt x="150495" y="10160"/>
                      <a:pt x="161925" y="635"/>
                      <a:pt x="161925" y="0"/>
                    </a:cubicBezTo>
                    <a:lnTo>
                      <a:pt x="170180" y="9525"/>
                    </a:lnTo>
                    <a:cubicBezTo>
                      <a:pt x="169545" y="10160"/>
                      <a:pt x="158750" y="19685"/>
                      <a:pt x="130175" y="42545"/>
                    </a:cubicBezTo>
                    <a:cubicBezTo>
                      <a:pt x="98425" y="67945"/>
                      <a:pt x="60960" y="67945"/>
                      <a:pt x="34290" y="41910"/>
                    </a:cubicBezTo>
                    <a:lnTo>
                      <a:pt x="13970" y="22225"/>
                    </a:lnTo>
                    <a:cubicBezTo>
                      <a:pt x="10160" y="18415"/>
                      <a:pt x="5080" y="14605"/>
                      <a:pt x="0" y="12065"/>
                    </a:cubicBezTo>
                    <a:lnTo>
                      <a:pt x="2540" y="0"/>
                    </a:ln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0" name="Google Shape;1170;g3f723343625_0_416"/>
              <p:cNvSpPr/>
              <p:nvPr/>
            </p:nvSpPr>
            <p:spPr>
              <a:xfrm>
                <a:off x="11109959" y="2363470"/>
                <a:ext cx="76200" cy="76200"/>
              </a:xfrm>
              <a:custGeom>
                <a:rect b="b" l="l" r="r" t="t"/>
                <a:pathLst>
                  <a:path extrusionOk="0" h="76200" w="76200">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1" name="Google Shape;1171;g3f723343625_0_416"/>
              <p:cNvSpPr/>
              <p:nvPr/>
            </p:nvSpPr>
            <p:spPr>
              <a:xfrm>
                <a:off x="11054080" y="2106929"/>
                <a:ext cx="66039" cy="62865"/>
              </a:xfrm>
              <a:custGeom>
                <a:rect b="b" l="l" r="r" t="t"/>
                <a:pathLst>
                  <a:path extrusionOk="0" h="62865" w="66039">
                    <a:moveTo>
                      <a:pt x="66039" y="13335"/>
                    </a:moveTo>
                    <a:cubicBezTo>
                      <a:pt x="62230" y="15240"/>
                      <a:pt x="59055" y="17780"/>
                      <a:pt x="56514" y="20955"/>
                    </a:cubicBezTo>
                    <a:lnTo>
                      <a:pt x="8255" y="62865"/>
                    </a:lnTo>
                    <a:lnTo>
                      <a:pt x="0" y="53340"/>
                    </a:lnTo>
                    <a:lnTo>
                      <a:pt x="47625" y="11430"/>
                    </a:lnTo>
                    <a:cubicBezTo>
                      <a:pt x="52070" y="6985"/>
                      <a:pt x="57150" y="3175"/>
                      <a:pt x="62864" y="0"/>
                    </a:cubicBezTo>
                    <a:lnTo>
                      <a:pt x="66039" y="13335"/>
                    </a:ln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2" name="Google Shape;1172;g3f723343625_0_416"/>
              <p:cNvSpPr/>
              <p:nvPr/>
            </p:nvSpPr>
            <p:spPr>
              <a:xfrm>
                <a:off x="11176634" y="2099468"/>
                <a:ext cx="381634" cy="67072"/>
              </a:xfrm>
              <a:custGeom>
                <a:rect b="b" l="l" r="r" t="t"/>
                <a:pathLst>
                  <a:path extrusionOk="0" h="67072" w="381634">
                    <a:moveTo>
                      <a:pt x="1905" y="6191"/>
                    </a:moveTo>
                    <a:cubicBezTo>
                      <a:pt x="8890" y="9366"/>
                      <a:pt x="15240" y="13811"/>
                      <a:pt x="20955" y="19526"/>
                    </a:cubicBezTo>
                    <a:lnTo>
                      <a:pt x="40640" y="39211"/>
                    </a:lnTo>
                    <a:cubicBezTo>
                      <a:pt x="62230" y="60801"/>
                      <a:pt x="97155" y="60801"/>
                      <a:pt x="118745" y="39211"/>
                    </a:cubicBezTo>
                    <a:lnTo>
                      <a:pt x="139065" y="19526"/>
                    </a:lnTo>
                    <a:cubicBezTo>
                      <a:pt x="165735" y="-6509"/>
                      <a:pt x="208280" y="-6509"/>
                      <a:pt x="234950" y="19526"/>
                    </a:cubicBezTo>
                    <a:lnTo>
                      <a:pt x="255270" y="39211"/>
                    </a:lnTo>
                    <a:cubicBezTo>
                      <a:pt x="276860" y="60166"/>
                      <a:pt x="307975" y="60166"/>
                      <a:pt x="334010" y="38576"/>
                    </a:cubicBezTo>
                    <a:cubicBezTo>
                      <a:pt x="361950" y="15716"/>
                      <a:pt x="373380" y="6191"/>
                      <a:pt x="373380" y="5556"/>
                    </a:cubicBezTo>
                    <a:lnTo>
                      <a:pt x="381635" y="15081"/>
                    </a:lnTo>
                    <a:cubicBezTo>
                      <a:pt x="381000" y="15716"/>
                      <a:pt x="370205" y="25241"/>
                      <a:pt x="341630" y="48101"/>
                    </a:cubicBezTo>
                    <a:cubicBezTo>
                      <a:pt x="309880" y="73501"/>
                      <a:pt x="272415" y="73501"/>
                      <a:pt x="245745" y="47466"/>
                    </a:cubicBezTo>
                    <a:lnTo>
                      <a:pt x="225425" y="27781"/>
                    </a:lnTo>
                    <a:cubicBezTo>
                      <a:pt x="203835" y="6191"/>
                      <a:pt x="168910" y="6191"/>
                      <a:pt x="147320" y="27781"/>
                    </a:cubicBezTo>
                    <a:lnTo>
                      <a:pt x="127000" y="47466"/>
                    </a:lnTo>
                    <a:cubicBezTo>
                      <a:pt x="100330" y="73501"/>
                      <a:pt x="57785" y="73501"/>
                      <a:pt x="31115" y="47466"/>
                    </a:cubicBezTo>
                    <a:lnTo>
                      <a:pt x="11430" y="27781"/>
                    </a:lnTo>
                    <a:cubicBezTo>
                      <a:pt x="8255" y="24606"/>
                      <a:pt x="3810" y="21431"/>
                      <a:pt x="0" y="18891"/>
                    </a:cubicBezTo>
                    <a:lnTo>
                      <a:pt x="1905" y="6191"/>
                    </a:ln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3" name="Google Shape;1173;g3f723343625_0_416"/>
              <p:cNvSpPr/>
              <p:nvPr/>
            </p:nvSpPr>
            <p:spPr>
              <a:xfrm>
                <a:off x="11325225" y="2067560"/>
                <a:ext cx="76200" cy="76200"/>
              </a:xfrm>
              <a:custGeom>
                <a:rect b="b" l="l" r="r" t="t"/>
                <a:pathLst>
                  <a:path extrusionOk="0" h="76200" w="76200">
                    <a:moveTo>
                      <a:pt x="76200" y="38100"/>
                    </a:moveTo>
                    <a:cubicBezTo>
                      <a:pt x="76200" y="59142"/>
                      <a:pt x="59142" y="76200"/>
                      <a:pt x="38100" y="76200"/>
                    </a:cubicBezTo>
                    <a:cubicBezTo>
                      <a:pt x="17058" y="76200"/>
                      <a:pt x="0" y="59142"/>
                      <a:pt x="0" y="38100"/>
                    </a:cubicBezTo>
                    <a:cubicBezTo>
                      <a:pt x="0" y="17058"/>
                      <a:pt x="17058" y="0"/>
                      <a:pt x="38100" y="0"/>
                    </a:cubicBezTo>
                    <a:cubicBezTo>
                      <a:pt x="59142" y="0"/>
                      <a:pt x="76200" y="17058"/>
                      <a:pt x="76200" y="3810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4" name="Google Shape;1174;g3f723343625_0_416"/>
              <p:cNvSpPr/>
              <p:nvPr/>
            </p:nvSpPr>
            <p:spPr>
              <a:xfrm>
                <a:off x="11109959" y="2067560"/>
                <a:ext cx="76200" cy="76200"/>
              </a:xfrm>
              <a:custGeom>
                <a:rect b="b" l="l" r="r" t="t"/>
                <a:pathLst>
                  <a:path extrusionOk="0" h="76200" w="7620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4130"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5" name="Google Shape;1175;g3f723343625_0_416"/>
              <p:cNvSpPr/>
              <p:nvPr/>
            </p:nvSpPr>
            <p:spPr>
              <a:xfrm>
                <a:off x="11109959" y="2211704"/>
                <a:ext cx="76200" cy="76200"/>
              </a:xfrm>
              <a:custGeom>
                <a:rect b="b" l="l" r="r" t="t"/>
                <a:pathLst>
                  <a:path extrusionOk="0" h="76200" w="7620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4130"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6" name="Google Shape;1176;g3f723343625_0_416"/>
              <p:cNvSpPr/>
              <p:nvPr/>
            </p:nvSpPr>
            <p:spPr>
              <a:xfrm>
                <a:off x="11322050" y="2359660"/>
                <a:ext cx="76200" cy="76200"/>
              </a:xfrm>
              <a:custGeom>
                <a:rect b="b" l="l" r="r" t="t"/>
                <a:pathLst>
                  <a:path extrusionOk="0" h="76200" w="76200">
                    <a:moveTo>
                      <a:pt x="38100" y="12700"/>
                    </a:moveTo>
                    <a:cubicBezTo>
                      <a:pt x="52070" y="12700"/>
                      <a:pt x="63500" y="24130"/>
                      <a:pt x="63500" y="38100"/>
                    </a:cubicBezTo>
                    <a:cubicBezTo>
                      <a:pt x="63500" y="52070"/>
                      <a:pt x="52070" y="63500"/>
                      <a:pt x="38100" y="63500"/>
                    </a:cubicBezTo>
                    <a:cubicBezTo>
                      <a:pt x="24130" y="63500"/>
                      <a:pt x="12700" y="52070"/>
                      <a:pt x="12700" y="38100"/>
                    </a:cubicBezTo>
                    <a:cubicBezTo>
                      <a:pt x="12700" y="24130"/>
                      <a:pt x="23495" y="12700"/>
                      <a:pt x="38100" y="12700"/>
                    </a:cubicBezTo>
                    <a:moveTo>
                      <a:pt x="38100" y="0"/>
                    </a:moveTo>
                    <a:cubicBezTo>
                      <a:pt x="17145" y="0"/>
                      <a:pt x="0" y="17145"/>
                      <a:pt x="0" y="38100"/>
                    </a:cubicBezTo>
                    <a:cubicBezTo>
                      <a:pt x="0" y="59055"/>
                      <a:pt x="17145" y="76200"/>
                      <a:pt x="38100" y="76200"/>
                    </a:cubicBezTo>
                    <a:cubicBezTo>
                      <a:pt x="59055" y="76200"/>
                      <a:pt x="76200" y="59055"/>
                      <a:pt x="76200" y="38100"/>
                    </a:cubicBezTo>
                    <a:cubicBezTo>
                      <a:pt x="76200" y="17145"/>
                      <a:pt x="59055" y="0"/>
                      <a:pt x="38100" y="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grpSp>
        <p:sp>
          <p:nvSpPr>
            <p:cNvPr id="1177" name="Google Shape;1177;g3f723343625_0_416"/>
            <p:cNvSpPr/>
            <p:nvPr/>
          </p:nvSpPr>
          <p:spPr>
            <a:xfrm>
              <a:off x="7209178" y="3424689"/>
              <a:ext cx="191663" cy="191414"/>
            </a:xfrm>
            <a:custGeom>
              <a:rect b="b" l="l" r="r" t="t"/>
              <a:pathLst>
                <a:path extrusionOk="0" h="487679" w="488314">
                  <a:moveTo>
                    <a:pt x="447039" y="311785"/>
                  </a:moveTo>
                  <a:cubicBezTo>
                    <a:pt x="469264" y="311785"/>
                    <a:pt x="487680" y="293370"/>
                    <a:pt x="487680" y="271145"/>
                  </a:cubicBezTo>
                  <a:cubicBezTo>
                    <a:pt x="487680" y="248920"/>
                    <a:pt x="469264" y="230505"/>
                    <a:pt x="447039" y="230505"/>
                  </a:cubicBezTo>
                  <a:cubicBezTo>
                    <a:pt x="424814" y="230505"/>
                    <a:pt x="406400" y="248920"/>
                    <a:pt x="406400" y="271145"/>
                  </a:cubicBezTo>
                  <a:cubicBezTo>
                    <a:pt x="406400" y="278765"/>
                    <a:pt x="408305" y="285750"/>
                    <a:pt x="412114" y="291465"/>
                  </a:cubicBezTo>
                  <a:lnTo>
                    <a:pt x="327025" y="357505"/>
                  </a:lnTo>
                  <a:cubicBezTo>
                    <a:pt x="319405" y="349885"/>
                    <a:pt x="309245" y="345440"/>
                    <a:pt x="298450" y="345440"/>
                  </a:cubicBezTo>
                  <a:cubicBezTo>
                    <a:pt x="283210" y="345440"/>
                    <a:pt x="269875" y="353695"/>
                    <a:pt x="262889" y="366395"/>
                  </a:cubicBezTo>
                  <a:lnTo>
                    <a:pt x="189230" y="339725"/>
                  </a:lnTo>
                  <a:cubicBezTo>
                    <a:pt x="189864" y="337185"/>
                    <a:pt x="189864" y="334645"/>
                    <a:pt x="189864" y="332105"/>
                  </a:cubicBezTo>
                  <a:cubicBezTo>
                    <a:pt x="189864" y="309880"/>
                    <a:pt x="171450" y="291465"/>
                    <a:pt x="149225" y="291465"/>
                  </a:cubicBezTo>
                  <a:cubicBezTo>
                    <a:pt x="127000" y="291465"/>
                    <a:pt x="108585" y="309880"/>
                    <a:pt x="108585" y="332105"/>
                  </a:cubicBezTo>
                  <a:cubicBezTo>
                    <a:pt x="108585" y="337820"/>
                    <a:pt x="109855" y="342900"/>
                    <a:pt x="111760" y="347980"/>
                  </a:cubicBezTo>
                  <a:lnTo>
                    <a:pt x="13970" y="405130"/>
                  </a:lnTo>
                  <a:lnTo>
                    <a:pt x="13970" y="241300"/>
                  </a:lnTo>
                  <a:lnTo>
                    <a:pt x="118745" y="182880"/>
                  </a:lnTo>
                  <a:cubicBezTo>
                    <a:pt x="126364" y="191770"/>
                    <a:pt x="137160" y="196850"/>
                    <a:pt x="149225" y="196850"/>
                  </a:cubicBezTo>
                  <a:cubicBezTo>
                    <a:pt x="161925" y="196850"/>
                    <a:pt x="172720" y="191135"/>
                    <a:pt x="180339" y="182245"/>
                  </a:cubicBezTo>
                  <a:lnTo>
                    <a:pt x="260350" y="229235"/>
                  </a:lnTo>
                  <a:cubicBezTo>
                    <a:pt x="258445" y="233680"/>
                    <a:pt x="257810" y="238760"/>
                    <a:pt x="257810" y="243840"/>
                  </a:cubicBezTo>
                  <a:cubicBezTo>
                    <a:pt x="257810" y="266065"/>
                    <a:pt x="276225" y="284480"/>
                    <a:pt x="298450" y="284480"/>
                  </a:cubicBezTo>
                  <a:cubicBezTo>
                    <a:pt x="320675" y="284480"/>
                    <a:pt x="339089" y="266065"/>
                    <a:pt x="339089" y="243840"/>
                  </a:cubicBezTo>
                  <a:cubicBezTo>
                    <a:pt x="339089" y="233680"/>
                    <a:pt x="335280" y="224155"/>
                    <a:pt x="328930" y="217170"/>
                  </a:cubicBezTo>
                  <a:lnTo>
                    <a:pt x="431164" y="78105"/>
                  </a:lnTo>
                  <a:cubicBezTo>
                    <a:pt x="436245" y="80010"/>
                    <a:pt x="441960" y="81280"/>
                    <a:pt x="447675" y="81280"/>
                  </a:cubicBezTo>
                  <a:cubicBezTo>
                    <a:pt x="469900" y="81280"/>
                    <a:pt x="488314" y="62865"/>
                    <a:pt x="488314" y="40640"/>
                  </a:cubicBezTo>
                  <a:cubicBezTo>
                    <a:pt x="488314" y="18415"/>
                    <a:pt x="469900" y="0"/>
                    <a:pt x="447675" y="0"/>
                  </a:cubicBezTo>
                  <a:cubicBezTo>
                    <a:pt x="425450" y="0"/>
                    <a:pt x="407035" y="18415"/>
                    <a:pt x="407035" y="40640"/>
                  </a:cubicBezTo>
                  <a:cubicBezTo>
                    <a:pt x="407035" y="52070"/>
                    <a:pt x="412114" y="62865"/>
                    <a:pt x="419735" y="70485"/>
                  </a:cubicBezTo>
                  <a:lnTo>
                    <a:pt x="318135" y="208280"/>
                  </a:lnTo>
                  <a:cubicBezTo>
                    <a:pt x="312420" y="205105"/>
                    <a:pt x="305435" y="203200"/>
                    <a:pt x="298450" y="203200"/>
                  </a:cubicBezTo>
                  <a:cubicBezTo>
                    <a:pt x="285750" y="203200"/>
                    <a:pt x="274955" y="208915"/>
                    <a:pt x="267335" y="217805"/>
                  </a:cubicBezTo>
                  <a:lnTo>
                    <a:pt x="187325" y="170815"/>
                  </a:lnTo>
                  <a:cubicBezTo>
                    <a:pt x="189230" y="166370"/>
                    <a:pt x="189864" y="161290"/>
                    <a:pt x="189864" y="156210"/>
                  </a:cubicBezTo>
                  <a:cubicBezTo>
                    <a:pt x="189864" y="133985"/>
                    <a:pt x="171450" y="115570"/>
                    <a:pt x="149225" y="115570"/>
                  </a:cubicBezTo>
                  <a:cubicBezTo>
                    <a:pt x="127000" y="115570"/>
                    <a:pt x="108585" y="133985"/>
                    <a:pt x="108585" y="156210"/>
                  </a:cubicBezTo>
                  <a:cubicBezTo>
                    <a:pt x="108585" y="161290"/>
                    <a:pt x="109855" y="166370"/>
                    <a:pt x="111125" y="170815"/>
                  </a:cubicBezTo>
                  <a:lnTo>
                    <a:pt x="13335" y="225425"/>
                  </a:lnTo>
                  <a:lnTo>
                    <a:pt x="13335" y="635"/>
                  </a:lnTo>
                  <a:lnTo>
                    <a:pt x="0" y="635"/>
                  </a:lnTo>
                  <a:lnTo>
                    <a:pt x="0" y="412750"/>
                  </a:lnTo>
                  <a:lnTo>
                    <a:pt x="0" y="412750"/>
                  </a:lnTo>
                  <a:lnTo>
                    <a:pt x="0" y="412750"/>
                  </a:lnTo>
                  <a:lnTo>
                    <a:pt x="0" y="487680"/>
                  </a:lnTo>
                  <a:lnTo>
                    <a:pt x="487045" y="487680"/>
                  </a:lnTo>
                  <a:lnTo>
                    <a:pt x="487045" y="474345"/>
                  </a:lnTo>
                  <a:lnTo>
                    <a:pt x="13335" y="474345"/>
                  </a:lnTo>
                  <a:lnTo>
                    <a:pt x="13335" y="421005"/>
                  </a:lnTo>
                  <a:lnTo>
                    <a:pt x="118745" y="359410"/>
                  </a:lnTo>
                  <a:cubicBezTo>
                    <a:pt x="126364" y="367665"/>
                    <a:pt x="137160" y="372745"/>
                    <a:pt x="148589" y="372745"/>
                  </a:cubicBezTo>
                  <a:cubicBezTo>
                    <a:pt x="163830" y="372745"/>
                    <a:pt x="176530" y="364490"/>
                    <a:pt x="183514" y="352425"/>
                  </a:cubicBezTo>
                  <a:lnTo>
                    <a:pt x="257175" y="379095"/>
                  </a:lnTo>
                  <a:cubicBezTo>
                    <a:pt x="256539" y="381635"/>
                    <a:pt x="256539" y="383540"/>
                    <a:pt x="256539" y="386080"/>
                  </a:cubicBezTo>
                  <a:cubicBezTo>
                    <a:pt x="256539" y="408305"/>
                    <a:pt x="274955" y="426720"/>
                    <a:pt x="297180" y="426720"/>
                  </a:cubicBezTo>
                  <a:cubicBezTo>
                    <a:pt x="319405" y="426720"/>
                    <a:pt x="337820" y="408305"/>
                    <a:pt x="337820" y="386080"/>
                  </a:cubicBezTo>
                  <a:cubicBezTo>
                    <a:pt x="337820" y="379730"/>
                    <a:pt x="336550" y="374015"/>
                    <a:pt x="334010" y="368300"/>
                  </a:cubicBezTo>
                  <a:lnTo>
                    <a:pt x="419735" y="301625"/>
                  </a:lnTo>
                  <a:cubicBezTo>
                    <a:pt x="427989" y="307975"/>
                    <a:pt x="436880" y="311785"/>
                    <a:pt x="447039" y="311785"/>
                  </a:cubicBezTo>
                  <a:close/>
                  <a:moveTo>
                    <a:pt x="447039" y="13970"/>
                  </a:moveTo>
                  <a:cubicBezTo>
                    <a:pt x="461645" y="13970"/>
                    <a:pt x="474345" y="26035"/>
                    <a:pt x="474345" y="41275"/>
                  </a:cubicBezTo>
                  <a:cubicBezTo>
                    <a:pt x="474345" y="56515"/>
                    <a:pt x="462280" y="68580"/>
                    <a:pt x="447039" y="68580"/>
                  </a:cubicBezTo>
                  <a:cubicBezTo>
                    <a:pt x="431800" y="68580"/>
                    <a:pt x="419735" y="56515"/>
                    <a:pt x="419735" y="41275"/>
                  </a:cubicBezTo>
                  <a:cubicBezTo>
                    <a:pt x="419735" y="26035"/>
                    <a:pt x="432435" y="13970"/>
                    <a:pt x="447039" y="13970"/>
                  </a:cubicBezTo>
                  <a:close/>
                  <a:moveTo>
                    <a:pt x="298450" y="217170"/>
                  </a:moveTo>
                  <a:cubicBezTo>
                    <a:pt x="313055" y="217170"/>
                    <a:pt x="325755" y="229235"/>
                    <a:pt x="325755" y="244475"/>
                  </a:cubicBezTo>
                  <a:cubicBezTo>
                    <a:pt x="325755" y="259080"/>
                    <a:pt x="313689" y="271780"/>
                    <a:pt x="298450" y="271780"/>
                  </a:cubicBezTo>
                  <a:cubicBezTo>
                    <a:pt x="283210" y="271780"/>
                    <a:pt x="271145" y="259715"/>
                    <a:pt x="271145" y="244475"/>
                  </a:cubicBezTo>
                  <a:cubicBezTo>
                    <a:pt x="271145" y="229235"/>
                    <a:pt x="283210" y="217170"/>
                    <a:pt x="298450" y="217170"/>
                  </a:cubicBezTo>
                  <a:close/>
                  <a:moveTo>
                    <a:pt x="149860" y="128905"/>
                  </a:moveTo>
                  <a:cubicBezTo>
                    <a:pt x="164464" y="128905"/>
                    <a:pt x="177164" y="140970"/>
                    <a:pt x="177164" y="156210"/>
                  </a:cubicBezTo>
                  <a:cubicBezTo>
                    <a:pt x="177164" y="170815"/>
                    <a:pt x="165100" y="183515"/>
                    <a:pt x="149860" y="183515"/>
                  </a:cubicBezTo>
                  <a:cubicBezTo>
                    <a:pt x="134620" y="183515"/>
                    <a:pt x="122555" y="171450"/>
                    <a:pt x="122555" y="156210"/>
                  </a:cubicBezTo>
                  <a:cubicBezTo>
                    <a:pt x="122555" y="140970"/>
                    <a:pt x="134620" y="128905"/>
                    <a:pt x="149860" y="128905"/>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78" name="Google Shape;1178;g3f723343625_0_416"/>
            <p:cNvSpPr/>
            <p:nvPr/>
          </p:nvSpPr>
          <p:spPr>
            <a:xfrm>
              <a:off x="6995850" y="3052650"/>
              <a:ext cx="701700" cy="622500"/>
            </a:xfrm>
            <a:prstGeom prst="roundRect">
              <a:avLst>
                <a:gd fmla="val 20286" name="adj"/>
              </a:avLst>
            </a:prstGeom>
            <a:solidFill>
              <a:srgbClr val="5555F9"/>
            </a:solidFill>
            <a:ln>
              <a:noFill/>
            </a:ln>
          </p:spPr>
          <p:txBody>
            <a:bodyPr anchorCtr="0" anchor="ctr" bIns="105900" lIns="105900" spcFirstLastPara="1" rIns="105900" wrap="square" tIns="105900">
              <a:noAutofit/>
            </a:bodyPr>
            <a:lstStyle/>
            <a:p>
              <a:pPr indent="0" lvl="0" marL="0" marR="0" rtl="0" algn="ctr">
                <a:lnSpc>
                  <a:spcPct val="100000"/>
                </a:lnSpc>
                <a:spcBef>
                  <a:spcPts val="0"/>
                </a:spcBef>
                <a:spcAft>
                  <a:spcPts val="0"/>
                </a:spcAft>
                <a:buClr>
                  <a:srgbClr val="000000"/>
                </a:buClr>
                <a:buSzPts val="1613"/>
                <a:buFont typeface="Arial"/>
                <a:buNone/>
              </a:pPr>
              <a:r>
                <a:t/>
              </a:r>
              <a:endParaRPr b="0" i="0" sz="1613" u="none" cap="none" strike="noStrike">
                <a:solidFill>
                  <a:srgbClr val="000000"/>
                </a:solidFill>
                <a:latin typeface="Plus Jakarta Sans"/>
                <a:ea typeface="Plus Jakarta Sans"/>
                <a:cs typeface="Plus Jakarta Sans"/>
                <a:sym typeface="Plus Jakarta Sans"/>
              </a:endParaRPr>
            </a:p>
          </p:txBody>
        </p:sp>
        <p:sp>
          <p:nvSpPr>
            <p:cNvPr id="1179" name="Google Shape;1179;g3f723343625_0_416"/>
            <p:cNvSpPr txBox="1"/>
            <p:nvPr/>
          </p:nvSpPr>
          <p:spPr>
            <a:xfrm>
              <a:off x="6902700" y="3274888"/>
              <a:ext cx="888000" cy="407700"/>
            </a:xfrm>
            <a:prstGeom prst="rect">
              <a:avLst/>
            </a:prstGeom>
            <a:noFill/>
            <a:ln>
              <a:noFill/>
            </a:ln>
          </p:spPr>
          <p:txBody>
            <a:bodyPr anchorCtr="0" anchor="t" bIns="105900" lIns="105900" spcFirstLastPara="1" rIns="105900" wrap="square" tIns="105900">
              <a:spAutoFit/>
            </a:bodyPr>
            <a:lstStyle/>
            <a:p>
              <a:pPr indent="0" lvl="0" marL="0" marR="0" rtl="0" algn="ctr">
                <a:lnSpc>
                  <a:spcPct val="100000"/>
                </a:lnSpc>
                <a:spcBef>
                  <a:spcPts val="0"/>
                </a:spcBef>
                <a:spcAft>
                  <a:spcPts val="0"/>
                </a:spcAft>
                <a:buClr>
                  <a:srgbClr val="000000"/>
                </a:buClr>
                <a:buSzPts val="839"/>
                <a:buFont typeface="Arial"/>
                <a:buNone/>
              </a:pPr>
              <a:r>
                <a:rPr b="0" i="0" lang="en" sz="839" u="none" cap="none" strike="noStrike">
                  <a:solidFill>
                    <a:srgbClr val="FFFFFF"/>
                  </a:solidFill>
                  <a:latin typeface="Plus Jakarta Sans"/>
                  <a:ea typeface="Plus Jakarta Sans"/>
                  <a:cs typeface="Plus Jakarta Sans"/>
                  <a:sym typeface="Plus Jakarta Sans"/>
                </a:rPr>
                <a:t>Cloudera </a:t>
              </a:r>
              <a:endParaRPr b="0" i="0" sz="839" u="none" cap="none" strike="noStrike">
                <a:solidFill>
                  <a:srgbClr val="FFFFFF"/>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839"/>
                <a:buFont typeface="Arial"/>
                <a:buNone/>
              </a:pPr>
              <a:r>
                <a:rPr b="0" i="0" lang="en" sz="839" u="none" cap="none" strike="noStrike">
                  <a:solidFill>
                    <a:srgbClr val="FFFFFF"/>
                  </a:solidFill>
                  <a:latin typeface="Plus Jakarta Sans"/>
                  <a:ea typeface="Plus Jakarta Sans"/>
                  <a:cs typeface="Plus Jakarta Sans"/>
                  <a:sym typeface="Plus Jakarta Sans"/>
                </a:rPr>
                <a:t>AI Assistants</a:t>
              </a:r>
              <a:endParaRPr b="0" i="0" sz="839" u="none" cap="none" strike="noStrike">
                <a:solidFill>
                  <a:srgbClr val="FFFFFF"/>
                </a:solidFill>
                <a:latin typeface="Plus Jakarta Sans"/>
                <a:ea typeface="Plus Jakarta Sans"/>
                <a:cs typeface="Plus Jakarta Sans"/>
                <a:sym typeface="Plus Jakarta Sans"/>
              </a:endParaRPr>
            </a:p>
          </p:txBody>
        </p:sp>
        <p:grpSp>
          <p:nvGrpSpPr>
            <p:cNvPr id="1180" name="Google Shape;1180;g3f723343625_0_416"/>
            <p:cNvGrpSpPr/>
            <p:nvPr/>
          </p:nvGrpSpPr>
          <p:grpSpPr>
            <a:xfrm>
              <a:off x="7217311" y="3140675"/>
              <a:ext cx="258770" cy="179195"/>
              <a:chOff x="4087495" y="4131309"/>
              <a:chExt cx="541020" cy="374649"/>
            </a:xfrm>
          </p:grpSpPr>
          <p:sp>
            <p:nvSpPr>
              <p:cNvPr id="1181" name="Google Shape;1181;g3f723343625_0_416"/>
              <p:cNvSpPr/>
              <p:nvPr/>
            </p:nvSpPr>
            <p:spPr>
              <a:xfrm>
                <a:off x="4379595" y="4131309"/>
                <a:ext cx="139700" cy="139700"/>
              </a:xfrm>
              <a:custGeom>
                <a:rect b="b" l="l" r="r" t="t"/>
                <a:pathLst>
                  <a:path extrusionOk="0" h="139700" w="139700">
                    <a:moveTo>
                      <a:pt x="69850" y="139700"/>
                    </a:moveTo>
                    <a:cubicBezTo>
                      <a:pt x="108585" y="139700"/>
                      <a:pt x="139700" y="108585"/>
                      <a:pt x="139700" y="69850"/>
                    </a:cubicBezTo>
                    <a:cubicBezTo>
                      <a:pt x="139700" y="31115"/>
                      <a:pt x="108585" y="0"/>
                      <a:pt x="69850" y="0"/>
                    </a:cubicBezTo>
                    <a:cubicBezTo>
                      <a:pt x="31115" y="0"/>
                      <a:pt x="0" y="31115"/>
                      <a:pt x="0" y="69850"/>
                    </a:cubicBezTo>
                    <a:cubicBezTo>
                      <a:pt x="0" y="108585"/>
                      <a:pt x="31115" y="139700"/>
                      <a:pt x="69850" y="139700"/>
                    </a:cubicBezTo>
                    <a:close/>
                    <a:moveTo>
                      <a:pt x="69850" y="13970"/>
                    </a:moveTo>
                    <a:cubicBezTo>
                      <a:pt x="100965" y="13970"/>
                      <a:pt x="125730" y="39370"/>
                      <a:pt x="125730" y="69850"/>
                    </a:cubicBezTo>
                    <a:cubicBezTo>
                      <a:pt x="125730" y="100965"/>
                      <a:pt x="100330" y="125730"/>
                      <a:pt x="69850" y="125730"/>
                    </a:cubicBezTo>
                    <a:cubicBezTo>
                      <a:pt x="39370" y="125730"/>
                      <a:pt x="13970" y="100330"/>
                      <a:pt x="13970" y="69850"/>
                    </a:cubicBezTo>
                    <a:cubicBezTo>
                      <a:pt x="13335" y="39370"/>
                      <a:pt x="38735" y="13970"/>
                      <a:pt x="69850" y="1397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82" name="Google Shape;1182;g3f723343625_0_416"/>
              <p:cNvSpPr/>
              <p:nvPr/>
            </p:nvSpPr>
            <p:spPr>
              <a:xfrm>
                <a:off x="4087495" y="4297679"/>
                <a:ext cx="541020" cy="208279"/>
              </a:xfrm>
              <a:custGeom>
                <a:rect b="b" l="l" r="r" t="t"/>
                <a:pathLst>
                  <a:path extrusionOk="0" h="208279" w="541020">
                    <a:moveTo>
                      <a:pt x="513715" y="141605"/>
                    </a:moveTo>
                    <a:cubicBezTo>
                      <a:pt x="508000" y="62865"/>
                      <a:pt x="441960" y="0"/>
                      <a:pt x="361950" y="0"/>
                    </a:cubicBezTo>
                    <a:cubicBezTo>
                      <a:pt x="327660" y="0"/>
                      <a:pt x="295910" y="11430"/>
                      <a:pt x="270510" y="30480"/>
                    </a:cubicBezTo>
                    <a:cubicBezTo>
                      <a:pt x="245110" y="11430"/>
                      <a:pt x="213360" y="0"/>
                      <a:pt x="179070" y="0"/>
                    </a:cubicBezTo>
                    <a:cubicBezTo>
                      <a:pt x="99060" y="0"/>
                      <a:pt x="33020" y="62865"/>
                      <a:pt x="27305" y="141605"/>
                    </a:cubicBezTo>
                    <a:cubicBezTo>
                      <a:pt x="11430" y="144780"/>
                      <a:pt x="0" y="158115"/>
                      <a:pt x="0" y="174625"/>
                    </a:cubicBezTo>
                    <a:cubicBezTo>
                      <a:pt x="0" y="193040"/>
                      <a:pt x="15240" y="208280"/>
                      <a:pt x="33655" y="208280"/>
                    </a:cubicBezTo>
                    <a:cubicBezTo>
                      <a:pt x="52070" y="208280"/>
                      <a:pt x="67310" y="193040"/>
                      <a:pt x="67310" y="174625"/>
                    </a:cubicBezTo>
                    <a:cubicBezTo>
                      <a:pt x="67310" y="158750"/>
                      <a:pt x="55880" y="144780"/>
                      <a:pt x="40640" y="141605"/>
                    </a:cubicBezTo>
                    <a:cubicBezTo>
                      <a:pt x="46355" y="69850"/>
                      <a:pt x="106045" y="13335"/>
                      <a:pt x="179070" y="13335"/>
                    </a:cubicBezTo>
                    <a:cubicBezTo>
                      <a:pt x="208915" y="13335"/>
                      <a:pt x="236855" y="22860"/>
                      <a:pt x="259715" y="39370"/>
                    </a:cubicBezTo>
                    <a:cubicBezTo>
                      <a:pt x="231775" y="64770"/>
                      <a:pt x="212725" y="100965"/>
                      <a:pt x="210185" y="141605"/>
                    </a:cubicBezTo>
                    <a:cubicBezTo>
                      <a:pt x="194310" y="144780"/>
                      <a:pt x="182880" y="158115"/>
                      <a:pt x="182880" y="174625"/>
                    </a:cubicBezTo>
                    <a:cubicBezTo>
                      <a:pt x="182880" y="193040"/>
                      <a:pt x="198120" y="208280"/>
                      <a:pt x="216535" y="208280"/>
                    </a:cubicBezTo>
                    <a:cubicBezTo>
                      <a:pt x="234950" y="208280"/>
                      <a:pt x="250190" y="193040"/>
                      <a:pt x="250190" y="174625"/>
                    </a:cubicBezTo>
                    <a:cubicBezTo>
                      <a:pt x="250190" y="158750"/>
                      <a:pt x="238760" y="144780"/>
                      <a:pt x="223520" y="141605"/>
                    </a:cubicBezTo>
                    <a:cubicBezTo>
                      <a:pt x="226060" y="104140"/>
                      <a:pt x="243840" y="71120"/>
                      <a:pt x="270510" y="48260"/>
                    </a:cubicBezTo>
                    <a:cubicBezTo>
                      <a:pt x="297180" y="71755"/>
                      <a:pt x="314325" y="104775"/>
                      <a:pt x="317500" y="141605"/>
                    </a:cubicBezTo>
                    <a:cubicBezTo>
                      <a:pt x="302260" y="144780"/>
                      <a:pt x="290830" y="158115"/>
                      <a:pt x="290830" y="174625"/>
                    </a:cubicBezTo>
                    <a:cubicBezTo>
                      <a:pt x="290830" y="193040"/>
                      <a:pt x="306070" y="208280"/>
                      <a:pt x="324485" y="208280"/>
                    </a:cubicBezTo>
                    <a:cubicBezTo>
                      <a:pt x="342900" y="208280"/>
                      <a:pt x="358140" y="193040"/>
                      <a:pt x="358140" y="174625"/>
                    </a:cubicBezTo>
                    <a:cubicBezTo>
                      <a:pt x="358140" y="158115"/>
                      <a:pt x="346075" y="144145"/>
                      <a:pt x="330835" y="141605"/>
                    </a:cubicBezTo>
                    <a:cubicBezTo>
                      <a:pt x="328295" y="100965"/>
                      <a:pt x="309245" y="65405"/>
                      <a:pt x="281305" y="39370"/>
                    </a:cubicBezTo>
                    <a:cubicBezTo>
                      <a:pt x="304165" y="22860"/>
                      <a:pt x="331470" y="13335"/>
                      <a:pt x="361950" y="13335"/>
                    </a:cubicBezTo>
                    <a:cubicBezTo>
                      <a:pt x="434975" y="13335"/>
                      <a:pt x="494665" y="69850"/>
                      <a:pt x="500380" y="141605"/>
                    </a:cubicBezTo>
                    <a:cubicBezTo>
                      <a:pt x="485140" y="144780"/>
                      <a:pt x="473710" y="158115"/>
                      <a:pt x="473710" y="174625"/>
                    </a:cubicBezTo>
                    <a:cubicBezTo>
                      <a:pt x="473710" y="193040"/>
                      <a:pt x="488950" y="208280"/>
                      <a:pt x="507365" y="208280"/>
                    </a:cubicBezTo>
                    <a:cubicBezTo>
                      <a:pt x="525780" y="208280"/>
                      <a:pt x="541020" y="193040"/>
                      <a:pt x="541020" y="174625"/>
                    </a:cubicBezTo>
                    <a:cubicBezTo>
                      <a:pt x="541020" y="158115"/>
                      <a:pt x="528955" y="144145"/>
                      <a:pt x="513715" y="141605"/>
                    </a:cubicBezTo>
                    <a:close/>
                    <a:moveTo>
                      <a:pt x="236855" y="174625"/>
                    </a:moveTo>
                    <a:cubicBezTo>
                      <a:pt x="236855" y="186055"/>
                      <a:pt x="227965" y="194945"/>
                      <a:pt x="216535" y="194945"/>
                    </a:cubicBezTo>
                    <a:cubicBezTo>
                      <a:pt x="205105" y="194945"/>
                      <a:pt x="196215" y="186055"/>
                      <a:pt x="196215" y="174625"/>
                    </a:cubicBezTo>
                    <a:cubicBezTo>
                      <a:pt x="196215" y="163195"/>
                      <a:pt x="205105" y="154305"/>
                      <a:pt x="216535" y="154305"/>
                    </a:cubicBezTo>
                    <a:cubicBezTo>
                      <a:pt x="227330" y="154305"/>
                      <a:pt x="236855" y="163195"/>
                      <a:pt x="236855" y="174625"/>
                    </a:cubicBezTo>
                    <a:close/>
                    <a:moveTo>
                      <a:pt x="507365" y="194945"/>
                    </a:moveTo>
                    <a:cubicBezTo>
                      <a:pt x="495935" y="194945"/>
                      <a:pt x="487045" y="186055"/>
                      <a:pt x="487045" y="174625"/>
                    </a:cubicBezTo>
                    <a:cubicBezTo>
                      <a:pt x="487045" y="163195"/>
                      <a:pt x="495935" y="154305"/>
                      <a:pt x="507365" y="154305"/>
                    </a:cubicBezTo>
                    <a:cubicBezTo>
                      <a:pt x="518795" y="154305"/>
                      <a:pt x="527685" y="163195"/>
                      <a:pt x="527685" y="174625"/>
                    </a:cubicBezTo>
                    <a:cubicBezTo>
                      <a:pt x="527685" y="186055"/>
                      <a:pt x="518160" y="194945"/>
                      <a:pt x="507365" y="194945"/>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sp>
            <p:nvSpPr>
              <p:cNvPr id="1183" name="Google Shape;1183;g3f723343625_0_416"/>
              <p:cNvSpPr/>
              <p:nvPr/>
            </p:nvSpPr>
            <p:spPr>
              <a:xfrm>
                <a:off x="4196715" y="4131309"/>
                <a:ext cx="139700" cy="139700"/>
              </a:xfrm>
              <a:custGeom>
                <a:rect b="b" l="l" r="r" t="t"/>
                <a:pathLst>
                  <a:path extrusionOk="0" h="139700" w="139700">
                    <a:moveTo>
                      <a:pt x="69850" y="139700"/>
                    </a:moveTo>
                    <a:cubicBezTo>
                      <a:pt x="108585" y="139700"/>
                      <a:pt x="139700" y="108585"/>
                      <a:pt x="139700" y="69850"/>
                    </a:cubicBezTo>
                    <a:cubicBezTo>
                      <a:pt x="139700" y="31115"/>
                      <a:pt x="108585" y="0"/>
                      <a:pt x="69850" y="0"/>
                    </a:cubicBezTo>
                    <a:cubicBezTo>
                      <a:pt x="31115" y="0"/>
                      <a:pt x="0" y="31115"/>
                      <a:pt x="0" y="69850"/>
                    </a:cubicBezTo>
                    <a:cubicBezTo>
                      <a:pt x="0" y="108585"/>
                      <a:pt x="31115" y="139700"/>
                      <a:pt x="69850" y="139700"/>
                    </a:cubicBezTo>
                    <a:close/>
                    <a:moveTo>
                      <a:pt x="69850" y="13970"/>
                    </a:moveTo>
                    <a:cubicBezTo>
                      <a:pt x="100965" y="13970"/>
                      <a:pt x="125730" y="39370"/>
                      <a:pt x="125730" y="69850"/>
                    </a:cubicBezTo>
                    <a:cubicBezTo>
                      <a:pt x="125730" y="100965"/>
                      <a:pt x="100330" y="125730"/>
                      <a:pt x="69850" y="125730"/>
                    </a:cubicBezTo>
                    <a:cubicBezTo>
                      <a:pt x="39370" y="125730"/>
                      <a:pt x="13970" y="100330"/>
                      <a:pt x="13970" y="69850"/>
                    </a:cubicBezTo>
                    <a:cubicBezTo>
                      <a:pt x="13970" y="39370"/>
                      <a:pt x="38735" y="13970"/>
                      <a:pt x="69850" y="13970"/>
                    </a:cubicBezTo>
                    <a:close/>
                  </a:path>
                </a:pathLst>
              </a:custGeom>
              <a:solidFill>
                <a:srgbClr val="FFFFFF"/>
              </a:solidFill>
              <a:ln>
                <a:noFill/>
              </a:ln>
            </p:spPr>
            <p:txBody>
              <a:bodyPr anchorCtr="0" anchor="ctr" bIns="39700" lIns="79400" spcFirstLastPara="1" rIns="79400" wrap="square" tIns="39700">
                <a:noAutofit/>
              </a:bodyPr>
              <a:lstStyle/>
              <a:p>
                <a:pPr indent="0" lvl="0" marL="0" marR="0" rtl="0" algn="l">
                  <a:lnSpc>
                    <a:spcPct val="100000"/>
                  </a:lnSpc>
                  <a:spcBef>
                    <a:spcPts val="0"/>
                  </a:spcBef>
                  <a:spcAft>
                    <a:spcPts val="0"/>
                  </a:spcAft>
                  <a:buClr>
                    <a:srgbClr val="000000"/>
                  </a:buClr>
                  <a:buSzPts val="1613"/>
                  <a:buFont typeface="Arial"/>
                  <a:buNone/>
                </a:pPr>
                <a:r>
                  <a:t/>
                </a:r>
                <a:endParaRPr b="0" i="0" sz="1613" u="none" cap="none" strike="noStrike">
                  <a:solidFill>
                    <a:srgbClr val="305868"/>
                  </a:solidFill>
                  <a:latin typeface="Calibri"/>
                  <a:ea typeface="Calibri"/>
                  <a:cs typeface="Calibri"/>
                  <a:sym typeface="Calibri"/>
                </a:endParaRPr>
              </a:p>
            </p:txBody>
          </p:sp>
        </p:grpSp>
      </p:grpSp>
      <p:cxnSp>
        <p:nvCxnSpPr>
          <p:cNvPr id="1184" name="Google Shape;1184;g3f723343625_0_416"/>
          <p:cNvCxnSpPr>
            <a:stCxn id="1143" idx="2"/>
            <a:endCxn id="1148" idx="2"/>
          </p:cNvCxnSpPr>
          <p:nvPr/>
        </p:nvCxnSpPr>
        <p:spPr>
          <a:xfrm flipH="1" rot="-5400000">
            <a:off x="4612592" y="2211084"/>
            <a:ext cx="959400" cy="2998500"/>
          </a:xfrm>
          <a:prstGeom prst="bentConnector3">
            <a:avLst>
              <a:gd fmla="val 143389" name="adj1"/>
            </a:avLst>
          </a:prstGeom>
          <a:noFill/>
          <a:ln cap="flat" cmpd="sng" w="21850">
            <a:solidFill>
              <a:schemeClr val="accent2"/>
            </a:solidFill>
            <a:prstDash val="solid"/>
            <a:round/>
            <a:headEnd len="sm" w="sm" type="none"/>
            <a:tailEnd len="med" w="med" type="triangle"/>
          </a:ln>
        </p:spPr>
      </p:cxnSp>
      <p:sp>
        <p:nvSpPr>
          <p:cNvPr id="1185" name="Google Shape;1185;g3f723343625_0_416"/>
          <p:cNvSpPr txBox="1"/>
          <p:nvPr>
            <p:ph type="title"/>
          </p:nvPr>
        </p:nvSpPr>
        <p:spPr>
          <a:xfrm>
            <a:off x="533400" y="284253"/>
            <a:ext cx="762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000"/>
              <a:buNone/>
            </a:pPr>
            <a:r>
              <a:rPr lang="en" sz="2300">
                <a:latin typeface="Plus Jakarta Sans"/>
                <a:ea typeface="Plus Jakarta Sans"/>
                <a:cs typeface="Plus Jakarta Sans"/>
                <a:sym typeface="Plus Jakarta Sans"/>
              </a:rPr>
              <a:t>Private AI Inferencing — Enterprise Model Serving</a:t>
            </a:r>
            <a:endParaRPr sz="2300">
              <a:latin typeface="Plus Jakarta Sans"/>
              <a:ea typeface="Plus Jakarta Sans"/>
              <a:cs typeface="Plus Jakarta Sans"/>
              <a:sym typeface="Plus Jakarta Sans"/>
            </a:endParaRPr>
          </a:p>
        </p:txBody>
      </p:sp>
      <p:sp>
        <p:nvSpPr>
          <p:cNvPr id="1186" name="Google Shape;1186;g3f723343625_0_416"/>
          <p:cNvSpPr txBox="1"/>
          <p:nvPr>
            <p:ph idx="1" type="body"/>
          </p:nvPr>
        </p:nvSpPr>
        <p:spPr>
          <a:xfrm>
            <a:off x="533400" y="734274"/>
            <a:ext cx="6772800" cy="3399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Private model hosting · low-latency serving · NIM / Triton / vLLM — a few clicks for SOTA Open-source models</a:t>
            </a:r>
            <a:endParaRPr>
              <a:latin typeface="Plus Jakarta Sans Medium"/>
              <a:ea typeface="Plus Jakarta Sans Medium"/>
              <a:cs typeface="Plus Jakarta Sans Medium"/>
              <a:sym typeface="Plus Jakarta Sans Medium"/>
            </a:endParaRPr>
          </a:p>
          <a:p>
            <a:pPr indent="0" lvl="0" marL="0" rtl="0" algn="l">
              <a:lnSpc>
                <a:spcPct val="100000"/>
              </a:lnSpc>
              <a:spcBef>
                <a:spcPts val="0"/>
              </a:spcBef>
              <a:spcAft>
                <a:spcPts val="0"/>
              </a:spcAft>
              <a:buSzPts val="1100"/>
              <a:buNone/>
            </a:pPr>
            <a:r>
              <a:t/>
            </a:r>
            <a:endParaRPr>
              <a:latin typeface="Plus Jakarta Sans Medium"/>
              <a:ea typeface="Plus Jakarta Sans Medium"/>
              <a:cs typeface="Plus Jakarta Sans Medium"/>
              <a:sym typeface="Plus Jakarta Sans Medium"/>
            </a:endParaRPr>
          </a:p>
        </p:txBody>
      </p:sp>
      <p:sp>
        <p:nvSpPr>
          <p:cNvPr id="1187" name="Google Shape;1187;g3f723343625_0_416"/>
          <p:cNvSpPr/>
          <p:nvPr/>
        </p:nvSpPr>
        <p:spPr>
          <a:xfrm>
            <a:off x="294200" y="290000"/>
            <a:ext cx="90000" cy="340000"/>
          </a:xfrm>
          <a:prstGeom prst="roundRect">
            <a:avLst>
              <a:gd fmla="val 50000" name="adj"/>
            </a:avLst>
          </a:pr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1" name="Shape 1191"/>
        <p:cNvGrpSpPr/>
        <p:nvPr/>
      </p:nvGrpSpPr>
      <p:grpSpPr>
        <a:xfrm>
          <a:off x="0" y="0"/>
          <a:ext cx="0" cy="0"/>
          <a:chOff x="0" y="0"/>
          <a:chExt cx="0" cy="0"/>
        </a:xfrm>
      </p:grpSpPr>
      <p:sp>
        <p:nvSpPr>
          <p:cNvPr id="1192" name="Google Shape;1192;p9"/>
          <p:cNvSpPr txBox="1"/>
          <p:nvPr>
            <p:ph type="title"/>
          </p:nvPr>
        </p:nvSpPr>
        <p:spPr>
          <a:xfrm>
            <a:off x="533400" y="284250"/>
            <a:ext cx="80187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000"/>
              <a:buNone/>
            </a:pPr>
            <a:r>
              <a:rPr lang="en">
                <a:latin typeface="Plus Jakarta Sans"/>
                <a:ea typeface="Plus Jakarta Sans"/>
                <a:cs typeface="Plus Jakarta Sans"/>
                <a:sym typeface="Plus Jakarta Sans"/>
              </a:rPr>
              <a:t>AI Registry → CICD: Seamless Model Upgrade &amp; Switch</a:t>
            </a:r>
            <a:endParaRPr>
              <a:latin typeface="Plus Jakarta Sans"/>
              <a:ea typeface="Plus Jakarta Sans"/>
              <a:cs typeface="Plus Jakarta Sans"/>
              <a:sym typeface="Plus Jakarta Sans"/>
            </a:endParaRPr>
          </a:p>
        </p:txBody>
      </p:sp>
      <p:sp>
        <p:nvSpPr>
          <p:cNvPr id="1193" name="Google Shape;1193;p9"/>
          <p:cNvSpPr/>
          <p:nvPr/>
        </p:nvSpPr>
        <p:spPr>
          <a:xfrm>
            <a:off x="746125" y="1485727"/>
            <a:ext cx="2286000" cy="2719500"/>
          </a:xfrm>
          <a:prstGeom prst="roundRect">
            <a:avLst>
              <a:gd fmla="val 16667" name="adj"/>
            </a:avLst>
          </a:prstGeom>
          <a:solidFill>
            <a:srgbClr val="FFFFFF"/>
          </a:solidFill>
          <a:ln cap="flat" cmpd="sng" w="19050">
            <a:solidFill>
              <a:srgbClr val="FF55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194" name="Google Shape;1194;p9"/>
          <p:cNvSpPr/>
          <p:nvPr/>
        </p:nvSpPr>
        <p:spPr>
          <a:xfrm>
            <a:off x="851275" y="2080690"/>
            <a:ext cx="2075700" cy="347400"/>
          </a:xfrm>
          <a:prstGeom prst="roundRect">
            <a:avLst>
              <a:gd fmla="val 16667" name="adj"/>
            </a:avLst>
          </a:prstGeom>
          <a:noFill/>
          <a:ln cap="flat" cmpd="sng" w="19050">
            <a:solidFill>
              <a:srgbClr val="5555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Plus Jakarta Sans"/>
                <a:ea typeface="Plus Jakarta Sans"/>
                <a:cs typeface="Plus Jakarta Sans"/>
                <a:sym typeface="Plus Jakarta Sans"/>
              </a:rPr>
              <a:t>MLOps Engineer &amp; DS</a:t>
            </a:r>
            <a:endParaRPr b="0" i="0" sz="1100" u="none" cap="none" strike="noStrike">
              <a:solidFill>
                <a:srgbClr val="000000"/>
              </a:solidFill>
              <a:latin typeface="Plus Jakarta Sans"/>
              <a:ea typeface="Plus Jakarta Sans"/>
              <a:cs typeface="Plus Jakarta Sans"/>
              <a:sym typeface="Plus Jakarta Sans"/>
            </a:endParaRPr>
          </a:p>
        </p:txBody>
      </p:sp>
      <p:sp>
        <p:nvSpPr>
          <p:cNvPr id="1195" name="Google Shape;1195;p9"/>
          <p:cNvSpPr/>
          <p:nvPr/>
        </p:nvSpPr>
        <p:spPr>
          <a:xfrm>
            <a:off x="851275" y="2888952"/>
            <a:ext cx="2075700" cy="373800"/>
          </a:xfrm>
          <a:prstGeom prst="roundRect">
            <a:avLst>
              <a:gd fmla="val 16667" name="adj"/>
            </a:avLst>
          </a:prstGeom>
          <a:noFill/>
          <a:ln cap="flat" cmpd="sng" w="19050">
            <a:solidFill>
              <a:srgbClr val="5555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Plus Jakarta Sans"/>
                <a:ea typeface="Plus Jakarta Sans"/>
                <a:cs typeface="Plus Jakarta Sans"/>
                <a:sym typeface="Plus Jakarta Sans"/>
              </a:rPr>
              <a:t>Implementation </a:t>
            </a:r>
            <a:endParaRPr b="0" i="0" sz="1100" u="none" cap="none" strike="noStrike">
              <a:solidFill>
                <a:srgbClr val="000000"/>
              </a:solidFill>
              <a:latin typeface="Plus Jakarta Sans"/>
              <a:ea typeface="Plus Jakarta Sans"/>
              <a:cs typeface="Plus Jakarta Sans"/>
              <a:sym typeface="Plus Jakarta Sans"/>
            </a:endParaRPr>
          </a:p>
        </p:txBody>
      </p:sp>
      <p:sp>
        <p:nvSpPr>
          <p:cNvPr id="1196" name="Google Shape;1196;p9"/>
          <p:cNvSpPr/>
          <p:nvPr/>
        </p:nvSpPr>
        <p:spPr>
          <a:xfrm>
            <a:off x="851275" y="3508913"/>
            <a:ext cx="2075700" cy="344700"/>
          </a:xfrm>
          <a:prstGeom prst="roundRect">
            <a:avLst>
              <a:gd fmla="val 16667" name="adj"/>
            </a:avLst>
          </a:prstGeom>
          <a:noFill/>
          <a:ln cap="flat" cmpd="sng" w="19050">
            <a:solidFill>
              <a:srgbClr val="5555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0" i="0" lang="en" sz="1100" u="none" cap="none" strike="noStrike">
                <a:solidFill>
                  <a:srgbClr val="000000"/>
                </a:solidFill>
                <a:latin typeface="Plus Jakarta Sans"/>
                <a:ea typeface="Plus Jakarta Sans"/>
                <a:cs typeface="Plus Jakarta Sans"/>
                <a:sym typeface="Plus Jakarta Sans"/>
              </a:rPr>
              <a:t>Repository</a:t>
            </a:r>
            <a:endParaRPr b="0" i="0" sz="1100" u="none" cap="none" strike="noStrike">
              <a:solidFill>
                <a:srgbClr val="000000"/>
              </a:solidFill>
              <a:latin typeface="Plus Jakarta Sans"/>
              <a:ea typeface="Plus Jakarta Sans"/>
              <a:cs typeface="Plus Jakarta Sans"/>
              <a:sym typeface="Plus Jakarta Sans"/>
            </a:endParaRPr>
          </a:p>
        </p:txBody>
      </p:sp>
      <p:cxnSp>
        <p:nvCxnSpPr>
          <p:cNvPr id="1197" name="Google Shape;1197;p9"/>
          <p:cNvCxnSpPr>
            <a:stCxn id="1194" idx="2"/>
            <a:endCxn id="1195" idx="0"/>
          </p:cNvCxnSpPr>
          <p:nvPr/>
        </p:nvCxnSpPr>
        <p:spPr>
          <a:xfrm>
            <a:off x="1889125" y="2428090"/>
            <a:ext cx="0" cy="460800"/>
          </a:xfrm>
          <a:prstGeom prst="straightConnector1">
            <a:avLst/>
          </a:prstGeom>
          <a:noFill/>
          <a:ln cap="flat" cmpd="sng" w="9525">
            <a:solidFill>
              <a:srgbClr val="100045"/>
            </a:solidFill>
            <a:prstDash val="solid"/>
            <a:round/>
            <a:headEnd len="sm" w="sm" type="none"/>
            <a:tailEnd len="med" w="med" type="triangle"/>
          </a:ln>
        </p:spPr>
      </p:cxnSp>
      <p:cxnSp>
        <p:nvCxnSpPr>
          <p:cNvPr id="1198" name="Google Shape;1198;p9"/>
          <p:cNvCxnSpPr>
            <a:stCxn id="1195" idx="1"/>
            <a:endCxn id="1196" idx="1"/>
          </p:cNvCxnSpPr>
          <p:nvPr/>
        </p:nvCxnSpPr>
        <p:spPr>
          <a:xfrm>
            <a:off x="851275" y="3075852"/>
            <a:ext cx="600" cy="605400"/>
          </a:xfrm>
          <a:prstGeom prst="bentConnector3">
            <a:avLst>
              <a:gd fmla="val -39687500" name="adj1"/>
            </a:avLst>
          </a:prstGeom>
          <a:noFill/>
          <a:ln cap="flat" cmpd="sng" w="9525">
            <a:solidFill>
              <a:srgbClr val="100045"/>
            </a:solidFill>
            <a:prstDash val="solid"/>
            <a:round/>
            <a:headEnd len="sm" w="sm" type="none"/>
            <a:tailEnd len="sm" w="sm" type="none"/>
          </a:ln>
        </p:spPr>
      </p:cxnSp>
      <p:sp>
        <p:nvSpPr>
          <p:cNvPr id="1199" name="Google Shape;1199;p9"/>
          <p:cNvSpPr/>
          <p:nvPr/>
        </p:nvSpPr>
        <p:spPr>
          <a:xfrm>
            <a:off x="3428999" y="1510077"/>
            <a:ext cx="2286000" cy="2719500"/>
          </a:xfrm>
          <a:prstGeom prst="roundRect">
            <a:avLst>
              <a:gd fmla="val 16667" name="adj"/>
            </a:avLst>
          </a:prstGeom>
          <a:solidFill>
            <a:srgbClr val="FFFFFF"/>
          </a:solidFill>
          <a:ln cap="flat" cmpd="sng" w="19050">
            <a:solidFill>
              <a:srgbClr val="FF55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200" name="Google Shape;1200;p9"/>
          <p:cNvSpPr txBox="1"/>
          <p:nvPr/>
        </p:nvSpPr>
        <p:spPr>
          <a:xfrm>
            <a:off x="3605400" y="1506477"/>
            <a:ext cx="1877400" cy="37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Plus Jakarta Sans"/>
                <a:ea typeface="Plus Jakarta Sans"/>
                <a:cs typeface="Plus Jakarta Sans"/>
                <a:sym typeface="Plus Jakarta Sans"/>
              </a:rPr>
              <a:t>CI/CD Orchestration</a:t>
            </a:r>
            <a:endParaRPr b="1" i="0" sz="1100" u="none" cap="none" strike="noStrike">
              <a:solidFill>
                <a:srgbClr val="000000"/>
              </a:solidFill>
              <a:latin typeface="Plus Jakarta Sans"/>
              <a:ea typeface="Plus Jakarta Sans"/>
              <a:cs typeface="Plus Jakarta Sans"/>
              <a:sym typeface="Plus Jakarta Sans"/>
            </a:endParaRPr>
          </a:p>
        </p:txBody>
      </p:sp>
      <p:sp>
        <p:nvSpPr>
          <p:cNvPr id="1201" name="Google Shape;1201;p9"/>
          <p:cNvSpPr/>
          <p:nvPr/>
        </p:nvSpPr>
        <p:spPr>
          <a:xfrm>
            <a:off x="3535200" y="2080711"/>
            <a:ext cx="2073600" cy="605400"/>
          </a:xfrm>
          <a:prstGeom prst="roundRect">
            <a:avLst>
              <a:gd fmla="val 16667" name="adj"/>
            </a:avLst>
          </a:prstGeom>
          <a:noFill/>
          <a:ln cap="flat" cmpd="sng" w="19050">
            <a:solidFill>
              <a:srgbClr val="5555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Plus Jakarta Sans"/>
                <a:ea typeface="Plus Jakarta Sans"/>
                <a:cs typeface="Plus Jakarta Sans"/>
                <a:sym typeface="Plus Jakarta Sans"/>
              </a:rPr>
              <a:t>Github Action Webhook /</a:t>
            </a:r>
            <a:endParaRPr b="0" i="0" sz="1000" u="none" cap="none" strike="noStrike">
              <a:solidFill>
                <a:srgbClr val="0000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Plus Jakarta Sans"/>
                <a:ea typeface="Plus Jakarta Sans"/>
                <a:cs typeface="Plus Jakarta Sans"/>
                <a:sym typeface="Plus Jakarta Sans"/>
              </a:rPr>
              <a:t>GitLab CICD Runner /</a:t>
            </a:r>
            <a:br>
              <a:rPr b="0" i="0" lang="en" sz="1000" u="none" cap="none" strike="noStrike">
                <a:solidFill>
                  <a:srgbClr val="000000"/>
                </a:solidFill>
                <a:latin typeface="Plus Jakarta Sans"/>
                <a:ea typeface="Plus Jakarta Sans"/>
                <a:cs typeface="Plus Jakarta Sans"/>
                <a:sym typeface="Plus Jakarta Sans"/>
              </a:rPr>
            </a:br>
            <a:r>
              <a:rPr b="0" i="0" lang="en" sz="1000" u="none" cap="none" strike="noStrike">
                <a:solidFill>
                  <a:srgbClr val="000000"/>
                </a:solidFill>
                <a:latin typeface="Plus Jakarta Sans"/>
                <a:ea typeface="Plus Jakarta Sans"/>
                <a:cs typeface="Plus Jakarta Sans"/>
                <a:sym typeface="Plus Jakarta Sans"/>
              </a:rPr>
              <a:t>Jenkins CICD Pipeline</a:t>
            </a:r>
            <a:endParaRPr b="0" i="0" sz="1000" u="none" cap="none" strike="noStrike">
              <a:solidFill>
                <a:srgbClr val="000000"/>
              </a:solidFill>
              <a:latin typeface="Plus Jakarta Sans"/>
              <a:ea typeface="Plus Jakarta Sans"/>
              <a:cs typeface="Plus Jakarta Sans"/>
              <a:sym typeface="Plus Jakarta Sans"/>
            </a:endParaRPr>
          </a:p>
        </p:txBody>
      </p:sp>
      <p:sp>
        <p:nvSpPr>
          <p:cNvPr id="1202" name="Google Shape;1202;p9"/>
          <p:cNvSpPr/>
          <p:nvPr/>
        </p:nvSpPr>
        <p:spPr>
          <a:xfrm>
            <a:off x="3564599" y="3507563"/>
            <a:ext cx="2014800" cy="347400"/>
          </a:xfrm>
          <a:prstGeom prst="roundRect">
            <a:avLst>
              <a:gd fmla="val 16667" name="adj"/>
            </a:avLst>
          </a:prstGeom>
          <a:noFill/>
          <a:ln cap="flat" cmpd="sng" w="19050">
            <a:solidFill>
              <a:srgbClr val="5555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Plus Jakarta Sans"/>
                <a:ea typeface="Plus Jakarta Sans"/>
                <a:cs typeface="Plus Jakarta Sans"/>
                <a:sym typeface="Plus Jakarta Sans"/>
              </a:rPr>
              <a:t>Human Sign-off</a:t>
            </a:r>
            <a:endParaRPr b="0" i="0" sz="1000" u="none" cap="none" strike="noStrike">
              <a:solidFill>
                <a:srgbClr val="000000"/>
              </a:solidFill>
              <a:latin typeface="Plus Jakarta Sans"/>
              <a:ea typeface="Plus Jakarta Sans"/>
              <a:cs typeface="Plus Jakarta Sans"/>
              <a:sym typeface="Plus Jakarta Sans"/>
            </a:endParaRPr>
          </a:p>
        </p:txBody>
      </p:sp>
      <p:cxnSp>
        <p:nvCxnSpPr>
          <p:cNvPr id="1203" name="Google Shape;1203;p9"/>
          <p:cNvCxnSpPr>
            <a:stCxn id="1202" idx="0"/>
            <a:endCxn id="1201" idx="2"/>
          </p:cNvCxnSpPr>
          <p:nvPr/>
        </p:nvCxnSpPr>
        <p:spPr>
          <a:xfrm rot="10800000">
            <a:off x="4571999" y="2686163"/>
            <a:ext cx="0" cy="821400"/>
          </a:xfrm>
          <a:prstGeom prst="straightConnector1">
            <a:avLst/>
          </a:prstGeom>
          <a:noFill/>
          <a:ln cap="flat" cmpd="sng" w="9525">
            <a:solidFill>
              <a:srgbClr val="100045"/>
            </a:solidFill>
            <a:prstDash val="solid"/>
            <a:round/>
            <a:headEnd len="sm" w="sm" type="none"/>
            <a:tailEnd len="med" w="med" type="triangle"/>
          </a:ln>
        </p:spPr>
      </p:cxnSp>
      <p:cxnSp>
        <p:nvCxnSpPr>
          <p:cNvPr id="1204" name="Google Shape;1204;p9"/>
          <p:cNvCxnSpPr>
            <a:stCxn id="1196" idx="3"/>
            <a:endCxn id="1202" idx="1"/>
          </p:cNvCxnSpPr>
          <p:nvPr/>
        </p:nvCxnSpPr>
        <p:spPr>
          <a:xfrm>
            <a:off x="2926975" y="3681263"/>
            <a:ext cx="637500" cy="0"/>
          </a:xfrm>
          <a:prstGeom prst="straightConnector1">
            <a:avLst/>
          </a:prstGeom>
          <a:noFill/>
          <a:ln cap="flat" cmpd="sng" w="9525">
            <a:solidFill>
              <a:srgbClr val="100045"/>
            </a:solidFill>
            <a:prstDash val="solid"/>
            <a:round/>
            <a:headEnd len="sm" w="sm" type="none"/>
            <a:tailEnd len="med" w="med" type="triangle"/>
          </a:ln>
        </p:spPr>
      </p:cxnSp>
      <p:sp>
        <p:nvSpPr>
          <p:cNvPr id="1205" name="Google Shape;1205;p9"/>
          <p:cNvSpPr txBox="1"/>
          <p:nvPr/>
        </p:nvSpPr>
        <p:spPr>
          <a:xfrm>
            <a:off x="2803525" y="3310002"/>
            <a:ext cx="884400" cy="324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Plus Jakarta Sans"/>
                <a:ea typeface="Plus Jakarta Sans"/>
                <a:cs typeface="Plus Jakarta Sans"/>
                <a:sym typeface="Plus Jakarta Sans"/>
              </a:rPr>
              <a:t>GitOps </a:t>
            </a:r>
            <a:endParaRPr b="0" i="0" sz="600" u="none" cap="none" strike="noStrike">
              <a:solidFill>
                <a:srgbClr val="000000"/>
              </a:solidFill>
              <a:latin typeface="Plus Jakarta Sans"/>
              <a:ea typeface="Plus Jakarta Sans"/>
              <a:cs typeface="Plus Jakarta Sans"/>
              <a:sym typeface="Plus Jakarta Sans"/>
            </a:endParaRPr>
          </a:p>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Plus Jakarta Sans"/>
                <a:ea typeface="Plus Jakarta Sans"/>
                <a:cs typeface="Plus Jakarta Sans"/>
                <a:sym typeface="Plus Jakarta Sans"/>
              </a:rPr>
              <a:t>Trigger</a:t>
            </a:r>
            <a:endParaRPr b="0" i="0" sz="600" u="none" cap="none" strike="noStrike">
              <a:solidFill>
                <a:srgbClr val="000000"/>
              </a:solidFill>
              <a:latin typeface="Plus Jakarta Sans"/>
              <a:ea typeface="Plus Jakarta Sans"/>
              <a:cs typeface="Plus Jakarta Sans"/>
              <a:sym typeface="Plus Jakarta Sans"/>
            </a:endParaRPr>
          </a:p>
        </p:txBody>
      </p:sp>
      <p:sp>
        <p:nvSpPr>
          <p:cNvPr id="1206" name="Google Shape;1206;p9"/>
          <p:cNvSpPr/>
          <p:nvPr/>
        </p:nvSpPr>
        <p:spPr>
          <a:xfrm>
            <a:off x="6217024" y="1543602"/>
            <a:ext cx="2286000" cy="2719500"/>
          </a:xfrm>
          <a:prstGeom prst="roundRect">
            <a:avLst>
              <a:gd fmla="val 16667" name="adj"/>
            </a:avLst>
          </a:prstGeom>
          <a:solidFill>
            <a:srgbClr val="FFFFFF"/>
          </a:solidFill>
          <a:ln cap="flat" cmpd="sng" w="19050">
            <a:solidFill>
              <a:srgbClr val="FF550C"/>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207" name="Google Shape;1207;p9"/>
          <p:cNvSpPr txBox="1"/>
          <p:nvPr/>
        </p:nvSpPr>
        <p:spPr>
          <a:xfrm>
            <a:off x="6393425" y="1540002"/>
            <a:ext cx="1877400" cy="37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Plus Jakarta Sans"/>
                <a:ea typeface="Plus Jakarta Sans"/>
                <a:cs typeface="Plus Jakarta Sans"/>
                <a:sym typeface="Plus Jakarta Sans"/>
              </a:rPr>
              <a:t>Production Env</a:t>
            </a:r>
            <a:endParaRPr b="1" i="0" sz="1100" u="none" cap="none" strike="noStrike">
              <a:solidFill>
                <a:srgbClr val="000000"/>
              </a:solidFill>
              <a:latin typeface="Plus Jakarta Sans"/>
              <a:ea typeface="Plus Jakarta Sans"/>
              <a:cs typeface="Plus Jakarta Sans"/>
              <a:sym typeface="Plus Jakarta Sans"/>
            </a:endParaRPr>
          </a:p>
        </p:txBody>
      </p:sp>
      <p:sp>
        <p:nvSpPr>
          <p:cNvPr id="1208" name="Google Shape;1208;p9"/>
          <p:cNvSpPr/>
          <p:nvPr/>
        </p:nvSpPr>
        <p:spPr>
          <a:xfrm>
            <a:off x="6323224" y="2209690"/>
            <a:ext cx="2073600" cy="347400"/>
          </a:xfrm>
          <a:prstGeom prst="roundRect">
            <a:avLst>
              <a:gd fmla="val 16667" name="adj"/>
            </a:avLst>
          </a:prstGeom>
          <a:noFill/>
          <a:ln cap="flat" cmpd="sng" w="19050">
            <a:solidFill>
              <a:srgbClr val="5555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Plus Jakarta Sans"/>
                <a:ea typeface="Plus Jakarta Sans"/>
                <a:cs typeface="Plus Jakarta Sans"/>
                <a:sym typeface="Plus Jakarta Sans"/>
              </a:rPr>
              <a:t>CAI Instances</a:t>
            </a:r>
            <a:endParaRPr b="0" i="0" sz="1000" u="none" cap="none" strike="noStrike">
              <a:solidFill>
                <a:srgbClr val="000000"/>
              </a:solidFill>
              <a:latin typeface="Plus Jakarta Sans"/>
              <a:ea typeface="Plus Jakarta Sans"/>
              <a:cs typeface="Plus Jakarta Sans"/>
              <a:sym typeface="Plus Jakarta Sans"/>
            </a:endParaRPr>
          </a:p>
        </p:txBody>
      </p:sp>
      <p:sp>
        <p:nvSpPr>
          <p:cNvPr id="1209" name="Google Shape;1209;p9"/>
          <p:cNvSpPr/>
          <p:nvPr/>
        </p:nvSpPr>
        <p:spPr>
          <a:xfrm>
            <a:off x="6352624" y="3541088"/>
            <a:ext cx="2014800" cy="347400"/>
          </a:xfrm>
          <a:prstGeom prst="roundRect">
            <a:avLst>
              <a:gd fmla="val 16667" name="adj"/>
            </a:avLst>
          </a:prstGeom>
          <a:noFill/>
          <a:ln cap="flat" cmpd="sng" w="19050">
            <a:solidFill>
              <a:srgbClr val="5555F9"/>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Plus Jakarta Sans"/>
                <a:ea typeface="Plus Jakarta Sans"/>
                <a:cs typeface="Plus Jakarta Sans"/>
                <a:sym typeface="Plus Jakarta Sans"/>
              </a:rPr>
              <a:t>Interface &amp; Monitoring</a:t>
            </a:r>
            <a:endParaRPr b="0" i="0" sz="1000" u="none" cap="none" strike="noStrike">
              <a:solidFill>
                <a:srgbClr val="000000"/>
              </a:solidFill>
              <a:latin typeface="Plus Jakarta Sans"/>
              <a:ea typeface="Plus Jakarta Sans"/>
              <a:cs typeface="Plus Jakarta Sans"/>
              <a:sym typeface="Plus Jakarta Sans"/>
            </a:endParaRPr>
          </a:p>
        </p:txBody>
      </p:sp>
      <p:sp>
        <p:nvSpPr>
          <p:cNvPr id="1210" name="Google Shape;1210;p9"/>
          <p:cNvSpPr txBox="1"/>
          <p:nvPr/>
        </p:nvSpPr>
        <p:spPr>
          <a:xfrm>
            <a:off x="950425" y="1511827"/>
            <a:ext cx="1877400" cy="37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000000"/>
                </a:solidFill>
                <a:latin typeface="Plus Jakarta Sans"/>
                <a:ea typeface="Plus Jakarta Sans"/>
                <a:cs typeface="Plus Jakarta Sans"/>
                <a:sym typeface="Plus Jakarta Sans"/>
              </a:rPr>
              <a:t>Development Env</a:t>
            </a:r>
            <a:endParaRPr b="1" i="0" sz="1100" u="none" cap="none" strike="noStrike">
              <a:solidFill>
                <a:srgbClr val="000000"/>
              </a:solidFill>
              <a:latin typeface="Plus Jakarta Sans"/>
              <a:ea typeface="Plus Jakarta Sans"/>
              <a:cs typeface="Plus Jakarta Sans"/>
              <a:sym typeface="Plus Jakarta Sans"/>
            </a:endParaRPr>
          </a:p>
        </p:txBody>
      </p:sp>
      <p:cxnSp>
        <p:nvCxnSpPr>
          <p:cNvPr id="1211" name="Google Shape;1211;p9"/>
          <p:cNvCxnSpPr>
            <a:stCxn id="1201" idx="3"/>
            <a:endCxn id="1208" idx="1"/>
          </p:cNvCxnSpPr>
          <p:nvPr/>
        </p:nvCxnSpPr>
        <p:spPr>
          <a:xfrm>
            <a:off x="5608800" y="2383411"/>
            <a:ext cx="714300" cy="0"/>
          </a:xfrm>
          <a:prstGeom prst="straightConnector1">
            <a:avLst/>
          </a:prstGeom>
          <a:noFill/>
          <a:ln cap="flat" cmpd="sng" w="9525">
            <a:solidFill>
              <a:srgbClr val="100045"/>
            </a:solidFill>
            <a:prstDash val="solid"/>
            <a:round/>
            <a:headEnd len="sm" w="sm" type="none"/>
            <a:tailEnd len="med" w="med" type="triangle"/>
          </a:ln>
        </p:spPr>
      </p:cxnSp>
      <p:sp>
        <p:nvSpPr>
          <p:cNvPr id="1212" name="Google Shape;1212;p9"/>
          <p:cNvSpPr txBox="1"/>
          <p:nvPr/>
        </p:nvSpPr>
        <p:spPr>
          <a:xfrm>
            <a:off x="5523738" y="2152415"/>
            <a:ext cx="884400" cy="3240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600"/>
              <a:buFont typeface="Arial"/>
              <a:buNone/>
            </a:pPr>
            <a:r>
              <a:rPr b="0" i="0" lang="en" sz="600" u="none" cap="none" strike="noStrike">
                <a:solidFill>
                  <a:srgbClr val="000000"/>
                </a:solidFill>
                <a:latin typeface="Plus Jakarta Sans"/>
                <a:ea typeface="Plus Jakarta Sans"/>
                <a:cs typeface="Plus Jakarta Sans"/>
                <a:sym typeface="Plus Jakarta Sans"/>
              </a:rPr>
              <a:t>Through API</a:t>
            </a:r>
            <a:endParaRPr b="0" i="0" sz="600" u="none" cap="none" strike="noStrike">
              <a:solidFill>
                <a:srgbClr val="000000"/>
              </a:solidFill>
              <a:latin typeface="Plus Jakarta Sans"/>
              <a:ea typeface="Plus Jakarta Sans"/>
              <a:cs typeface="Plus Jakarta Sans"/>
              <a:sym typeface="Plus Jakarta Sans"/>
            </a:endParaRPr>
          </a:p>
        </p:txBody>
      </p:sp>
      <p:cxnSp>
        <p:nvCxnSpPr>
          <p:cNvPr id="1213" name="Google Shape;1213;p9"/>
          <p:cNvCxnSpPr>
            <a:stCxn id="1208" idx="2"/>
            <a:endCxn id="1209" idx="0"/>
          </p:cNvCxnSpPr>
          <p:nvPr/>
        </p:nvCxnSpPr>
        <p:spPr>
          <a:xfrm>
            <a:off x="7360024" y="2557090"/>
            <a:ext cx="0" cy="984000"/>
          </a:xfrm>
          <a:prstGeom prst="straightConnector1">
            <a:avLst/>
          </a:prstGeom>
          <a:noFill/>
          <a:ln cap="flat" cmpd="sng" w="9525">
            <a:solidFill>
              <a:srgbClr val="100045"/>
            </a:solidFill>
            <a:prstDash val="solid"/>
            <a:round/>
            <a:headEnd len="sm" w="sm" type="none"/>
            <a:tailEnd len="med" w="med" type="triangle"/>
          </a:ln>
        </p:spPr>
      </p:cxnSp>
      <p:sp>
        <p:nvSpPr>
          <p:cNvPr id="1214" name="Google Shape;1214;p9"/>
          <p:cNvSpPr txBox="1"/>
          <p:nvPr>
            <p:ph idx="1" type="body"/>
          </p:nvPr>
        </p:nvSpPr>
        <p:spPr>
          <a:xfrm>
            <a:off x="533400" y="734285"/>
            <a:ext cx="5029200" cy="324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b="1" lang="en">
                <a:solidFill>
                  <a:srgbClr val="4F4FF5"/>
                </a:solidFill>
                <a:latin typeface="Plus Jakarta Sans Medium"/>
                <a:ea typeface="Plus Jakarta Sans Medium"/>
                <a:cs typeface="Plus Jakarta Sans Medium"/>
                <a:sym typeface="Plus Jakarta Sans Medium"/>
              </a:rPr>
              <a:t> </a:t>
            </a:r>
            <a:r>
              <a:rPr lang="en">
                <a:latin typeface="Plus Jakarta Sans Medium"/>
                <a:ea typeface="Plus Jakarta Sans Medium"/>
                <a:cs typeface="Plus Jakarta Sans Medium"/>
                <a:sym typeface="Plus Jakarta Sans Medium"/>
              </a:rPr>
              <a:t>Push weights to Registry; deploy to CAII / Workbench PROD via CICD with env segmentation and human sign-off</a:t>
            </a:r>
            <a:endParaRPr>
              <a:latin typeface="Plus Jakarta Sans Medium"/>
              <a:ea typeface="Plus Jakarta Sans Medium"/>
              <a:cs typeface="Plus Jakarta Sans Medium"/>
              <a:sym typeface="Plus Jakarta Sans Medium"/>
            </a:endParaRPr>
          </a:p>
          <a:p>
            <a:pPr indent="0" lvl="0" marL="0" rtl="0" algn="l">
              <a:lnSpc>
                <a:spcPct val="100000"/>
              </a:lnSpc>
              <a:spcBef>
                <a:spcPts val="400"/>
              </a:spcBef>
              <a:spcAft>
                <a:spcPts val="400"/>
              </a:spcAft>
              <a:buSzPts val="1100"/>
              <a:buNone/>
            </a:pPr>
            <a:r>
              <a:t/>
            </a:r>
            <a:endParaRPr>
              <a:latin typeface="Plus Jakarta Sans Medium"/>
              <a:ea typeface="Plus Jakarta Sans Medium"/>
              <a:cs typeface="Plus Jakarta Sans Medium"/>
              <a:sym typeface="Plus Jakarta Sans Medium"/>
            </a:endParaRPr>
          </a:p>
        </p:txBody>
      </p:sp>
      <p:sp>
        <p:nvSpPr>
          <p:cNvPr id="1215" name="Google Shape;1215;p9"/>
          <p:cNvSpPr/>
          <p:nvPr/>
        </p:nvSpPr>
        <p:spPr>
          <a:xfrm>
            <a:off x="294200" y="290000"/>
            <a:ext cx="90000" cy="340000"/>
          </a:xfrm>
          <a:prstGeom prst="roundRect">
            <a:avLst>
              <a:gd fmla="val 50000" name="adj"/>
            </a:avLst>
          </a:prstGeom>
          <a:solidFill>
            <a:schemeClr val="accent1"/>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9" name="Shape 1219"/>
        <p:cNvGrpSpPr/>
        <p:nvPr/>
      </p:nvGrpSpPr>
      <p:grpSpPr>
        <a:xfrm>
          <a:off x="0" y="0"/>
          <a:ext cx="0" cy="0"/>
          <a:chOff x="0" y="0"/>
          <a:chExt cx="0" cy="0"/>
        </a:xfrm>
      </p:grpSpPr>
      <p:sp>
        <p:nvSpPr>
          <p:cNvPr id="1220" name="Google Shape;1220;p10"/>
          <p:cNvSpPr/>
          <p:nvPr/>
        </p:nvSpPr>
        <p:spPr>
          <a:xfrm>
            <a:off x="566925" y="155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1" name="Google Shape;1221;p10"/>
          <p:cNvSpPr/>
          <p:nvPr/>
        </p:nvSpPr>
        <p:spPr>
          <a:xfrm>
            <a:off x="566925" y="1550000"/>
            <a:ext cx="54900" cy="125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2" name="Google Shape;1222;p10"/>
          <p:cNvSpPr/>
          <p:nvPr/>
        </p:nvSpPr>
        <p:spPr>
          <a:xfrm>
            <a:off x="726925" y="163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Agentic workflow builder</a:t>
            </a:r>
            <a:endParaRPr b="0" i="0" sz="1400" u="none" cap="none" strike="noStrike">
              <a:solidFill>
                <a:srgbClr val="000000"/>
              </a:solidFill>
              <a:latin typeface="Arial"/>
              <a:ea typeface="Arial"/>
              <a:cs typeface="Arial"/>
              <a:sym typeface="Arial"/>
            </a:endParaRPr>
          </a:p>
        </p:txBody>
      </p:sp>
      <p:sp>
        <p:nvSpPr>
          <p:cNvPr id="1223" name="Google Shape;1223;p10"/>
          <p:cNvSpPr/>
          <p:nvPr/>
        </p:nvSpPr>
        <p:spPr>
          <a:xfrm>
            <a:off x="726925" y="195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Agents with tasks, tools &amp; roles; AI-assisted authoring</a:t>
            </a:r>
            <a:endParaRPr b="0" i="0" sz="1400" u="none" cap="none" strike="noStrike">
              <a:solidFill>
                <a:srgbClr val="000000"/>
              </a:solidFill>
              <a:latin typeface="Arial"/>
              <a:ea typeface="Arial"/>
              <a:cs typeface="Arial"/>
              <a:sym typeface="Arial"/>
            </a:endParaRPr>
          </a:p>
        </p:txBody>
      </p:sp>
      <p:sp>
        <p:nvSpPr>
          <p:cNvPr id="1224" name="Google Shape;1224;p10"/>
          <p:cNvSpPr/>
          <p:nvPr/>
        </p:nvSpPr>
        <p:spPr>
          <a:xfrm>
            <a:off x="2506925" y="155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5" name="Google Shape;1225;p10"/>
          <p:cNvSpPr/>
          <p:nvPr/>
        </p:nvSpPr>
        <p:spPr>
          <a:xfrm>
            <a:off x="2506925" y="1550000"/>
            <a:ext cx="54900" cy="125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6" name="Google Shape;1226;p10"/>
          <p:cNvSpPr/>
          <p:nvPr/>
        </p:nvSpPr>
        <p:spPr>
          <a:xfrm>
            <a:off x="2666925" y="163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Tools Catalog</a:t>
            </a:r>
            <a:endParaRPr b="0" i="0" sz="1400" u="none" cap="none" strike="noStrike">
              <a:solidFill>
                <a:srgbClr val="000000"/>
              </a:solidFill>
              <a:latin typeface="Arial"/>
              <a:ea typeface="Arial"/>
              <a:cs typeface="Arial"/>
              <a:sym typeface="Arial"/>
            </a:endParaRPr>
          </a:p>
        </p:txBody>
      </p:sp>
      <p:sp>
        <p:nvSpPr>
          <p:cNvPr id="1227" name="Google Shape;1227;p10"/>
          <p:cNvSpPr/>
          <p:nvPr/>
        </p:nvSpPr>
        <p:spPr>
          <a:xfrm>
            <a:off x="2666925" y="195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Built-in + custom Python + MCP tools — reusable across workflows</a:t>
            </a:r>
            <a:endParaRPr b="0" i="0" sz="1400" u="none" cap="none" strike="noStrike">
              <a:solidFill>
                <a:srgbClr val="000000"/>
              </a:solidFill>
              <a:latin typeface="Arial"/>
              <a:ea typeface="Arial"/>
              <a:cs typeface="Arial"/>
              <a:sym typeface="Arial"/>
            </a:endParaRPr>
          </a:p>
        </p:txBody>
      </p:sp>
      <p:sp>
        <p:nvSpPr>
          <p:cNvPr id="1228" name="Google Shape;1228;p10"/>
          <p:cNvSpPr/>
          <p:nvPr/>
        </p:nvSpPr>
        <p:spPr>
          <a:xfrm>
            <a:off x="4446925" y="155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9" name="Google Shape;1229;p10"/>
          <p:cNvSpPr/>
          <p:nvPr/>
        </p:nvSpPr>
        <p:spPr>
          <a:xfrm>
            <a:off x="4446925" y="1550000"/>
            <a:ext cx="54900" cy="125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0" name="Google Shape;1230;p10"/>
          <p:cNvSpPr/>
          <p:nvPr/>
        </p:nvSpPr>
        <p:spPr>
          <a:xfrm>
            <a:off x="4606925" y="163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Multi-LLM support</a:t>
            </a:r>
            <a:endParaRPr b="0" i="0" sz="1400" u="none" cap="none" strike="noStrike">
              <a:solidFill>
                <a:srgbClr val="000000"/>
              </a:solidFill>
              <a:latin typeface="Arial"/>
              <a:ea typeface="Arial"/>
              <a:cs typeface="Arial"/>
              <a:sym typeface="Arial"/>
            </a:endParaRPr>
          </a:p>
        </p:txBody>
      </p:sp>
      <p:sp>
        <p:nvSpPr>
          <p:cNvPr id="1231" name="Google Shape;1231;p10"/>
          <p:cNvSpPr/>
          <p:nvPr/>
        </p:nvSpPr>
        <p:spPr>
          <a:xfrm>
            <a:off x="4606925" y="195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CAII · Azure OpenAI · Gemini · Anthropic · any OpenAI-compatible</a:t>
            </a:r>
            <a:endParaRPr b="0" i="0" sz="1400" u="none" cap="none" strike="noStrike">
              <a:solidFill>
                <a:srgbClr val="000000"/>
              </a:solidFill>
              <a:latin typeface="Arial"/>
              <a:ea typeface="Arial"/>
              <a:cs typeface="Arial"/>
              <a:sym typeface="Arial"/>
            </a:endParaRPr>
          </a:p>
        </p:txBody>
      </p:sp>
      <p:sp>
        <p:nvSpPr>
          <p:cNvPr id="1232" name="Google Shape;1232;p10"/>
          <p:cNvSpPr/>
          <p:nvPr/>
        </p:nvSpPr>
        <p:spPr>
          <a:xfrm>
            <a:off x="6386925" y="155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3" name="Google Shape;1233;p10"/>
          <p:cNvSpPr/>
          <p:nvPr/>
        </p:nvSpPr>
        <p:spPr>
          <a:xfrm>
            <a:off x="6386925" y="1550000"/>
            <a:ext cx="54900" cy="125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4" name="Google Shape;1234;p10"/>
          <p:cNvSpPr/>
          <p:nvPr/>
        </p:nvSpPr>
        <p:spPr>
          <a:xfrm>
            <a:off x="6546925" y="163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Test &amp; debug</a:t>
            </a:r>
            <a:endParaRPr b="0" i="0" sz="1400" u="none" cap="none" strike="noStrike">
              <a:solidFill>
                <a:srgbClr val="000000"/>
              </a:solidFill>
              <a:latin typeface="Arial"/>
              <a:ea typeface="Arial"/>
              <a:cs typeface="Arial"/>
              <a:sym typeface="Arial"/>
            </a:endParaRPr>
          </a:p>
        </p:txBody>
      </p:sp>
      <p:sp>
        <p:nvSpPr>
          <p:cNvPr id="1235" name="Google Shape;1235;p10"/>
          <p:cNvSpPr/>
          <p:nvPr/>
        </p:nvSpPr>
        <p:spPr>
          <a:xfrm>
            <a:off x="6546925" y="195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Logs, playback and visual debugger in the Test panel</a:t>
            </a:r>
            <a:endParaRPr b="0" i="0" sz="1400" u="none" cap="none" strike="noStrike">
              <a:solidFill>
                <a:srgbClr val="000000"/>
              </a:solidFill>
              <a:latin typeface="Arial"/>
              <a:ea typeface="Arial"/>
              <a:cs typeface="Arial"/>
              <a:sym typeface="Arial"/>
            </a:endParaRPr>
          </a:p>
        </p:txBody>
      </p:sp>
      <p:sp>
        <p:nvSpPr>
          <p:cNvPr id="1236" name="Google Shape;1236;p10"/>
          <p:cNvSpPr/>
          <p:nvPr/>
        </p:nvSpPr>
        <p:spPr>
          <a:xfrm>
            <a:off x="566925" y="298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7" name="Google Shape;1237;p10"/>
          <p:cNvSpPr/>
          <p:nvPr/>
        </p:nvSpPr>
        <p:spPr>
          <a:xfrm>
            <a:off x="566925" y="2980000"/>
            <a:ext cx="54900" cy="125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38" name="Google Shape;1238;p10"/>
          <p:cNvSpPr/>
          <p:nvPr/>
        </p:nvSpPr>
        <p:spPr>
          <a:xfrm>
            <a:off x="726925" y="306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Deploy as endpoint</a:t>
            </a:r>
            <a:endParaRPr b="0" i="0" sz="1400" u="none" cap="none" strike="noStrike">
              <a:solidFill>
                <a:srgbClr val="000000"/>
              </a:solidFill>
              <a:latin typeface="Arial"/>
              <a:ea typeface="Arial"/>
              <a:cs typeface="Arial"/>
              <a:sym typeface="Arial"/>
            </a:endParaRPr>
          </a:p>
        </p:txBody>
      </p:sp>
      <p:sp>
        <p:nvSpPr>
          <p:cNvPr id="1239" name="Google Shape;1239;p10"/>
          <p:cNvSpPr/>
          <p:nvPr/>
        </p:nvSpPr>
        <p:spPr>
          <a:xfrm>
            <a:off x="726925" y="338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One click → governed API — the marketplace foundation</a:t>
            </a:r>
            <a:endParaRPr b="0" i="0" sz="1400" u="none" cap="none" strike="noStrike">
              <a:solidFill>
                <a:srgbClr val="000000"/>
              </a:solidFill>
              <a:latin typeface="Arial"/>
              <a:ea typeface="Arial"/>
              <a:cs typeface="Arial"/>
              <a:sym typeface="Arial"/>
            </a:endParaRPr>
          </a:p>
        </p:txBody>
      </p:sp>
      <p:sp>
        <p:nvSpPr>
          <p:cNvPr id="1240" name="Google Shape;1240;p10"/>
          <p:cNvSpPr/>
          <p:nvPr/>
        </p:nvSpPr>
        <p:spPr>
          <a:xfrm>
            <a:off x="2506925" y="298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1" name="Google Shape;1241;p10"/>
          <p:cNvSpPr/>
          <p:nvPr/>
        </p:nvSpPr>
        <p:spPr>
          <a:xfrm>
            <a:off x="2506925" y="2980000"/>
            <a:ext cx="54900" cy="125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2" name="Google Shape;1242;p10"/>
          <p:cNvSpPr/>
          <p:nvPr/>
        </p:nvSpPr>
        <p:spPr>
          <a:xfrm>
            <a:off x="2666925" y="306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Built-in observability</a:t>
            </a:r>
            <a:endParaRPr b="0" i="0" sz="1400" u="none" cap="none" strike="noStrike">
              <a:solidFill>
                <a:srgbClr val="000000"/>
              </a:solidFill>
              <a:latin typeface="Arial"/>
              <a:ea typeface="Arial"/>
              <a:cs typeface="Arial"/>
              <a:sym typeface="Arial"/>
            </a:endParaRPr>
          </a:p>
        </p:txBody>
      </p:sp>
      <p:sp>
        <p:nvSpPr>
          <p:cNvPr id="1243" name="Google Shape;1243;p10"/>
          <p:cNvSpPr/>
          <p:nvPr/>
        </p:nvSpPr>
        <p:spPr>
          <a:xfrm>
            <a:off x="2666925" y="338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Phoenix (Arize) tracing on every agent run</a:t>
            </a:r>
            <a:endParaRPr b="0" i="0" sz="1400" u="none" cap="none" strike="noStrike">
              <a:solidFill>
                <a:srgbClr val="000000"/>
              </a:solidFill>
              <a:latin typeface="Arial"/>
              <a:ea typeface="Arial"/>
              <a:cs typeface="Arial"/>
              <a:sym typeface="Arial"/>
            </a:endParaRPr>
          </a:p>
        </p:txBody>
      </p:sp>
      <p:sp>
        <p:nvSpPr>
          <p:cNvPr id="1244" name="Google Shape;1244;p10"/>
          <p:cNvSpPr/>
          <p:nvPr/>
        </p:nvSpPr>
        <p:spPr>
          <a:xfrm>
            <a:off x="4446925" y="298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5" name="Google Shape;1245;p10"/>
          <p:cNvSpPr/>
          <p:nvPr/>
        </p:nvSpPr>
        <p:spPr>
          <a:xfrm>
            <a:off x="4446925" y="2980000"/>
            <a:ext cx="54900" cy="125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6" name="Google Shape;1246;p10"/>
          <p:cNvSpPr/>
          <p:nvPr/>
        </p:nvSpPr>
        <p:spPr>
          <a:xfrm>
            <a:off x="4606925" y="306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Guardrails</a:t>
            </a:r>
            <a:endParaRPr b="0" i="0" sz="1400" u="none" cap="none" strike="noStrike">
              <a:solidFill>
                <a:srgbClr val="000000"/>
              </a:solidFill>
              <a:latin typeface="Arial"/>
              <a:ea typeface="Arial"/>
              <a:cs typeface="Arial"/>
              <a:sym typeface="Arial"/>
            </a:endParaRPr>
          </a:p>
        </p:txBody>
      </p:sp>
      <p:sp>
        <p:nvSpPr>
          <p:cNvPr id="1247" name="Google Shape;1247;p10"/>
          <p:cNvSpPr/>
          <p:nvPr/>
        </p:nvSpPr>
        <p:spPr>
          <a:xfrm>
            <a:off x="4606925" y="338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Content filters · LLM judges · custom guardrails — built in, hosted centrally</a:t>
            </a:r>
            <a:endParaRPr b="0" i="0" sz="1400" u="none" cap="none" strike="noStrike">
              <a:solidFill>
                <a:srgbClr val="000000"/>
              </a:solidFill>
              <a:latin typeface="Arial"/>
              <a:ea typeface="Arial"/>
              <a:cs typeface="Arial"/>
              <a:sym typeface="Arial"/>
            </a:endParaRPr>
          </a:p>
        </p:txBody>
      </p:sp>
      <p:sp>
        <p:nvSpPr>
          <p:cNvPr id="1248" name="Google Shape;1248;p10"/>
          <p:cNvSpPr/>
          <p:nvPr/>
        </p:nvSpPr>
        <p:spPr>
          <a:xfrm>
            <a:off x="6386925" y="2980000"/>
            <a:ext cx="1900000" cy="125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9" name="Google Shape;1249;p10"/>
          <p:cNvSpPr/>
          <p:nvPr/>
        </p:nvSpPr>
        <p:spPr>
          <a:xfrm>
            <a:off x="6386925" y="2980000"/>
            <a:ext cx="54900" cy="125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0" name="Google Shape;1250;p10"/>
          <p:cNvSpPr/>
          <p:nvPr/>
        </p:nvSpPr>
        <p:spPr>
          <a:xfrm>
            <a:off x="6546925" y="3060000"/>
            <a:ext cx="162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Proved Samples</a:t>
            </a:r>
            <a:endParaRPr b="0" i="0" sz="1400" u="none" cap="none" strike="noStrike">
              <a:solidFill>
                <a:srgbClr val="000000"/>
              </a:solidFill>
              <a:latin typeface="Arial"/>
              <a:ea typeface="Arial"/>
              <a:cs typeface="Arial"/>
              <a:sym typeface="Arial"/>
            </a:endParaRPr>
          </a:p>
        </p:txBody>
      </p:sp>
      <p:sp>
        <p:nvSpPr>
          <p:cNvPr id="1251" name="Google Shape;1251;p10"/>
          <p:cNvSpPr/>
          <p:nvPr/>
        </p:nvSpPr>
        <p:spPr>
          <a:xfrm>
            <a:off x="6546925" y="3380000"/>
            <a:ext cx="1600000" cy="77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Source of Wealth: 10 days → under 1 hour</a:t>
            </a:r>
            <a:r>
              <a:rPr lang="en" sz="820">
                <a:solidFill>
                  <a:srgbClr val="5A5A72"/>
                </a:solidFill>
                <a:latin typeface="Plus Jakarta Sans"/>
                <a:ea typeface="Plus Jakarta Sans"/>
                <a:cs typeface="Plus Jakarta Sans"/>
                <a:sym typeface="Plus Jakarta Sans"/>
              </a:rPr>
              <a:t> (banking sector)</a:t>
            </a:r>
            <a:endParaRPr b="0" i="0" sz="820" u="none" cap="none" strike="noStrike">
              <a:solidFill>
                <a:srgbClr val="5A5A72"/>
              </a:solidFill>
              <a:latin typeface="Plus Jakarta Sans"/>
              <a:ea typeface="Plus Jakarta Sans"/>
              <a:cs typeface="Plus Jakarta Sans"/>
              <a:sym typeface="Plus Jakarta Sans"/>
            </a:endParaRPr>
          </a:p>
          <a:p>
            <a:pPr indent="0" lvl="0" marL="0" marR="0" rtl="0" algn="l">
              <a:lnSpc>
                <a:spcPct val="110000"/>
              </a:lnSpc>
              <a:spcBef>
                <a:spcPts val="0"/>
              </a:spcBef>
              <a:spcAft>
                <a:spcPts val="0"/>
              </a:spcAft>
              <a:buClr>
                <a:srgbClr val="000000"/>
              </a:buClr>
              <a:buSzPts val="820"/>
              <a:buFont typeface="Arial"/>
              <a:buNone/>
            </a:pPr>
            <a:r>
              <a:rPr lang="en" sz="820">
                <a:solidFill>
                  <a:srgbClr val="5A5A72"/>
                </a:solidFill>
                <a:latin typeface="Plus Jakarta Sans"/>
                <a:ea typeface="Plus Jakarta Sans"/>
                <a:cs typeface="Plus Jakarta Sans"/>
                <a:sym typeface="Plus Jakarta Sans"/>
              </a:rPr>
              <a:t>Fault Detection: based on knowledge (manufacturing sector)</a:t>
            </a:r>
            <a:endParaRPr b="0" i="0" sz="1400" u="none" cap="none" strike="noStrike">
              <a:solidFill>
                <a:srgbClr val="000000"/>
              </a:solidFill>
              <a:latin typeface="Arial"/>
              <a:ea typeface="Arial"/>
              <a:cs typeface="Arial"/>
              <a:sym typeface="Arial"/>
            </a:endParaRPr>
          </a:p>
        </p:txBody>
      </p:sp>
      <p:sp>
        <p:nvSpPr>
          <p:cNvPr id="1252" name="Google Shape;1252;p10"/>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15154A"/>
                </a:solidFill>
                <a:latin typeface="Plus Jakarta Sans"/>
                <a:ea typeface="Plus Jakarta Sans"/>
                <a:cs typeface="Plus Jakarta Sans"/>
                <a:sym typeface="Plus Jakarta Sans"/>
              </a:rPr>
              <a:t>The agent harness, productized — business units assemble lego blocks; IT monitors every run.</a:t>
            </a:r>
            <a:endParaRPr b="0" i="0" sz="1400" u="none" cap="none" strike="noStrike">
              <a:solidFill>
                <a:srgbClr val="000000"/>
              </a:solidFill>
              <a:latin typeface="Arial"/>
              <a:ea typeface="Arial"/>
              <a:cs typeface="Arial"/>
              <a:sym typeface="Arial"/>
            </a:endParaRPr>
          </a:p>
        </p:txBody>
      </p:sp>
      <p:sp>
        <p:nvSpPr>
          <p:cNvPr id="1253" name="Google Shape;1253;p10"/>
          <p:cNvSpPr/>
          <p:nvPr/>
        </p:nvSpPr>
        <p:spPr>
          <a:xfrm>
            <a:off x="292608" y="290000"/>
            <a:ext cx="90000" cy="339900"/>
          </a:xfrm>
          <a:prstGeom prst="roundRect">
            <a:avLst>
              <a:gd fmla="val 50000" name="adj"/>
            </a:avLst>
          </a:prstGeom>
          <a:solidFill>
            <a:schemeClr val="accent4"/>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54" name="Google Shape;1254;p10"/>
          <p:cNvSpPr txBox="1"/>
          <p:nvPr>
            <p:ph type="title"/>
          </p:nvPr>
        </p:nvSpPr>
        <p:spPr>
          <a:xfrm>
            <a:off x="530352" y="284251"/>
            <a:ext cx="7620000" cy="347700"/>
          </a:xfrm>
          <a:prstGeom prst="rect">
            <a:avLst/>
          </a:prstGeom>
          <a:noFill/>
          <a:ln>
            <a:noFill/>
          </a:ln>
        </p:spPr>
        <p:txBody>
          <a:bodyPr anchorCtr="0" anchor="t" bIns="91425" lIns="91425" spcFirstLastPara="1" rIns="91425" wrap="square" tIns="0">
            <a:noAutofit/>
          </a:bodyPr>
          <a:lstStyle/>
          <a:p>
            <a:pPr indent="0" lvl="0" marL="0" rtl="0" algn="l">
              <a:lnSpc>
                <a:spcPct val="100000"/>
              </a:lnSpc>
              <a:spcBef>
                <a:spcPts val="0"/>
              </a:spcBef>
              <a:spcAft>
                <a:spcPts val="0"/>
              </a:spcAft>
              <a:buSzPts val="2000"/>
              <a:buNone/>
            </a:pPr>
            <a:r>
              <a:rPr lang="en" sz="2300">
                <a:latin typeface="Plus Jakarta Sans"/>
                <a:ea typeface="Plus Jakarta Sans"/>
                <a:cs typeface="Plus Jakarta Sans"/>
                <a:sym typeface="Plus Jakarta Sans"/>
              </a:rPr>
              <a:t>Cloudera Agent Studio 3.0 (GA)</a:t>
            </a:r>
            <a:endParaRPr sz="2300">
              <a:latin typeface="Plus Jakarta Sans"/>
              <a:ea typeface="Plus Jakarta Sans"/>
              <a:cs typeface="Plus Jakarta Sans"/>
              <a:sym typeface="Plus Jakarta Sans"/>
            </a:endParaRPr>
          </a:p>
        </p:txBody>
      </p:sp>
      <p:sp>
        <p:nvSpPr>
          <p:cNvPr id="1255" name="Google Shape;1255;p10"/>
          <p:cNvSpPr txBox="1"/>
          <p:nvPr>
            <p:ph idx="2" type="subTitle"/>
          </p:nvPr>
        </p:nvSpPr>
        <p:spPr>
          <a:xfrm>
            <a:off x="530349" y="731525"/>
            <a:ext cx="6994500" cy="365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Low-code to high-code: business units build agents visually; IT keeps governance, observability and control.</a:t>
            </a:r>
            <a:endParaRPr>
              <a:latin typeface="Plus Jakarta Sans Medium"/>
              <a:ea typeface="Plus Jakarta Sans Medium"/>
              <a:cs typeface="Plus Jakarta Sans Medium"/>
              <a:sym typeface="Plus Jakarta Sans Medium"/>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9" name="Shape 1259"/>
        <p:cNvGrpSpPr/>
        <p:nvPr/>
      </p:nvGrpSpPr>
      <p:grpSpPr>
        <a:xfrm>
          <a:off x="0" y="0"/>
          <a:ext cx="0" cy="0"/>
          <a:chOff x="0" y="0"/>
          <a:chExt cx="0" cy="0"/>
        </a:xfrm>
      </p:grpSpPr>
      <p:sp>
        <p:nvSpPr>
          <p:cNvPr id="1260" name="Google Shape;1260;p11"/>
          <p:cNvSpPr/>
          <p:nvPr/>
        </p:nvSpPr>
        <p:spPr>
          <a:xfrm>
            <a:off x="457200" y="1263532"/>
            <a:ext cx="3450000" cy="2907600"/>
          </a:xfrm>
          <a:prstGeom prst="roundRect">
            <a:avLst>
              <a:gd fmla="val 8000" name="adj"/>
            </a:avLst>
          </a:prstGeom>
          <a:solidFill>
            <a:srgbClr val="F3F3F3"/>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1" name="Google Shape;1261;p11"/>
          <p:cNvSpPr txBox="1"/>
          <p:nvPr/>
        </p:nvSpPr>
        <p:spPr>
          <a:xfrm>
            <a:off x="501900" y="972307"/>
            <a:ext cx="3450000" cy="26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 sz="950" u="none" cap="none" strike="noStrike">
                <a:solidFill>
                  <a:schemeClr val="accent3"/>
                </a:solidFill>
                <a:latin typeface="Plus Jakarta Sans"/>
                <a:ea typeface="Plus Jakarta Sans"/>
                <a:cs typeface="Plus Jakarta Sans"/>
                <a:sym typeface="Plus Jakarta Sans"/>
              </a:rPr>
              <a:t>Agent Harness Anatomy</a:t>
            </a:r>
            <a:endParaRPr b="0" i="0" sz="1400" u="none" cap="none" strike="noStrike">
              <a:solidFill>
                <a:schemeClr val="accent3"/>
              </a:solidFill>
              <a:latin typeface="Arial"/>
              <a:ea typeface="Arial"/>
              <a:cs typeface="Arial"/>
              <a:sym typeface="Arial"/>
            </a:endParaRPr>
          </a:p>
        </p:txBody>
      </p:sp>
      <p:sp>
        <p:nvSpPr>
          <p:cNvPr id="1262" name="Google Shape;1262;p11"/>
          <p:cNvSpPr/>
          <p:nvPr/>
        </p:nvSpPr>
        <p:spPr>
          <a:xfrm>
            <a:off x="1132200" y="1392307"/>
            <a:ext cx="1100100" cy="339900"/>
          </a:xfrm>
          <a:prstGeom prst="roundRect">
            <a:avLst>
              <a:gd fmla="val 12000" name="adj"/>
            </a:avLst>
          </a:prstGeom>
          <a:solidFill>
            <a:srgbClr val="FFFFFF"/>
          </a:solidFill>
          <a:ln cap="flat" cmpd="sng" w="25400">
            <a:solidFill>
              <a:srgbClr val="5347D6"/>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15154A"/>
                </a:solidFill>
                <a:latin typeface="Plus Jakarta Sans"/>
                <a:ea typeface="Plus Jakarta Sans"/>
                <a:cs typeface="Plus Jakarta Sans"/>
                <a:sym typeface="Plus Jakarta Sans"/>
              </a:rPr>
              <a:t>System Prompt</a:t>
            </a:r>
            <a:endParaRPr b="0" i="0" sz="1400" u="none" cap="none" strike="noStrike">
              <a:solidFill>
                <a:srgbClr val="000000"/>
              </a:solidFill>
              <a:latin typeface="Arial"/>
              <a:ea typeface="Arial"/>
              <a:cs typeface="Arial"/>
              <a:sym typeface="Arial"/>
            </a:endParaRPr>
          </a:p>
        </p:txBody>
      </p:sp>
      <p:sp>
        <p:nvSpPr>
          <p:cNvPr id="1263" name="Google Shape;1263;p11"/>
          <p:cNvSpPr/>
          <p:nvPr/>
        </p:nvSpPr>
        <p:spPr>
          <a:xfrm>
            <a:off x="567200" y="2112307"/>
            <a:ext cx="819900" cy="380100"/>
          </a:xfrm>
          <a:prstGeom prst="roundRect">
            <a:avLst>
              <a:gd fmla="val 12000" name="adj"/>
            </a:avLst>
          </a:prstGeom>
          <a:solidFill>
            <a:srgbClr val="EE5A29"/>
          </a:solidFill>
          <a:ln>
            <a:noFill/>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 sz="950" u="none" cap="none" strike="noStrike">
                <a:solidFill>
                  <a:srgbClr val="FFFFFF"/>
                </a:solidFill>
                <a:latin typeface="Plus Jakarta Sans"/>
                <a:ea typeface="Plus Jakarta Sans"/>
                <a:cs typeface="Plus Jakarta Sans"/>
                <a:sym typeface="Plus Jakarta Sans"/>
              </a:rPr>
              <a:t>LLM</a:t>
            </a:r>
            <a:endParaRPr b="0" i="0" sz="1400" u="none" cap="none" strike="noStrike">
              <a:solidFill>
                <a:srgbClr val="000000"/>
              </a:solidFill>
              <a:latin typeface="Arial"/>
              <a:ea typeface="Arial"/>
              <a:cs typeface="Arial"/>
              <a:sym typeface="Arial"/>
            </a:endParaRPr>
          </a:p>
        </p:txBody>
      </p:sp>
      <p:sp>
        <p:nvSpPr>
          <p:cNvPr id="1264" name="Google Shape;1264;p11"/>
          <p:cNvSpPr/>
          <p:nvPr/>
        </p:nvSpPr>
        <p:spPr>
          <a:xfrm>
            <a:off x="1532200" y="2112307"/>
            <a:ext cx="1299900" cy="380100"/>
          </a:xfrm>
          <a:prstGeom prst="roundRect">
            <a:avLst>
              <a:gd fmla="val 12000" name="adj"/>
            </a:avLst>
          </a:prstGeom>
          <a:solidFill>
            <a:srgbClr val="5347D6"/>
          </a:solidFill>
          <a:ln>
            <a:noFill/>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 sz="950" u="none" cap="none" strike="noStrike">
                <a:solidFill>
                  <a:srgbClr val="FFFFFF"/>
                </a:solidFill>
                <a:latin typeface="Plus Jakarta Sans"/>
                <a:ea typeface="Plus Jakarta Sans"/>
                <a:cs typeface="Plus Jakarta Sans"/>
                <a:sym typeface="Plus Jakarta Sans"/>
              </a:rPr>
              <a:t>Agent Loop</a:t>
            </a:r>
            <a:endParaRPr b="0" i="0" sz="1400" u="none" cap="none" strike="noStrike">
              <a:solidFill>
                <a:srgbClr val="000000"/>
              </a:solidFill>
              <a:latin typeface="Arial"/>
              <a:ea typeface="Arial"/>
              <a:cs typeface="Arial"/>
              <a:sym typeface="Arial"/>
            </a:endParaRPr>
          </a:p>
        </p:txBody>
      </p:sp>
      <p:sp>
        <p:nvSpPr>
          <p:cNvPr id="1265" name="Google Shape;1265;p11"/>
          <p:cNvSpPr/>
          <p:nvPr/>
        </p:nvSpPr>
        <p:spPr>
          <a:xfrm>
            <a:off x="2977200" y="2112307"/>
            <a:ext cx="819900" cy="380100"/>
          </a:xfrm>
          <a:prstGeom prst="roundRect">
            <a:avLst>
              <a:gd fmla="val 12000" name="adj"/>
            </a:avLst>
          </a:prstGeom>
          <a:solidFill>
            <a:srgbClr val="FFFFFF"/>
          </a:solidFill>
          <a:ln cap="flat" cmpd="sng" w="25400">
            <a:solidFill>
              <a:srgbClr val="5347D6"/>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Tools</a:t>
            </a:r>
            <a:endParaRPr b="0" i="0" sz="1400" u="none" cap="none" strike="noStrike">
              <a:solidFill>
                <a:srgbClr val="000000"/>
              </a:solidFill>
              <a:latin typeface="Arial"/>
              <a:ea typeface="Arial"/>
              <a:cs typeface="Arial"/>
              <a:sym typeface="Arial"/>
            </a:endParaRPr>
          </a:p>
        </p:txBody>
      </p:sp>
      <p:sp>
        <p:nvSpPr>
          <p:cNvPr id="1266" name="Google Shape;1266;p11"/>
          <p:cNvSpPr/>
          <p:nvPr/>
        </p:nvSpPr>
        <p:spPr>
          <a:xfrm>
            <a:off x="1132200" y="2832307"/>
            <a:ext cx="1100100" cy="339900"/>
          </a:xfrm>
          <a:prstGeom prst="roundRect">
            <a:avLst>
              <a:gd fmla="val 12000" name="adj"/>
            </a:avLst>
          </a:prstGeom>
          <a:solidFill>
            <a:srgbClr val="FFFFFF"/>
          </a:solidFill>
          <a:ln cap="flat" cmpd="sng" w="25400">
            <a:solidFill>
              <a:srgbClr val="B7791F"/>
            </a:solidFill>
            <a:prstDash val="solid"/>
            <a:round/>
            <a:headEnd len="sm" w="sm" type="none"/>
            <a:tailEnd len="sm" w="sm" type="none"/>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rgbClr val="B7791F"/>
                </a:solidFill>
                <a:latin typeface="Plus Jakarta Sans"/>
                <a:ea typeface="Plus Jakarta Sans"/>
                <a:cs typeface="Plus Jakarta Sans"/>
                <a:sym typeface="Plus Jakarta Sans"/>
              </a:rPr>
              <a:t>Session / Context</a:t>
            </a:r>
            <a:endParaRPr b="0" i="0" sz="1400" u="none" cap="none" strike="noStrike">
              <a:solidFill>
                <a:srgbClr val="000000"/>
              </a:solidFill>
              <a:latin typeface="Arial"/>
              <a:ea typeface="Arial"/>
              <a:cs typeface="Arial"/>
              <a:sym typeface="Arial"/>
            </a:endParaRPr>
          </a:p>
        </p:txBody>
      </p:sp>
      <p:cxnSp>
        <p:nvCxnSpPr>
          <p:cNvPr id="1267" name="Google Shape;1267;p11"/>
          <p:cNvCxnSpPr/>
          <p:nvPr/>
        </p:nvCxnSpPr>
        <p:spPr>
          <a:xfrm>
            <a:off x="1387200" y="2302307"/>
            <a:ext cx="144900" cy="0"/>
          </a:xfrm>
          <a:prstGeom prst="straightConnector1">
            <a:avLst/>
          </a:prstGeom>
          <a:noFill/>
          <a:ln cap="flat" cmpd="sng" w="28000">
            <a:solidFill>
              <a:srgbClr val="5347D6"/>
            </a:solidFill>
            <a:prstDash val="solid"/>
            <a:round/>
            <a:headEnd len="sm" w="sm" type="none"/>
            <a:tailEnd len="sm" w="sm" type="none"/>
          </a:ln>
        </p:spPr>
      </p:cxnSp>
      <p:cxnSp>
        <p:nvCxnSpPr>
          <p:cNvPr id="1268" name="Google Shape;1268;p11"/>
          <p:cNvCxnSpPr/>
          <p:nvPr/>
        </p:nvCxnSpPr>
        <p:spPr>
          <a:xfrm>
            <a:off x="2832200" y="2302307"/>
            <a:ext cx="144900" cy="0"/>
          </a:xfrm>
          <a:prstGeom prst="straightConnector1">
            <a:avLst/>
          </a:prstGeom>
          <a:noFill/>
          <a:ln cap="flat" cmpd="sng" w="28000">
            <a:solidFill>
              <a:srgbClr val="5347D6"/>
            </a:solidFill>
            <a:prstDash val="solid"/>
            <a:round/>
            <a:headEnd len="sm" w="sm" type="none"/>
            <a:tailEnd len="sm" w="sm" type="none"/>
          </a:ln>
        </p:spPr>
      </p:cxnSp>
      <p:cxnSp>
        <p:nvCxnSpPr>
          <p:cNvPr id="1269" name="Google Shape;1269;p11"/>
          <p:cNvCxnSpPr/>
          <p:nvPr/>
        </p:nvCxnSpPr>
        <p:spPr>
          <a:xfrm>
            <a:off x="1682200" y="1732307"/>
            <a:ext cx="0" cy="380100"/>
          </a:xfrm>
          <a:prstGeom prst="straightConnector1">
            <a:avLst/>
          </a:prstGeom>
          <a:noFill/>
          <a:ln cap="flat" cmpd="sng" w="28000">
            <a:solidFill>
              <a:srgbClr val="5347D6"/>
            </a:solidFill>
            <a:prstDash val="solid"/>
            <a:round/>
            <a:headEnd len="sm" w="sm" type="none"/>
            <a:tailEnd len="sm" w="sm" type="none"/>
          </a:ln>
        </p:spPr>
      </p:cxnSp>
      <p:cxnSp>
        <p:nvCxnSpPr>
          <p:cNvPr id="1270" name="Google Shape;1270;p11"/>
          <p:cNvCxnSpPr/>
          <p:nvPr/>
        </p:nvCxnSpPr>
        <p:spPr>
          <a:xfrm>
            <a:off x="1682200" y="2492307"/>
            <a:ext cx="0" cy="339900"/>
          </a:xfrm>
          <a:prstGeom prst="straightConnector1">
            <a:avLst/>
          </a:prstGeom>
          <a:noFill/>
          <a:ln cap="flat" cmpd="sng" w="28000">
            <a:solidFill>
              <a:srgbClr val="B7791F"/>
            </a:solidFill>
            <a:prstDash val="solid"/>
            <a:round/>
            <a:headEnd len="sm" w="sm" type="none"/>
            <a:tailEnd len="sm" w="sm" type="none"/>
          </a:ln>
        </p:spPr>
      </p:cxnSp>
      <p:sp>
        <p:nvSpPr>
          <p:cNvPr id="1271" name="Google Shape;1271;p11"/>
          <p:cNvSpPr txBox="1"/>
          <p:nvPr/>
        </p:nvSpPr>
        <p:spPr>
          <a:xfrm>
            <a:off x="567200" y="2512307"/>
            <a:ext cx="819900" cy="219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5A5A72"/>
                </a:solidFill>
                <a:latin typeface="Plus Jakarta Sans"/>
                <a:ea typeface="Plus Jakarta Sans"/>
                <a:cs typeface="Plus Jakarta Sans"/>
                <a:sym typeface="Plus Jakarta Sans"/>
              </a:rPr>
              <a:t>reasoning core</a:t>
            </a:r>
            <a:endParaRPr b="0" i="0" sz="1400" u="none" cap="none" strike="noStrike">
              <a:solidFill>
                <a:srgbClr val="000000"/>
              </a:solidFill>
              <a:latin typeface="Arial"/>
              <a:ea typeface="Arial"/>
              <a:cs typeface="Arial"/>
              <a:sym typeface="Arial"/>
            </a:endParaRPr>
          </a:p>
        </p:txBody>
      </p:sp>
      <p:sp>
        <p:nvSpPr>
          <p:cNvPr id="1272" name="Google Shape;1272;p11"/>
          <p:cNvSpPr txBox="1"/>
          <p:nvPr/>
        </p:nvSpPr>
        <p:spPr>
          <a:xfrm>
            <a:off x="2977200" y="2512307"/>
            <a:ext cx="819900" cy="219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750"/>
              <a:buFont typeface="Arial"/>
              <a:buNone/>
            </a:pPr>
            <a:r>
              <a:rPr b="0" i="0" lang="en" sz="750" u="none" cap="none" strike="noStrike">
                <a:solidFill>
                  <a:srgbClr val="5A5A72"/>
                </a:solidFill>
                <a:latin typeface="Plus Jakarta Sans"/>
                <a:ea typeface="Plus Jakarta Sans"/>
                <a:cs typeface="Plus Jakarta Sans"/>
                <a:sym typeface="Plus Jakarta Sans"/>
              </a:rPr>
              <a:t>built-in + MCP</a:t>
            </a:r>
            <a:endParaRPr b="0" i="0" sz="1400" u="none" cap="none" strike="noStrike">
              <a:solidFill>
                <a:srgbClr val="000000"/>
              </a:solidFill>
              <a:latin typeface="Arial"/>
              <a:ea typeface="Arial"/>
              <a:cs typeface="Arial"/>
              <a:sym typeface="Arial"/>
            </a:endParaRPr>
          </a:p>
        </p:txBody>
      </p:sp>
      <p:sp>
        <p:nvSpPr>
          <p:cNvPr id="1273" name="Google Shape;1273;p11"/>
          <p:cNvSpPr txBox="1"/>
          <p:nvPr/>
        </p:nvSpPr>
        <p:spPr>
          <a:xfrm>
            <a:off x="507200" y="3372307"/>
            <a:ext cx="3350100" cy="270000"/>
          </a:xfrm>
          <a:prstGeom prst="rect">
            <a:avLst/>
          </a:prstGeom>
          <a:noFill/>
          <a:ln>
            <a:noFill/>
          </a:ln>
        </p:spPr>
        <p:txBody>
          <a:bodyPr anchorCtr="0" anchor="ctr" bIns="0" lIns="45700" spcFirstLastPara="1" rIns="45700" wrap="square" tIns="0">
            <a:noAutofit/>
          </a:bodyPr>
          <a:lstStyle/>
          <a:p>
            <a:pPr indent="0" lvl="0" marL="0" marR="0" rtl="0" algn="ctr">
              <a:lnSpc>
                <a:spcPct val="100000"/>
              </a:lnSpc>
              <a:spcBef>
                <a:spcPts val="0"/>
              </a:spcBef>
              <a:spcAft>
                <a:spcPts val="0"/>
              </a:spcAft>
              <a:buClr>
                <a:srgbClr val="000000"/>
              </a:buClr>
              <a:buSzPts val="800"/>
              <a:buFont typeface="Arial"/>
              <a:buNone/>
            </a:pPr>
            <a:r>
              <a:rPr b="0" i="0" lang="en" sz="800" u="none" cap="none" strike="noStrike">
                <a:solidFill>
                  <a:srgbClr val="1E8449"/>
                </a:solidFill>
                <a:latin typeface="Plus Jakarta Sans"/>
                <a:ea typeface="Plus Jakarta Sans"/>
                <a:cs typeface="Plus Jakarta Sans"/>
                <a:sym typeface="Plus Jakarta Sans"/>
              </a:rPr>
              <a:t>■ GA  </a:t>
            </a:r>
            <a:r>
              <a:rPr b="0" i="0" lang="en" sz="800" u="none" cap="none" strike="noStrike">
                <a:solidFill>
                  <a:srgbClr val="B7791F"/>
                </a:solidFill>
                <a:latin typeface="Plus Jakarta Sans"/>
                <a:ea typeface="Plus Jakarta Sans"/>
                <a:cs typeface="Plus Jakarta Sans"/>
                <a:sym typeface="Plus Jakarta Sans"/>
              </a:rPr>
              <a:t>■ Co-build  </a:t>
            </a:r>
            <a:r>
              <a:rPr b="0" i="0" lang="en" sz="800" u="none" cap="none" strike="noStrike">
                <a:solidFill>
                  <a:srgbClr val="5A5A72"/>
                </a:solidFill>
                <a:latin typeface="Plus Jakarta Sans"/>
                <a:ea typeface="Plus Jakarta Sans"/>
                <a:cs typeface="Plus Jakarta Sans"/>
                <a:sym typeface="Plus Jakarta Sans"/>
              </a:rPr>
              <a:t>Dashed outline = co-build scope</a:t>
            </a:r>
            <a:endParaRPr b="0" i="0" sz="1400" u="none" cap="none" strike="noStrike">
              <a:solidFill>
                <a:srgbClr val="000000"/>
              </a:solidFill>
              <a:latin typeface="Arial"/>
              <a:ea typeface="Arial"/>
              <a:cs typeface="Arial"/>
              <a:sym typeface="Arial"/>
            </a:endParaRPr>
          </a:p>
        </p:txBody>
      </p:sp>
      <p:sp>
        <p:nvSpPr>
          <p:cNvPr id="1274" name="Google Shape;1274;p11"/>
          <p:cNvSpPr/>
          <p:nvPr/>
        </p:nvSpPr>
        <p:spPr>
          <a:xfrm>
            <a:off x="4002000" y="872307"/>
            <a:ext cx="14100" cy="3819900"/>
          </a:xfrm>
          <a:prstGeom prst="rect">
            <a:avLst/>
          </a:prstGeom>
          <a:solidFill>
            <a:srgbClr val="E0DFF0"/>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5" name="Google Shape;1275;p11"/>
          <p:cNvSpPr txBox="1"/>
          <p:nvPr/>
        </p:nvSpPr>
        <p:spPr>
          <a:xfrm>
            <a:off x="4066200" y="972307"/>
            <a:ext cx="4620600" cy="26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b="1" i="0" lang="en" sz="950" u="none" cap="none" strike="noStrike">
                <a:solidFill>
                  <a:schemeClr val="accent3"/>
                </a:solidFill>
                <a:latin typeface="Plus Jakarta Sans"/>
                <a:ea typeface="Plus Jakarta Sans"/>
                <a:cs typeface="Plus Jakarta Sans"/>
                <a:sym typeface="Plus Jakarta Sans"/>
              </a:rPr>
              <a:t>Agent Studio Coverage</a:t>
            </a:r>
            <a:endParaRPr b="0" i="0" sz="1400" u="none" cap="none" strike="noStrike">
              <a:solidFill>
                <a:schemeClr val="accent3"/>
              </a:solidFill>
              <a:latin typeface="Arial"/>
              <a:ea typeface="Arial"/>
              <a:cs typeface="Arial"/>
              <a:sym typeface="Arial"/>
            </a:endParaRPr>
          </a:p>
        </p:txBody>
      </p:sp>
      <p:sp>
        <p:nvSpPr>
          <p:cNvPr id="1276" name="Google Shape;1276;p11"/>
          <p:cNvSpPr/>
          <p:nvPr/>
        </p:nvSpPr>
        <p:spPr>
          <a:xfrm>
            <a:off x="4086200" y="1192307"/>
            <a:ext cx="24000" cy="399900"/>
          </a:xfrm>
          <a:prstGeom prst="rect">
            <a:avLst/>
          </a:prstGeom>
          <a:solidFill>
            <a:srgbClr val="1E84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7" name="Google Shape;1277;p11"/>
          <p:cNvSpPr txBox="1"/>
          <p:nvPr/>
        </p:nvSpPr>
        <p:spPr>
          <a:xfrm>
            <a:off x="4130200" y="119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LLM (Reasoning Core)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Multi-LLM: CAII on-prem · Azure OpenAI · Gemini · Anthropic · any OpenAI-compatible</a:t>
            </a:r>
            <a:endParaRPr b="0" i="0" sz="1400" u="none" cap="none" strike="noStrike">
              <a:solidFill>
                <a:srgbClr val="000000"/>
              </a:solidFill>
              <a:latin typeface="Arial"/>
              <a:ea typeface="Arial"/>
              <a:cs typeface="Arial"/>
              <a:sym typeface="Arial"/>
            </a:endParaRPr>
          </a:p>
        </p:txBody>
      </p:sp>
      <p:sp>
        <p:nvSpPr>
          <p:cNvPr id="1278" name="Google Shape;1278;p11"/>
          <p:cNvSpPr/>
          <p:nvPr/>
        </p:nvSpPr>
        <p:spPr>
          <a:xfrm>
            <a:off x="4086200" y="1652307"/>
            <a:ext cx="24000" cy="399900"/>
          </a:xfrm>
          <a:prstGeom prst="rect">
            <a:avLst/>
          </a:prstGeom>
          <a:solidFill>
            <a:srgbClr val="1E84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9" name="Google Shape;1279;p11"/>
          <p:cNvSpPr txBox="1"/>
          <p:nvPr/>
        </p:nvSpPr>
        <p:spPr>
          <a:xfrm>
            <a:off x="4130200" y="165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System Prompt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Per-agent role / goal / backstory; AI-assisted authoring in Studio</a:t>
            </a:r>
            <a:endParaRPr b="0" i="0" sz="1400" u="none" cap="none" strike="noStrike">
              <a:solidFill>
                <a:srgbClr val="000000"/>
              </a:solidFill>
              <a:latin typeface="Arial"/>
              <a:ea typeface="Arial"/>
              <a:cs typeface="Arial"/>
              <a:sym typeface="Arial"/>
            </a:endParaRPr>
          </a:p>
        </p:txBody>
      </p:sp>
      <p:sp>
        <p:nvSpPr>
          <p:cNvPr id="1280" name="Google Shape;1280;p11"/>
          <p:cNvSpPr/>
          <p:nvPr/>
        </p:nvSpPr>
        <p:spPr>
          <a:xfrm>
            <a:off x="4086200" y="2112307"/>
            <a:ext cx="24000" cy="399900"/>
          </a:xfrm>
          <a:prstGeom prst="rect">
            <a:avLst/>
          </a:prstGeom>
          <a:solidFill>
            <a:srgbClr val="1E84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1" name="Google Shape;1281;p11"/>
          <p:cNvSpPr txBox="1"/>
          <p:nvPr/>
        </p:nvSpPr>
        <p:spPr>
          <a:xfrm>
            <a:off x="4130200" y="211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Tools — key strength</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Built-in + custom Python + MCP tools; reusable across workflows</a:t>
            </a:r>
            <a:endParaRPr b="0" i="0" sz="1400" u="none" cap="none" strike="noStrike">
              <a:solidFill>
                <a:srgbClr val="000000"/>
              </a:solidFill>
              <a:latin typeface="Arial"/>
              <a:ea typeface="Arial"/>
              <a:cs typeface="Arial"/>
              <a:sym typeface="Arial"/>
            </a:endParaRPr>
          </a:p>
        </p:txBody>
      </p:sp>
      <p:sp>
        <p:nvSpPr>
          <p:cNvPr id="1282" name="Google Shape;1282;p11"/>
          <p:cNvSpPr/>
          <p:nvPr/>
        </p:nvSpPr>
        <p:spPr>
          <a:xfrm>
            <a:off x="4086200" y="2572307"/>
            <a:ext cx="24000" cy="399900"/>
          </a:xfrm>
          <a:prstGeom prst="rect">
            <a:avLst/>
          </a:prstGeom>
          <a:solidFill>
            <a:srgbClr val="1E8449"/>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3" name="Google Shape;1283;p11"/>
          <p:cNvSpPr txBox="1"/>
          <p:nvPr/>
        </p:nvSpPr>
        <p:spPr>
          <a:xfrm>
            <a:off x="4130200" y="257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Agent Loop</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Sequential + hierarchical (manager-routed) multi-agent workflows</a:t>
            </a:r>
            <a:endParaRPr b="0" i="0" sz="1400" u="none" cap="none" strike="noStrike">
              <a:solidFill>
                <a:srgbClr val="000000"/>
              </a:solidFill>
              <a:latin typeface="Arial"/>
              <a:ea typeface="Arial"/>
              <a:cs typeface="Arial"/>
              <a:sym typeface="Arial"/>
            </a:endParaRPr>
          </a:p>
        </p:txBody>
      </p:sp>
      <p:sp>
        <p:nvSpPr>
          <p:cNvPr id="1284" name="Google Shape;1284;p11"/>
          <p:cNvSpPr/>
          <p:nvPr/>
        </p:nvSpPr>
        <p:spPr>
          <a:xfrm>
            <a:off x="4086200" y="3032307"/>
            <a:ext cx="24000" cy="399900"/>
          </a:xfrm>
          <a:prstGeom prst="rect">
            <a:avLst/>
          </a:prstGeom>
          <a:solidFill>
            <a:srgbClr val="B779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5" name="Google Shape;1285;p11"/>
          <p:cNvSpPr txBox="1"/>
          <p:nvPr/>
        </p:nvSpPr>
        <p:spPr>
          <a:xfrm>
            <a:off x="4130200" y="303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Session / Context Memory</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LightMem/Qdrant per-workflow; centralized enterprise memory = co-build</a:t>
            </a:r>
            <a:endParaRPr b="0" i="0" sz="1400" u="none" cap="none" strike="noStrike">
              <a:solidFill>
                <a:srgbClr val="000000"/>
              </a:solidFill>
              <a:latin typeface="Arial"/>
              <a:ea typeface="Arial"/>
              <a:cs typeface="Arial"/>
              <a:sym typeface="Arial"/>
            </a:endParaRPr>
          </a:p>
        </p:txBody>
      </p:sp>
      <p:sp>
        <p:nvSpPr>
          <p:cNvPr id="1286" name="Google Shape;1286;p11"/>
          <p:cNvSpPr/>
          <p:nvPr/>
        </p:nvSpPr>
        <p:spPr>
          <a:xfrm>
            <a:off x="4086200" y="3492307"/>
            <a:ext cx="24000" cy="399900"/>
          </a:xfrm>
          <a:prstGeom prst="rect">
            <a:avLst/>
          </a:prstGeom>
          <a:solidFill>
            <a:srgbClr val="B779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7" name="Google Shape;1287;p11"/>
          <p:cNvSpPr txBox="1"/>
          <p:nvPr/>
        </p:nvSpPr>
        <p:spPr>
          <a:xfrm>
            <a:off x="4130200" y="349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Enterprise / Web Retrieval</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RAG Studio · Iceberg MCP; centralized shared vector index = co-build</a:t>
            </a:r>
            <a:endParaRPr b="0" i="0" sz="1400" u="none" cap="none" strike="noStrike">
              <a:solidFill>
                <a:srgbClr val="000000"/>
              </a:solidFill>
              <a:latin typeface="Arial"/>
              <a:ea typeface="Arial"/>
              <a:cs typeface="Arial"/>
              <a:sym typeface="Arial"/>
            </a:endParaRPr>
          </a:p>
        </p:txBody>
      </p:sp>
      <p:sp>
        <p:nvSpPr>
          <p:cNvPr id="1288" name="Google Shape;1288;p11"/>
          <p:cNvSpPr/>
          <p:nvPr/>
        </p:nvSpPr>
        <p:spPr>
          <a:xfrm>
            <a:off x="4086200" y="3952307"/>
            <a:ext cx="24000" cy="399900"/>
          </a:xfrm>
          <a:prstGeom prst="rect">
            <a:avLst/>
          </a:prstGeom>
          <a:solidFill>
            <a:srgbClr val="B779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11"/>
          <p:cNvSpPr txBox="1"/>
          <p:nvPr/>
        </p:nvSpPr>
        <p:spPr>
          <a:xfrm>
            <a:off x="4130200" y="395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Guardrails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Built-in: content filters + LLM judges (input · output · tool-call) + custom — hosted centrally</a:t>
            </a:r>
            <a:endParaRPr b="0" i="0" sz="1400" u="none" cap="none" strike="noStrike">
              <a:solidFill>
                <a:srgbClr val="000000"/>
              </a:solidFill>
              <a:latin typeface="Arial"/>
              <a:ea typeface="Arial"/>
              <a:cs typeface="Arial"/>
              <a:sym typeface="Arial"/>
            </a:endParaRPr>
          </a:p>
        </p:txBody>
      </p:sp>
      <p:sp>
        <p:nvSpPr>
          <p:cNvPr id="1290" name="Google Shape;1290;p11"/>
          <p:cNvSpPr/>
          <p:nvPr/>
        </p:nvSpPr>
        <p:spPr>
          <a:xfrm>
            <a:off x="4086200" y="4412307"/>
            <a:ext cx="24000" cy="399900"/>
          </a:xfrm>
          <a:prstGeom prst="rect">
            <a:avLst/>
          </a:prstGeom>
          <a:solidFill>
            <a:srgbClr val="B7791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11"/>
          <p:cNvSpPr txBox="1"/>
          <p:nvPr/>
        </p:nvSpPr>
        <p:spPr>
          <a:xfrm>
            <a:off x="4130200" y="4412307"/>
            <a:ext cx="4556700" cy="399900"/>
          </a:xfrm>
          <a:prstGeom prst="rect">
            <a:avLst/>
          </a:prstGeom>
          <a:noFill/>
          <a:ln>
            <a:noFill/>
          </a:ln>
        </p:spPr>
        <p:txBody>
          <a:bodyPr anchorCtr="0" anchor="t" bIns="0" lIns="0" spcFirstLastPara="1" rIns="0" wrap="square" tIns="36575">
            <a:noAutofit/>
          </a:bodyPr>
          <a:lstStyle/>
          <a:p>
            <a:pPr indent="0" lvl="0" marL="0" marR="0" rtl="0" algn="l">
              <a:lnSpc>
                <a:spcPct val="100000"/>
              </a:lnSpc>
              <a:spcBef>
                <a:spcPts val="0"/>
              </a:spcBef>
              <a:spcAft>
                <a:spcPts val="0"/>
              </a:spcAft>
              <a:buClr>
                <a:srgbClr val="000000"/>
              </a:buClr>
              <a:buSzPts val="950"/>
              <a:buFont typeface="Arial"/>
              <a:buNone/>
            </a:pPr>
            <a:r>
              <a:rPr b="1" i="0" lang="en" sz="950" u="none" cap="none" strike="noStrike">
                <a:solidFill>
                  <a:srgbClr val="15154A"/>
                </a:solidFill>
                <a:latin typeface="Plus Jakarta Sans"/>
                <a:ea typeface="Plus Jakarta Sans"/>
                <a:cs typeface="Plus Jakarta Sans"/>
                <a:sym typeface="Plus Jakarta Sans"/>
              </a:rPr>
              <a:t>🟡 Marketplace Layer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20"/>
              <a:buFont typeface="Arial"/>
              <a:buNone/>
            </a:pPr>
            <a:r>
              <a:rPr b="0" i="0" lang="en" sz="820" u="none" cap="none" strike="noStrike">
                <a:solidFill>
                  <a:srgbClr val="5A5A72"/>
                </a:solidFill>
                <a:latin typeface="Plus Jakarta Sans"/>
                <a:ea typeface="Plus Jakarta Sans"/>
                <a:cs typeface="Plus Jakarta Sans"/>
                <a:sym typeface="Plus Jakarta Sans"/>
              </a:rPr>
              <a:t>One-click deploy-as-endpoint; catalog + governance UX = Applied AI co-build</a:t>
            </a:r>
            <a:endParaRPr b="0" i="0" sz="1400" u="none" cap="none" strike="noStrike">
              <a:solidFill>
                <a:srgbClr val="000000"/>
              </a:solidFill>
              <a:latin typeface="Arial"/>
              <a:ea typeface="Arial"/>
              <a:cs typeface="Arial"/>
              <a:sym typeface="Arial"/>
            </a:endParaRPr>
          </a:p>
        </p:txBody>
      </p:sp>
      <p:sp>
        <p:nvSpPr>
          <p:cNvPr id="1292" name="Google Shape;1292;p11"/>
          <p:cNvSpPr txBox="1"/>
          <p:nvPr/>
        </p:nvSpPr>
        <p:spPr>
          <a:xfrm>
            <a:off x="457200" y="4412307"/>
            <a:ext cx="3800100" cy="3201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0" i="0" lang="en" sz="800" u="none" cap="none" strike="noStrike">
                <a:solidFill>
                  <a:srgbClr val="5A5A72"/>
                </a:solidFill>
                <a:latin typeface="Plus Jakarta Sans"/>
                <a:ea typeface="Plus Jakarta Sans"/>
                <a:cs typeface="Plus Jakarta Sans"/>
                <a:sym typeface="Plus Jakarta Sans"/>
              </a:rPr>
              <a:t>Green = GA in Agent Studio today · Amber = exists per-workflow or needs Applied AI co-build to reach enterprise scale</a:t>
            </a:r>
            <a:endParaRPr b="0" i="0" sz="1400" u="none" cap="none" strike="noStrike">
              <a:solidFill>
                <a:srgbClr val="000000"/>
              </a:solidFill>
              <a:latin typeface="Arial"/>
              <a:ea typeface="Arial"/>
              <a:cs typeface="Arial"/>
              <a:sym typeface="Arial"/>
            </a:endParaRPr>
          </a:p>
        </p:txBody>
      </p:sp>
      <p:sp>
        <p:nvSpPr>
          <p:cNvPr id="1293" name="Google Shape;1293;p11"/>
          <p:cNvSpPr/>
          <p:nvPr/>
        </p:nvSpPr>
        <p:spPr>
          <a:xfrm>
            <a:off x="294200" y="292608"/>
            <a:ext cx="90000" cy="339900"/>
          </a:xfrm>
          <a:prstGeom prst="roundRect">
            <a:avLst>
              <a:gd fmla="val 50000" name="adj"/>
            </a:avLst>
          </a:prstGeom>
          <a:solidFill>
            <a:schemeClr val="accent2"/>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11"/>
          <p:cNvSpPr txBox="1"/>
          <p:nvPr>
            <p:ph type="title"/>
          </p:nvPr>
        </p:nvSpPr>
        <p:spPr>
          <a:xfrm>
            <a:off x="530352" y="284250"/>
            <a:ext cx="8548200" cy="339900"/>
          </a:xfrm>
          <a:prstGeom prst="rect">
            <a:avLst/>
          </a:prstGeom>
          <a:noFill/>
          <a:ln>
            <a:noFill/>
          </a:ln>
        </p:spPr>
        <p:txBody>
          <a:bodyPr anchorCtr="0" anchor="t" bIns="91425" lIns="91425" spcFirstLastPara="1" rIns="91425" wrap="square" tIns="0">
            <a:noAutofit/>
          </a:bodyPr>
          <a:lstStyle/>
          <a:p>
            <a:pPr indent="0" lvl="0" marL="0" rtl="0" algn="l">
              <a:lnSpc>
                <a:spcPct val="100000"/>
              </a:lnSpc>
              <a:spcBef>
                <a:spcPts val="0"/>
              </a:spcBef>
              <a:spcAft>
                <a:spcPts val="0"/>
              </a:spcAft>
              <a:buSzPts val="2000"/>
              <a:buNone/>
            </a:pPr>
            <a:r>
              <a:rPr lang="en" sz="2300">
                <a:latin typeface="Plus Jakarta Sans"/>
                <a:ea typeface="Plus Jakarta Sans"/>
                <a:cs typeface="Plus Jakarta Sans"/>
                <a:sym typeface="Plus Jakarta Sans"/>
              </a:rPr>
              <a:t>Agent Marketplace Requirements — Agent Studio Coverage</a:t>
            </a:r>
            <a:endParaRPr sz="2300">
              <a:latin typeface="Plus Jakarta Sans"/>
              <a:ea typeface="Plus Jakarta Sans"/>
              <a:cs typeface="Plus Jakarta Sans"/>
              <a:sym typeface="Plus Jakarta Sans"/>
            </a:endParaRPr>
          </a:p>
        </p:txBody>
      </p:sp>
      <p:sp>
        <p:nvSpPr>
          <p:cNvPr id="1295" name="Google Shape;1295;p11"/>
          <p:cNvSpPr txBox="1"/>
          <p:nvPr>
            <p:ph idx="2" type="subTitle"/>
          </p:nvPr>
        </p:nvSpPr>
        <p:spPr>
          <a:xfrm>
            <a:off x="530350" y="731520"/>
            <a:ext cx="7969500" cy="320100"/>
          </a:xfrm>
          <a:prstGeom prst="rect">
            <a:avLst/>
          </a:prstGeom>
          <a:noFill/>
          <a:ln>
            <a:noFill/>
          </a:ln>
        </p:spPr>
        <p:txBody>
          <a:bodyPr anchorCtr="0" anchor="t" bIns="91425" lIns="91425" spcFirstLastPara="1" rIns="91425" wrap="square" tIns="45700">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The harness anatomy, mapped to Agent Studio — green = GA today, amber = co-build to enterprise scale</a:t>
            </a:r>
            <a:endParaRPr>
              <a:latin typeface="Plus Jakarta Sans Medium"/>
              <a:ea typeface="Plus Jakarta Sans Medium"/>
              <a:cs typeface="Plus Jakarta Sans Medium"/>
              <a:sym typeface="Plus Jakarta Sans Medium"/>
            </a:endParaRPr>
          </a:p>
          <a:p>
            <a:pPr indent="0" lvl="0" marL="0" rtl="0" algn="l">
              <a:lnSpc>
                <a:spcPct val="100000"/>
              </a:lnSpc>
              <a:spcBef>
                <a:spcPts val="0"/>
              </a:spcBef>
              <a:spcAft>
                <a:spcPts val="0"/>
              </a:spcAft>
              <a:buSzPts val="1100"/>
              <a:buNone/>
            </a:pPr>
            <a:r>
              <a:t/>
            </a:r>
            <a:endParaRPr>
              <a:latin typeface="Plus Jakarta Sans Medium"/>
              <a:ea typeface="Plus Jakarta Sans Medium"/>
              <a:cs typeface="Plus Jakarta Sans Medium"/>
              <a:sym typeface="Plus Jakarta Sans Medium"/>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9" name="Shape 1299"/>
        <p:cNvGrpSpPr/>
        <p:nvPr/>
      </p:nvGrpSpPr>
      <p:grpSpPr>
        <a:xfrm>
          <a:off x="0" y="0"/>
          <a:ext cx="0" cy="0"/>
          <a:chOff x="0" y="0"/>
          <a:chExt cx="0" cy="0"/>
        </a:xfrm>
      </p:grpSpPr>
      <p:sp>
        <p:nvSpPr>
          <p:cNvPr id="1300" name="Google Shape;1300;p12"/>
          <p:cNvSpPr/>
          <p:nvPr/>
        </p:nvSpPr>
        <p:spPr>
          <a:xfrm rot="-5400000">
            <a:off x="4542000" y="539200"/>
            <a:ext cx="73500" cy="9157500"/>
          </a:xfrm>
          <a:prstGeom prst="rect">
            <a:avLst/>
          </a:prstGeom>
          <a:solidFill>
            <a:srgbClr val="FF550D"/>
          </a:solidFill>
          <a:ln>
            <a:noFill/>
          </a:ln>
        </p:spPr>
        <p:txBody>
          <a:bodyPr anchorCtr="0" anchor="t" bIns="45675" lIns="91400" spcFirstLastPara="1" rIns="91400" wrap="square" tIns="45675">
            <a:noAutofit/>
          </a:bodyPr>
          <a:lstStyle/>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rgbClr val="000000"/>
              </a:solidFill>
              <a:latin typeface="Arial"/>
              <a:ea typeface="Arial"/>
              <a:cs typeface="Arial"/>
              <a:sym typeface="Arial"/>
            </a:endParaRPr>
          </a:p>
        </p:txBody>
      </p:sp>
      <p:pic>
        <p:nvPicPr>
          <p:cNvPr id="1301" name="Google Shape;1301;p12"/>
          <p:cNvPicPr preferRelativeResize="0"/>
          <p:nvPr/>
        </p:nvPicPr>
        <p:blipFill rotWithShape="1">
          <a:blip r:embed="rId3">
            <a:alphaModFix/>
          </a:blip>
          <a:srcRect b="0" l="0" r="0" t="0"/>
          <a:stretch/>
        </p:blipFill>
        <p:spPr>
          <a:xfrm>
            <a:off x="7625075" y="0"/>
            <a:ext cx="1532425" cy="3244899"/>
          </a:xfrm>
          <a:prstGeom prst="rect">
            <a:avLst/>
          </a:prstGeom>
          <a:noFill/>
          <a:ln>
            <a:noFill/>
          </a:ln>
        </p:spPr>
      </p:pic>
      <p:sp>
        <p:nvSpPr>
          <p:cNvPr id="1302" name="Google Shape;1302;p12"/>
          <p:cNvSpPr/>
          <p:nvPr/>
        </p:nvSpPr>
        <p:spPr>
          <a:xfrm>
            <a:off x="370400" y="290000"/>
            <a:ext cx="90000" cy="339900"/>
          </a:xfrm>
          <a:prstGeom prst="roundRect">
            <a:avLst>
              <a:gd fmla="val 50000" name="adj"/>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12"/>
          <p:cNvSpPr txBox="1"/>
          <p:nvPr>
            <p:ph type="title"/>
          </p:nvPr>
        </p:nvSpPr>
        <p:spPr>
          <a:xfrm>
            <a:off x="530352" y="292608"/>
            <a:ext cx="7620000" cy="347700"/>
          </a:xfrm>
          <a:prstGeom prst="rect">
            <a:avLst/>
          </a:prstGeom>
          <a:solidFill>
            <a:srgbClr val="000000">
              <a:alpha val="0"/>
            </a:srgbClr>
          </a:solidFill>
          <a:ln>
            <a:noFill/>
          </a:ln>
        </p:spPr>
        <p:txBody>
          <a:bodyPr anchorCtr="0" anchor="t" bIns="45700" lIns="91400" spcFirstLastPara="1" rIns="91400" wrap="square" tIns="0">
            <a:noAutofit/>
          </a:bodyPr>
          <a:lstStyle/>
          <a:p>
            <a:pPr indent="0" lvl="0" marL="0" rtl="0" algn="l">
              <a:lnSpc>
                <a:spcPct val="100000"/>
              </a:lnSpc>
              <a:spcBef>
                <a:spcPts val="0"/>
              </a:spcBef>
              <a:spcAft>
                <a:spcPts val="0"/>
              </a:spcAft>
              <a:buSzPts val="2000"/>
              <a:buNone/>
            </a:pPr>
            <a:r>
              <a:rPr b="0" lang="en" sz="1955">
                <a:solidFill>
                  <a:srgbClr val="120046"/>
                </a:solidFill>
                <a:latin typeface="Plus Jakarta Sans"/>
                <a:ea typeface="Plus Jakarta Sans"/>
                <a:cs typeface="Plus Jakarta Sans"/>
                <a:sym typeface="Plus Jakarta Sans"/>
              </a:rPr>
              <a:t>Eval &amp; Monitoring: Built In, Not Bolted On</a:t>
            </a:r>
            <a:endParaRPr b="0" sz="1955">
              <a:solidFill>
                <a:srgbClr val="120046"/>
              </a:solidFill>
              <a:latin typeface="Plus Jakarta Sans"/>
              <a:ea typeface="Plus Jakarta Sans"/>
              <a:cs typeface="Plus Jakarta Sans"/>
              <a:sym typeface="Plus Jakarta Sans"/>
            </a:endParaRPr>
          </a:p>
        </p:txBody>
      </p:sp>
      <p:sp>
        <p:nvSpPr>
          <p:cNvPr id="1304" name="Google Shape;1304;p12"/>
          <p:cNvSpPr/>
          <p:nvPr/>
        </p:nvSpPr>
        <p:spPr>
          <a:xfrm>
            <a:off x="457200" y="1500000"/>
            <a:ext cx="1359900" cy="1200000"/>
          </a:xfrm>
          <a:prstGeom prst="roundRect">
            <a:avLst>
              <a:gd fmla="val 60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12"/>
          <p:cNvSpPr/>
          <p:nvPr/>
        </p:nvSpPr>
        <p:spPr>
          <a:xfrm>
            <a:off x="457203" y="1500006"/>
            <a:ext cx="1359900" cy="399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12"/>
          <p:cNvSpPr/>
          <p:nvPr/>
        </p:nvSpPr>
        <p:spPr>
          <a:xfrm>
            <a:off x="537200" y="1600000"/>
            <a:ext cx="1200000" cy="4200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Dataset &amp; Ground Truth</a:t>
            </a:r>
            <a:endParaRPr b="0" i="0" sz="1400" u="none" cap="none" strike="noStrike">
              <a:solidFill>
                <a:srgbClr val="000000"/>
              </a:solidFill>
              <a:latin typeface="Arial"/>
              <a:ea typeface="Arial"/>
              <a:cs typeface="Arial"/>
              <a:sym typeface="Arial"/>
            </a:endParaRPr>
          </a:p>
        </p:txBody>
      </p:sp>
      <p:sp>
        <p:nvSpPr>
          <p:cNvPr id="1307" name="Google Shape;1307;p12"/>
          <p:cNvSpPr/>
          <p:nvPr/>
        </p:nvSpPr>
        <p:spPr>
          <a:xfrm>
            <a:off x="537200" y="2000000"/>
            <a:ext cx="1200000" cy="620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a:ea typeface="Plus Jakarta Sans"/>
                <a:cs typeface="Plus Jakarta Sans"/>
                <a:sym typeface="Plus Jakarta Sans"/>
              </a:rPr>
              <a:t>Versioned eval datasets · golden Q&amp;A sets</a:t>
            </a:r>
            <a:endParaRPr b="0" i="0" sz="1400" u="none" cap="none" strike="noStrike">
              <a:solidFill>
                <a:srgbClr val="000000"/>
              </a:solidFill>
              <a:latin typeface="Arial"/>
              <a:ea typeface="Arial"/>
              <a:cs typeface="Arial"/>
              <a:sym typeface="Arial"/>
            </a:endParaRPr>
          </a:p>
        </p:txBody>
      </p:sp>
      <p:sp>
        <p:nvSpPr>
          <p:cNvPr id="1308" name="Google Shape;1308;p12"/>
          <p:cNvSpPr/>
          <p:nvPr/>
        </p:nvSpPr>
        <p:spPr>
          <a:xfrm>
            <a:off x="1817200" y="195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09" name="Google Shape;1309;p12"/>
          <p:cNvSpPr/>
          <p:nvPr/>
        </p:nvSpPr>
        <p:spPr>
          <a:xfrm>
            <a:off x="2117200" y="1500000"/>
            <a:ext cx="1359900" cy="1200000"/>
          </a:xfrm>
          <a:prstGeom prst="roundRect">
            <a:avLst>
              <a:gd fmla="val 60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12"/>
          <p:cNvSpPr/>
          <p:nvPr/>
        </p:nvSpPr>
        <p:spPr>
          <a:xfrm>
            <a:off x="2117203" y="1500006"/>
            <a:ext cx="1359900" cy="399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12"/>
          <p:cNvSpPr/>
          <p:nvPr/>
        </p:nvSpPr>
        <p:spPr>
          <a:xfrm>
            <a:off x="2197200" y="1600000"/>
            <a:ext cx="1200000" cy="4200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Candidate</a:t>
            </a:r>
            <a:endParaRPr b="0" i="0" sz="1400" u="none" cap="none" strike="noStrike">
              <a:solidFill>
                <a:srgbClr val="000000"/>
              </a:solidFill>
              <a:latin typeface="Arial"/>
              <a:ea typeface="Arial"/>
              <a:cs typeface="Arial"/>
              <a:sym typeface="Arial"/>
            </a:endParaRPr>
          </a:p>
        </p:txBody>
      </p:sp>
      <p:sp>
        <p:nvSpPr>
          <p:cNvPr id="1312" name="Google Shape;1312;p12"/>
          <p:cNvSpPr/>
          <p:nvPr/>
        </p:nvSpPr>
        <p:spPr>
          <a:xfrm>
            <a:off x="2197200" y="2000000"/>
            <a:ext cx="1200000" cy="620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a:ea typeface="Plus Jakarta Sans"/>
                <a:cs typeface="Plus Jakarta Sans"/>
                <a:sym typeface="Plus Jakarta Sans"/>
              </a:rPr>
              <a:t>Model or agent workflow under test</a:t>
            </a:r>
            <a:endParaRPr b="0" i="0" sz="1400" u="none" cap="none" strike="noStrike">
              <a:solidFill>
                <a:srgbClr val="000000"/>
              </a:solidFill>
              <a:latin typeface="Arial"/>
              <a:ea typeface="Arial"/>
              <a:cs typeface="Arial"/>
              <a:sym typeface="Arial"/>
            </a:endParaRPr>
          </a:p>
        </p:txBody>
      </p:sp>
      <p:sp>
        <p:nvSpPr>
          <p:cNvPr id="1313" name="Google Shape;1313;p12"/>
          <p:cNvSpPr/>
          <p:nvPr/>
        </p:nvSpPr>
        <p:spPr>
          <a:xfrm>
            <a:off x="3477200" y="195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14" name="Google Shape;1314;p12"/>
          <p:cNvSpPr/>
          <p:nvPr/>
        </p:nvSpPr>
        <p:spPr>
          <a:xfrm>
            <a:off x="3777200" y="1500000"/>
            <a:ext cx="1359900" cy="1200000"/>
          </a:xfrm>
          <a:prstGeom prst="roundRect">
            <a:avLst>
              <a:gd fmla="val 60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12"/>
          <p:cNvSpPr/>
          <p:nvPr/>
        </p:nvSpPr>
        <p:spPr>
          <a:xfrm>
            <a:off x="3777203" y="1500006"/>
            <a:ext cx="1359900" cy="399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6" name="Google Shape;1316;p12"/>
          <p:cNvSpPr/>
          <p:nvPr/>
        </p:nvSpPr>
        <p:spPr>
          <a:xfrm>
            <a:off x="3857200" y="1600000"/>
            <a:ext cx="1200000" cy="4200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Evaluators</a:t>
            </a:r>
            <a:endParaRPr b="0" i="0" sz="1400" u="none" cap="none" strike="noStrike">
              <a:solidFill>
                <a:srgbClr val="000000"/>
              </a:solidFill>
              <a:latin typeface="Arial"/>
              <a:ea typeface="Arial"/>
              <a:cs typeface="Arial"/>
              <a:sym typeface="Arial"/>
            </a:endParaRPr>
          </a:p>
        </p:txBody>
      </p:sp>
      <p:sp>
        <p:nvSpPr>
          <p:cNvPr id="1317" name="Google Shape;1317;p12"/>
          <p:cNvSpPr/>
          <p:nvPr/>
        </p:nvSpPr>
        <p:spPr>
          <a:xfrm>
            <a:off x="3857200" y="2000000"/>
            <a:ext cx="1200000" cy="620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a:ea typeface="Plus Jakarta Sans"/>
                <a:cs typeface="Plus Jakarta Sans"/>
                <a:sym typeface="Plus Jakarta Sans"/>
              </a:rPr>
              <a:t>Ragas metrics · LLM-as-judge · task checks</a:t>
            </a:r>
            <a:endParaRPr b="0" i="0" sz="1400" u="none" cap="none" strike="noStrike">
              <a:solidFill>
                <a:srgbClr val="000000"/>
              </a:solidFill>
              <a:latin typeface="Arial"/>
              <a:ea typeface="Arial"/>
              <a:cs typeface="Arial"/>
              <a:sym typeface="Arial"/>
            </a:endParaRPr>
          </a:p>
        </p:txBody>
      </p:sp>
      <p:sp>
        <p:nvSpPr>
          <p:cNvPr id="1318" name="Google Shape;1318;p12"/>
          <p:cNvSpPr/>
          <p:nvPr/>
        </p:nvSpPr>
        <p:spPr>
          <a:xfrm>
            <a:off x="5137200" y="195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19" name="Google Shape;1319;p12"/>
          <p:cNvSpPr/>
          <p:nvPr/>
        </p:nvSpPr>
        <p:spPr>
          <a:xfrm>
            <a:off x="5437200" y="1500000"/>
            <a:ext cx="1359900" cy="1200000"/>
          </a:xfrm>
          <a:prstGeom prst="roundRect">
            <a:avLst>
              <a:gd fmla="val 60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12"/>
          <p:cNvSpPr/>
          <p:nvPr/>
        </p:nvSpPr>
        <p:spPr>
          <a:xfrm>
            <a:off x="5437203" y="1500006"/>
            <a:ext cx="1359900" cy="399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1" name="Google Shape;1321;p12"/>
          <p:cNvSpPr/>
          <p:nvPr/>
        </p:nvSpPr>
        <p:spPr>
          <a:xfrm>
            <a:off x="5517200" y="1600000"/>
            <a:ext cx="1200000" cy="4200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Scores &amp; Report</a:t>
            </a:r>
            <a:endParaRPr b="0" i="0" sz="1400" u="none" cap="none" strike="noStrike">
              <a:solidFill>
                <a:srgbClr val="000000"/>
              </a:solidFill>
              <a:latin typeface="Arial"/>
              <a:ea typeface="Arial"/>
              <a:cs typeface="Arial"/>
              <a:sym typeface="Arial"/>
            </a:endParaRPr>
          </a:p>
        </p:txBody>
      </p:sp>
      <p:sp>
        <p:nvSpPr>
          <p:cNvPr id="1322" name="Google Shape;1322;p12"/>
          <p:cNvSpPr/>
          <p:nvPr/>
        </p:nvSpPr>
        <p:spPr>
          <a:xfrm>
            <a:off x="5517200" y="2000000"/>
            <a:ext cx="1200000" cy="620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a:ea typeface="Plus Jakarta Sans"/>
                <a:cs typeface="Plus Jakarta Sans"/>
                <a:sym typeface="Plus Jakarta Sans"/>
              </a:rPr>
              <a:t>Repeatable, comparable, per version</a:t>
            </a:r>
            <a:endParaRPr b="0" i="0" sz="1400" u="none" cap="none" strike="noStrike">
              <a:solidFill>
                <a:srgbClr val="000000"/>
              </a:solidFill>
              <a:latin typeface="Arial"/>
              <a:ea typeface="Arial"/>
              <a:cs typeface="Arial"/>
              <a:sym typeface="Arial"/>
            </a:endParaRPr>
          </a:p>
        </p:txBody>
      </p:sp>
      <p:sp>
        <p:nvSpPr>
          <p:cNvPr id="1323" name="Google Shape;1323;p12"/>
          <p:cNvSpPr/>
          <p:nvPr/>
        </p:nvSpPr>
        <p:spPr>
          <a:xfrm>
            <a:off x="6797200" y="195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24" name="Google Shape;1324;p12"/>
          <p:cNvSpPr/>
          <p:nvPr/>
        </p:nvSpPr>
        <p:spPr>
          <a:xfrm>
            <a:off x="7097200" y="1500000"/>
            <a:ext cx="1359900" cy="1200000"/>
          </a:xfrm>
          <a:prstGeom prst="roundRect">
            <a:avLst>
              <a:gd fmla="val 6000" name="adj"/>
            </a:avLst>
          </a:prstGeom>
          <a:solidFill>
            <a:srgbClr val="FFF3EE"/>
          </a:solidFill>
          <a:ln cap="flat" cmpd="sng" w="28000">
            <a:solidFill>
              <a:srgbClr val="EE5A2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5" name="Google Shape;1325;p12"/>
          <p:cNvSpPr/>
          <p:nvPr/>
        </p:nvSpPr>
        <p:spPr>
          <a:xfrm>
            <a:off x="7177200" y="1600000"/>
            <a:ext cx="1200000" cy="420000"/>
          </a:xfrm>
          <a:prstGeom prst="rect">
            <a:avLst/>
          </a:prstGeom>
          <a:noFill/>
          <a:ln>
            <a:noFill/>
          </a:ln>
        </p:spPr>
        <p:txBody>
          <a:bodyPr anchorCtr="0" anchor="t" bIns="0" lIns="0" spcFirstLastPara="1" rIns="0" wrap="square" tIns="0">
            <a:noAutofit/>
          </a:bodyPr>
          <a:lstStyle/>
          <a:p>
            <a:pPr indent="0" lvl="0" marL="0" marR="0" rtl="0" algn="ctr">
              <a:lnSpc>
                <a:spcPct val="105000"/>
              </a:lnSpc>
              <a:spcBef>
                <a:spcPts val="0"/>
              </a:spcBef>
              <a:spcAft>
                <a:spcPts val="0"/>
              </a:spcAft>
              <a:buClr>
                <a:srgbClr val="000000"/>
              </a:buClr>
              <a:buSzPts val="1000"/>
              <a:buFont typeface="Arial"/>
              <a:buNone/>
            </a:pPr>
            <a:r>
              <a:rPr b="1" i="0" lang="en" sz="1000" u="none" cap="none" strike="noStrike">
                <a:solidFill>
                  <a:srgbClr val="EE5A29"/>
                </a:solidFill>
                <a:latin typeface="Plus Jakarta Sans"/>
                <a:ea typeface="Plus Jakarta Sans"/>
                <a:cs typeface="Plus Jakarta Sans"/>
                <a:sym typeface="Plus Jakarta Sans"/>
              </a:rPr>
              <a:t>Human Gate → Promote</a:t>
            </a:r>
            <a:endParaRPr b="0" i="0" sz="1400" u="none" cap="none" strike="noStrike">
              <a:solidFill>
                <a:srgbClr val="000000"/>
              </a:solidFill>
              <a:latin typeface="Arial"/>
              <a:ea typeface="Arial"/>
              <a:cs typeface="Arial"/>
              <a:sym typeface="Arial"/>
            </a:endParaRPr>
          </a:p>
        </p:txBody>
      </p:sp>
      <p:sp>
        <p:nvSpPr>
          <p:cNvPr id="1326" name="Google Shape;1326;p12"/>
          <p:cNvSpPr/>
          <p:nvPr/>
        </p:nvSpPr>
        <p:spPr>
          <a:xfrm>
            <a:off x="7177200" y="2000000"/>
            <a:ext cx="1200000" cy="620100"/>
          </a:xfrm>
          <a:prstGeom prst="rect">
            <a:avLst/>
          </a:prstGeom>
          <a:noFill/>
          <a:ln>
            <a:noFill/>
          </a:ln>
        </p:spPr>
        <p:txBody>
          <a:bodyPr anchorCtr="0" anchor="t" bIns="0" lIns="0" spcFirstLastPara="1" rIns="0" wrap="square" tIns="0">
            <a:noAutofit/>
          </a:bodyPr>
          <a:lstStyle/>
          <a:p>
            <a:pPr indent="0" lvl="0" marL="0" marR="0" rtl="0" algn="ctr">
              <a:lnSpc>
                <a:spcPct val="110000"/>
              </a:lnSpc>
              <a:spcBef>
                <a:spcPts val="0"/>
              </a:spcBef>
              <a:spcAft>
                <a:spcPts val="0"/>
              </a:spcAft>
              <a:buClr>
                <a:srgbClr val="000000"/>
              </a:buClr>
              <a:buSzPts val="850"/>
              <a:buFont typeface="Arial"/>
              <a:buNone/>
            </a:pPr>
            <a:r>
              <a:rPr b="0" i="0" lang="en" sz="850" u="none" cap="none" strike="noStrike">
                <a:solidFill>
                  <a:srgbClr val="5A5A72"/>
                </a:solidFill>
                <a:latin typeface="Plus Jakarta Sans"/>
                <a:ea typeface="Plus Jakarta Sans"/>
                <a:cs typeface="Plus Jakarta Sans"/>
                <a:sym typeface="Plus Jakarta Sans"/>
              </a:rPr>
              <a:t>Sign-off, then CICD to production</a:t>
            </a:r>
            <a:endParaRPr b="0" i="0" sz="1400" u="none" cap="none" strike="noStrike">
              <a:solidFill>
                <a:srgbClr val="000000"/>
              </a:solidFill>
              <a:latin typeface="Arial"/>
              <a:ea typeface="Arial"/>
              <a:cs typeface="Arial"/>
              <a:sym typeface="Arial"/>
            </a:endParaRPr>
          </a:p>
        </p:txBody>
      </p:sp>
      <p:sp>
        <p:nvSpPr>
          <p:cNvPr id="1327" name="Google Shape;1327;p12"/>
          <p:cNvSpPr/>
          <p:nvPr/>
        </p:nvSpPr>
        <p:spPr>
          <a:xfrm>
            <a:off x="457200" y="3099997"/>
            <a:ext cx="8010000" cy="950100"/>
          </a:xfrm>
          <a:prstGeom prst="roundRect">
            <a:avLst>
              <a:gd fmla="val 8000" name="adj"/>
            </a:avLst>
          </a:prstGeom>
          <a:solidFill>
            <a:srgbClr val="F6F6FB"/>
          </a:solidFill>
          <a:ln>
            <a:noFill/>
          </a:ln>
        </p:spPr>
        <p:txBody>
          <a:bodyPr anchorCtr="0" anchor="ctr" bIns="0" lIns="9140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b="1" i="0" lang="en" sz="1100" u="none" cap="none" strike="noStrike">
                <a:solidFill>
                  <a:srgbClr val="15154A"/>
                </a:solidFill>
                <a:latin typeface="Plus Jakarta Sans"/>
                <a:ea typeface="Plus Jakarta Sans"/>
                <a:cs typeface="Plus Jakarta Sans"/>
                <a:sym typeface="Plus Jakarta Sans"/>
              </a:rPr>
              <a:t>IN PRODUCTION</a:t>
            </a:r>
            <a:endParaRPr b="1" i="0" sz="1100" u="none" cap="none" strike="noStrike">
              <a:solidFill>
                <a:srgbClr val="15154A"/>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1100"/>
              <a:buFont typeface="Arial"/>
              <a:buNone/>
            </a:pPr>
            <a:r>
              <a:t/>
            </a:r>
            <a:endParaRPr b="1" i="0" sz="1100" u="none" cap="none" strike="noStrike">
              <a:solidFill>
                <a:srgbClr val="15154A"/>
              </a:solidFill>
              <a:latin typeface="Plus Jakarta Sans"/>
              <a:ea typeface="Plus Jakarta Sans"/>
              <a:cs typeface="Plus Jakarta Sans"/>
              <a:sym typeface="Plus Jakarta Sans"/>
            </a:endParaRPr>
          </a:p>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5A5A72"/>
                </a:solidFill>
                <a:latin typeface="Plus Jakarta Sans"/>
                <a:ea typeface="Plus Jakarta Sans"/>
                <a:cs typeface="Plus Jakarta Sans"/>
                <a:sym typeface="Plus Jakarta Sans"/>
              </a:rPr>
              <a:t>Phoenix (Arize) + OpenTelemetry tracing on every agent run (spans per step, latency, tool calls, token cost) with SDX governance throughout.</a:t>
            </a:r>
            <a:endParaRPr b="1" i="0" sz="1000" u="none" cap="none" strike="noStrike">
              <a:solidFill>
                <a:srgbClr val="15154A"/>
              </a:solidFill>
              <a:latin typeface="Plus Jakarta Sans"/>
              <a:ea typeface="Plus Jakarta Sans"/>
              <a:cs typeface="Plus Jakarta Sans"/>
              <a:sym typeface="Plus Jakarta Sans"/>
            </a:endParaRPr>
          </a:p>
        </p:txBody>
      </p:sp>
      <p:sp>
        <p:nvSpPr>
          <p:cNvPr id="1328" name="Google Shape;1328;p12"/>
          <p:cNvSpPr/>
          <p:nvPr/>
        </p:nvSpPr>
        <p:spPr>
          <a:xfrm>
            <a:off x="566928" y="4249998"/>
            <a:ext cx="8010000" cy="300000"/>
          </a:xfrm>
          <a:prstGeom prst="rect">
            <a:avLst/>
          </a:prstGeom>
          <a:solidFill>
            <a:srgbClr val="000000">
              <a:alpha val="0"/>
            </a:srgbClr>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4F4FF5"/>
                </a:solidFill>
                <a:latin typeface="Plus Jakarta Sans"/>
                <a:ea typeface="Plus Jakarta Sans"/>
                <a:cs typeface="Plus Jakarta Sans"/>
                <a:sym typeface="Plus Jakarta Sans"/>
              </a:rPr>
              <a:t>→ https://ferdinandzhong.github.io/cai-eval-platform/</a:t>
            </a:r>
            <a:r>
              <a:rPr b="0" i="0" lang="en" sz="1100" u="none" cap="none" strike="noStrike">
                <a:solidFill>
                  <a:srgbClr val="15154A"/>
                </a:solidFill>
                <a:latin typeface="Plus Jakarta Sans"/>
                <a:ea typeface="Plus Jakarta Sans"/>
                <a:cs typeface="Plus Jakarta Sans"/>
                <a:sym typeface="Plus Jakarta Sans"/>
              </a:rPr>
              <a:t>, the CAI Evaluation Platform for LLM &amp; agent workflows</a:t>
            </a:r>
            <a:endParaRPr b="1" i="0" sz="1100" u="none" cap="none" strike="noStrike">
              <a:solidFill>
                <a:srgbClr val="4F4FF5"/>
              </a:solidFill>
              <a:latin typeface="Plus Jakarta Sans"/>
              <a:ea typeface="Plus Jakarta Sans"/>
              <a:cs typeface="Plus Jakarta Sans"/>
              <a:sym typeface="Plus Jakarta Sans"/>
            </a:endParaRPr>
          </a:p>
        </p:txBody>
      </p:sp>
      <p:sp>
        <p:nvSpPr>
          <p:cNvPr id="1329" name="Google Shape;1329;p12"/>
          <p:cNvSpPr txBox="1"/>
          <p:nvPr>
            <p:ph idx="2" type="subTitle"/>
          </p:nvPr>
        </p:nvSpPr>
        <p:spPr>
          <a:xfrm>
            <a:off x="530349" y="731525"/>
            <a:ext cx="6760500" cy="347700"/>
          </a:xfrm>
          <a:prstGeom prst="rect">
            <a:avLst/>
          </a:prstGeom>
          <a:solidFill>
            <a:srgbClr val="000000">
              <a:alpha val="0"/>
            </a:srgbClr>
          </a:solidFill>
          <a:ln>
            <a:noFill/>
          </a:ln>
        </p:spPr>
        <p:txBody>
          <a:bodyPr anchorCtr="0" anchor="t" bIns="91400" lIns="91400" spcFirstLastPara="1" rIns="91400" wrap="square" tIns="45700">
            <a:noAutofit/>
          </a:bodyPr>
          <a:lstStyle/>
          <a:p>
            <a:pPr indent="0" lvl="0" marL="0" rtl="0" algn="l">
              <a:lnSpc>
                <a:spcPct val="100000"/>
              </a:lnSpc>
              <a:spcBef>
                <a:spcPts val="0"/>
              </a:spcBef>
              <a:spcAft>
                <a:spcPts val="0"/>
              </a:spcAft>
              <a:buSzPts val="1100"/>
              <a:buNone/>
            </a:pPr>
            <a:r>
              <a:rPr b="0" lang="en">
                <a:solidFill>
                  <a:srgbClr val="5555F9"/>
                </a:solidFill>
                <a:latin typeface="Plus Jakarta Sans Medium"/>
                <a:ea typeface="Plus Jakarta Sans Medium"/>
                <a:cs typeface="Plus Jakarta Sans Medium"/>
                <a:sym typeface="Plus Jakarta Sans Medium"/>
              </a:rPr>
              <a:t>Eval before you trust. CAI Eval Platform scores every candidate; Phoenix / OTEL traces every production run.</a:t>
            </a:r>
            <a:endParaRPr b="0">
              <a:solidFill>
                <a:srgbClr val="110046"/>
              </a:solidFill>
              <a:latin typeface="Plus Jakarta Sans Medium"/>
              <a:ea typeface="Plus Jakarta Sans Medium"/>
              <a:cs typeface="Plus Jakarta Sans Medium"/>
              <a:sym typeface="Plus Jakarta Sans Medium"/>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3" name="Shape 1333"/>
        <p:cNvGrpSpPr/>
        <p:nvPr/>
      </p:nvGrpSpPr>
      <p:grpSpPr>
        <a:xfrm>
          <a:off x="0" y="0"/>
          <a:ext cx="0" cy="0"/>
          <a:chOff x="0" y="0"/>
          <a:chExt cx="0" cy="0"/>
        </a:xfrm>
      </p:grpSpPr>
      <p:sp>
        <p:nvSpPr>
          <p:cNvPr id="1334" name="Google Shape;1334;p6"/>
          <p:cNvSpPr/>
          <p:nvPr/>
        </p:nvSpPr>
        <p:spPr>
          <a:xfrm>
            <a:off x="370400" y="290000"/>
            <a:ext cx="90000" cy="340000"/>
          </a:xfrm>
          <a:prstGeom prst="roundRect">
            <a:avLst>
              <a:gd fmla="val 50000" name="adj"/>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5" name="Google Shape;1335;p6"/>
          <p:cNvSpPr txBox="1"/>
          <p:nvPr>
            <p:ph type="title"/>
          </p:nvPr>
        </p:nvSpPr>
        <p:spPr>
          <a:xfrm>
            <a:off x="530352" y="292608"/>
            <a:ext cx="7620000" cy="3477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Governance Starts with 3 Questions</a:t>
            </a:r>
            <a:endParaRPr sz="2300">
              <a:latin typeface="Plus Jakarta Sans"/>
              <a:ea typeface="Plus Jakarta Sans"/>
              <a:cs typeface="Plus Jakarta Sans"/>
              <a:sym typeface="Plus Jakarta Sans"/>
            </a:endParaRPr>
          </a:p>
        </p:txBody>
      </p:sp>
      <p:sp>
        <p:nvSpPr>
          <p:cNvPr id="1336" name="Google Shape;1336;p6"/>
          <p:cNvSpPr/>
          <p:nvPr/>
        </p:nvSpPr>
        <p:spPr>
          <a:xfrm>
            <a:off x="566928" y="4250000"/>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15154A"/>
                </a:solidFill>
                <a:latin typeface="Plus Jakarta Sans"/>
                <a:ea typeface="Plus Jakarta Sans"/>
                <a:cs typeface="Plus Jakarta Sans"/>
                <a:sym typeface="Plus Jakarta Sans"/>
              </a:rPr>
              <a:t>Not aspirational — answered today through SDX, Agent Studio guardrail tools, and Galileo.AI.</a:t>
            </a:r>
            <a:endParaRPr b="0" i="0" sz="1400" u="none" cap="none" strike="noStrike">
              <a:solidFill>
                <a:srgbClr val="000000"/>
              </a:solidFill>
              <a:latin typeface="Arial"/>
              <a:ea typeface="Arial"/>
              <a:cs typeface="Arial"/>
              <a:sym typeface="Arial"/>
            </a:endParaRPr>
          </a:p>
        </p:txBody>
      </p:sp>
      <p:sp>
        <p:nvSpPr>
          <p:cNvPr id="1337" name="Google Shape;1337;p6"/>
          <p:cNvSpPr txBox="1"/>
          <p:nvPr>
            <p:ph idx="2" type="subTitle"/>
          </p:nvPr>
        </p:nvSpPr>
        <p:spPr>
          <a:xfrm>
            <a:off x="530349" y="731520"/>
            <a:ext cx="6369900" cy="365700"/>
          </a:xfrm>
          <a:prstGeom prst="rect">
            <a:avLst/>
          </a:prstGeom>
          <a:noFill/>
          <a:ln>
            <a:noFill/>
          </a:ln>
        </p:spPr>
        <p:txBody>
          <a:bodyPr anchorCtr="0" anchor="t" bIns="91425" lIns="91425" spcFirstLastPara="1" rIns="91425" wrap="square" tIns="45700">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AI without answers creates legal, compliance and reputational exposure — the next two slides answer them.</a:t>
            </a:r>
            <a:endParaRPr>
              <a:latin typeface="Plus Jakarta Sans Medium"/>
              <a:ea typeface="Plus Jakarta Sans Medium"/>
              <a:cs typeface="Plus Jakarta Sans Medium"/>
              <a:sym typeface="Plus Jakarta Sans Medium"/>
            </a:endParaRPr>
          </a:p>
          <a:p>
            <a:pPr indent="0" lvl="0" marL="0" rtl="0" algn="l">
              <a:lnSpc>
                <a:spcPct val="100000"/>
              </a:lnSpc>
              <a:spcBef>
                <a:spcPts val="0"/>
              </a:spcBef>
              <a:spcAft>
                <a:spcPts val="0"/>
              </a:spcAft>
              <a:buSzPts val="1100"/>
              <a:buNone/>
            </a:pPr>
            <a:r>
              <a:t/>
            </a:r>
            <a:endParaRPr>
              <a:latin typeface="Plus Jakarta Sans Medium"/>
              <a:ea typeface="Plus Jakarta Sans Medium"/>
              <a:cs typeface="Plus Jakarta Sans Medium"/>
              <a:sym typeface="Plus Jakarta Sans Medium"/>
            </a:endParaRPr>
          </a:p>
        </p:txBody>
      </p:sp>
      <p:sp>
        <p:nvSpPr>
          <p:cNvPr id="1338" name="Google Shape;1338;p6"/>
          <p:cNvSpPr/>
          <p:nvPr/>
        </p:nvSpPr>
        <p:spPr>
          <a:xfrm>
            <a:off x="566865" y="1302008"/>
            <a:ext cx="2487300" cy="2743200"/>
          </a:xfrm>
          <a:prstGeom prst="roundRect">
            <a:avLst>
              <a:gd fmla="val 6000" name="adj"/>
            </a:avLst>
          </a:prstGeom>
          <a:solidFill>
            <a:srgbClr val="F6F6FB"/>
          </a:solidFill>
          <a:ln cap="flat" cmpd="sng" w="12700">
            <a:solidFill>
              <a:srgbClr val="E2E2E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39" name="Google Shape;1339;p6"/>
          <p:cNvSpPr txBox="1"/>
          <p:nvPr/>
        </p:nvSpPr>
        <p:spPr>
          <a:xfrm>
            <a:off x="768033" y="1530607"/>
            <a:ext cx="1371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000" u="none" cap="none" strike="noStrike">
                <a:solidFill>
                  <a:srgbClr val="EE5A29"/>
                </a:solidFill>
                <a:latin typeface="Plus Jakarta Sans"/>
                <a:ea typeface="Plus Jakarta Sans"/>
                <a:cs typeface="Plus Jakarta Sans"/>
                <a:sym typeface="Plus Jakarta Sans"/>
              </a:rPr>
              <a:t>Q1</a:t>
            </a:r>
            <a:endParaRPr/>
          </a:p>
        </p:txBody>
      </p:sp>
      <p:sp>
        <p:nvSpPr>
          <p:cNvPr id="1340" name="Google Shape;1340;p6"/>
          <p:cNvSpPr txBox="1"/>
          <p:nvPr/>
        </p:nvSpPr>
        <p:spPr>
          <a:xfrm>
            <a:off x="768033" y="2051816"/>
            <a:ext cx="2103000" cy="1848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lang="en" sz="1200">
                <a:solidFill>
                  <a:srgbClr val="100146"/>
                </a:solidFill>
                <a:latin typeface="Plus Jakarta Sans"/>
                <a:ea typeface="Plus Jakarta Sans"/>
                <a:cs typeface="Plus Jakarta Sans"/>
                <a:sym typeface="Plus Jakarta Sans"/>
              </a:rPr>
              <a:t>How to use AI properly?</a:t>
            </a:r>
            <a:endParaRPr/>
          </a:p>
        </p:txBody>
      </p:sp>
      <p:sp>
        <p:nvSpPr>
          <p:cNvPr id="1341" name="Google Shape;1341;p6"/>
          <p:cNvSpPr txBox="1"/>
          <p:nvPr/>
        </p:nvSpPr>
        <p:spPr>
          <a:xfrm>
            <a:off x="768033" y="2856488"/>
            <a:ext cx="2103000" cy="497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950" u="none" cap="none" strike="noStrike">
                <a:solidFill>
                  <a:srgbClr val="5A5A72"/>
                </a:solidFill>
                <a:latin typeface="Plus Jakarta Sans"/>
                <a:ea typeface="Plus Jakarta Sans"/>
                <a:cs typeface="Plus Jakarta Sans"/>
                <a:sym typeface="Plus Jakarta Sans"/>
              </a:rPr>
              <a:t>Approved tools, approved data, </a:t>
            </a:r>
            <a:r>
              <a:rPr lang="en" sz="950">
                <a:solidFill>
                  <a:srgbClr val="5A5A72"/>
                </a:solidFill>
                <a:latin typeface="Plus Jakarta Sans"/>
                <a:ea typeface="Plus Jakarta Sans"/>
                <a:cs typeface="Plus Jakarta Sans"/>
                <a:sym typeface="Plus Jakarta Sans"/>
              </a:rPr>
              <a:t>approved inputs</a:t>
            </a:r>
            <a:r>
              <a:rPr b="0" i="0" lang="en" sz="950" u="none" cap="none" strike="noStrike">
                <a:solidFill>
                  <a:srgbClr val="5A5A72"/>
                </a:solidFill>
                <a:latin typeface="Plus Jakarta Sans"/>
                <a:ea typeface="Plus Jakarta Sans"/>
                <a:cs typeface="Plus Jakarta Sans"/>
                <a:sym typeface="Plus Jakarta Sans"/>
              </a:rPr>
              <a:t>. You cannot govern what you cannot see.</a:t>
            </a:r>
            <a:endParaRPr/>
          </a:p>
        </p:txBody>
      </p:sp>
      <p:sp>
        <p:nvSpPr>
          <p:cNvPr id="1342" name="Google Shape;1342;p6"/>
          <p:cNvSpPr/>
          <p:nvPr/>
        </p:nvSpPr>
        <p:spPr>
          <a:xfrm>
            <a:off x="3328354" y="1302008"/>
            <a:ext cx="2487300" cy="2743200"/>
          </a:xfrm>
          <a:prstGeom prst="roundRect">
            <a:avLst>
              <a:gd fmla="val 6000" name="adj"/>
            </a:avLst>
          </a:prstGeom>
          <a:solidFill>
            <a:srgbClr val="F6F6FB"/>
          </a:solidFill>
          <a:ln cap="flat" cmpd="sng" w="12700">
            <a:solidFill>
              <a:srgbClr val="E2E2E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3" name="Google Shape;1343;p6"/>
          <p:cNvSpPr txBox="1"/>
          <p:nvPr/>
        </p:nvSpPr>
        <p:spPr>
          <a:xfrm>
            <a:off x="3529521" y="1530607"/>
            <a:ext cx="1371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000" u="none" cap="none" strike="noStrike">
                <a:solidFill>
                  <a:srgbClr val="EE5A29"/>
                </a:solidFill>
                <a:latin typeface="Plus Jakarta Sans"/>
                <a:ea typeface="Plus Jakarta Sans"/>
                <a:cs typeface="Plus Jakarta Sans"/>
                <a:sym typeface="Plus Jakarta Sans"/>
              </a:rPr>
              <a:t>Q2</a:t>
            </a:r>
            <a:endParaRPr/>
          </a:p>
        </p:txBody>
      </p:sp>
      <p:sp>
        <p:nvSpPr>
          <p:cNvPr id="1344" name="Google Shape;1344;p6"/>
          <p:cNvSpPr txBox="1"/>
          <p:nvPr/>
        </p:nvSpPr>
        <p:spPr>
          <a:xfrm>
            <a:off x="3529521" y="2051816"/>
            <a:ext cx="2103000" cy="38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200" u="none" cap="none" strike="noStrike">
                <a:solidFill>
                  <a:srgbClr val="100146"/>
                </a:solidFill>
                <a:latin typeface="Plus Jakarta Sans"/>
                <a:ea typeface="Plus Jakarta Sans"/>
                <a:cs typeface="Plus Jakarta Sans"/>
                <a:sym typeface="Plus Jakarta Sans"/>
              </a:rPr>
              <a:t>What is your AI allowed to say?</a:t>
            </a:r>
            <a:endParaRPr/>
          </a:p>
        </p:txBody>
      </p:sp>
      <p:sp>
        <p:nvSpPr>
          <p:cNvPr id="1345" name="Google Shape;1345;p6"/>
          <p:cNvSpPr txBox="1"/>
          <p:nvPr/>
        </p:nvSpPr>
        <p:spPr>
          <a:xfrm>
            <a:off x="3529521" y="2856488"/>
            <a:ext cx="2103000" cy="497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950" u="none" cap="none" strike="noStrike">
                <a:solidFill>
                  <a:srgbClr val="5A5A72"/>
                </a:solidFill>
                <a:latin typeface="Plus Jakarta Sans"/>
                <a:ea typeface="Plus Jakarta Sans"/>
                <a:cs typeface="Plus Jakarta Sans"/>
                <a:sym typeface="Plus Jakarta Sans"/>
              </a:rPr>
              <a:t>Guardrails that stop harmful, false or non-compliant answers before they reach a customer.</a:t>
            </a:r>
            <a:endParaRPr/>
          </a:p>
        </p:txBody>
      </p:sp>
      <p:sp>
        <p:nvSpPr>
          <p:cNvPr id="1346" name="Google Shape;1346;p6"/>
          <p:cNvSpPr/>
          <p:nvPr/>
        </p:nvSpPr>
        <p:spPr>
          <a:xfrm>
            <a:off x="6089842" y="1302008"/>
            <a:ext cx="2487300" cy="2743200"/>
          </a:xfrm>
          <a:prstGeom prst="roundRect">
            <a:avLst>
              <a:gd fmla="val 6000" name="adj"/>
            </a:avLst>
          </a:prstGeom>
          <a:solidFill>
            <a:srgbClr val="F6F6FB"/>
          </a:solidFill>
          <a:ln cap="flat" cmpd="sng" w="12700">
            <a:solidFill>
              <a:srgbClr val="E2E2E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47" name="Google Shape;1347;p6"/>
          <p:cNvSpPr txBox="1"/>
          <p:nvPr/>
        </p:nvSpPr>
        <p:spPr>
          <a:xfrm>
            <a:off x="6291010" y="1530607"/>
            <a:ext cx="1371600" cy="3078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 sz="2000" u="none" cap="none" strike="noStrike">
                <a:solidFill>
                  <a:srgbClr val="EE5A29"/>
                </a:solidFill>
                <a:latin typeface="Plus Jakarta Sans"/>
                <a:ea typeface="Plus Jakarta Sans"/>
                <a:cs typeface="Plus Jakarta Sans"/>
                <a:sym typeface="Plus Jakarta Sans"/>
              </a:rPr>
              <a:t>Q3</a:t>
            </a:r>
            <a:endParaRPr/>
          </a:p>
        </p:txBody>
      </p:sp>
      <p:sp>
        <p:nvSpPr>
          <p:cNvPr id="1348" name="Google Shape;1348;p6"/>
          <p:cNvSpPr txBox="1"/>
          <p:nvPr/>
        </p:nvSpPr>
        <p:spPr>
          <a:xfrm>
            <a:off x="6291010" y="2051816"/>
            <a:ext cx="2103000" cy="38790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 sz="1200" u="none" cap="none" strike="noStrike">
                <a:solidFill>
                  <a:srgbClr val="100146"/>
                </a:solidFill>
                <a:latin typeface="Plus Jakarta Sans"/>
                <a:ea typeface="Plus Jakarta Sans"/>
                <a:cs typeface="Plus Jakarta Sans"/>
                <a:sym typeface="Plus Jakarta Sans"/>
              </a:rPr>
              <a:t>Can you prove what your AI did?</a:t>
            </a:r>
            <a:endParaRPr/>
          </a:p>
        </p:txBody>
      </p:sp>
      <p:sp>
        <p:nvSpPr>
          <p:cNvPr id="1349" name="Google Shape;1349;p6"/>
          <p:cNvSpPr txBox="1"/>
          <p:nvPr/>
        </p:nvSpPr>
        <p:spPr>
          <a:xfrm>
            <a:off x="6291010" y="2856488"/>
            <a:ext cx="2103000" cy="4971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950" u="none" cap="none" strike="noStrike">
                <a:solidFill>
                  <a:srgbClr val="5A5A72"/>
                </a:solidFill>
                <a:latin typeface="Plus Jakarta Sans"/>
                <a:ea typeface="Plus Jakarta Sans"/>
                <a:cs typeface="Plus Jakarta Sans"/>
                <a:sym typeface="Plus Jakarta Sans"/>
              </a:rPr>
              <a:t>Audit trails and evidence. Regulators, boards and customers will ask — you need the answer.</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3" name="Shape 1353"/>
        <p:cNvGrpSpPr/>
        <p:nvPr/>
      </p:nvGrpSpPr>
      <p:grpSpPr>
        <a:xfrm>
          <a:off x="0" y="0"/>
          <a:ext cx="0" cy="0"/>
          <a:chOff x="0" y="0"/>
          <a:chExt cx="0" cy="0"/>
        </a:xfrm>
      </p:grpSpPr>
      <p:sp>
        <p:nvSpPr>
          <p:cNvPr id="1354" name="Google Shape;1354;p13"/>
          <p:cNvSpPr/>
          <p:nvPr/>
        </p:nvSpPr>
        <p:spPr>
          <a:xfrm>
            <a:off x="370400" y="290000"/>
            <a:ext cx="90000" cy="340000"/>
          </a:xfrm>
          <a:prstGeom prst="roundRect">
            <a:avLst>
              <a:gd fmla="val 50000" name="adj"/>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5" name="Google Shape;1355;p13"/>
          <p:cNvSpPr txBox="1"/>
          <p:nvPr>
            <p:ph type="title"/>
          </p:nvPr>
        </p:nvSpPr>
        <p:spPr>
          <a:xfrm>
            <a:off x="530352" y="292608"/>
            <a:ext cx="7620000" cy="3477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AI Governance — the Stack, Not the Slogan</a:t>
            </a:r>
            <a:endParaRPr sz="2300">
              <a:latin typeface="Plus Jakarta Sans"/>
              <a:ea typeface="Plus Jakarta Sans"/>
              <a:cs typeface="Plus Jakarta Sans"/>
              <a:sym typeface="Plus Jakarta Sans"/>
            </a:endParaRPr>
          </a:p>
        </p:txBody>
      </p:sp>
      <p:sp>
        <p:nvSpPr>
          <p:cNvPr id="1356" name="Google Shape;1356;p13"/>
          <p:cNvSpPr/>
          <p:nvPr/>
        </p:nvSpPr>
        <p:spPr>
          <a:xfrm>
            <a:off x="457200" y="1250000"/>
            <a:ext cx="5600000" cy="680000"/>
          </a:xfrm>
          <a:prstGeom prst="roundRect">
            <a:avLst>
              <a:gd fmla="val 8000" name="adj"/>
            </a:avLst>
          </a:prstGeom>
          <a:solidFill>
            <a:schemeClr val="lt1"/>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7" name="Google Shape;1357;p13"/>
          <p:cNvSpPr/>
          <p:nvPr/>
        </p:nvSpPr>
        <p:spPr>
          <a:xfrm>
            <a:off x="457200" y="1250000"/>
            <a:ext cx="90000" cy="680000"/>
          </a:xfrm>
          <a:prstGeom prst="rect">
            <a:avLst/>
          </a:prstGeom>
          <a:solidFill>
            <a:srgbClr val="1E84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8" name="Google Shape;1358;p13"/>
          <p:cNvSpPr/>
          <p:nvPr/>
        </p:nvSpPr>
        <p:spPr>
          <a:xfrm>
            <a:off x="700000" y="1330000"/>
            <a:ext cx="53000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15154A"/>
                </a:solidFill>
                <a:latin typeface="Plus Jakarta Sans"/>
                <a:ea typeface="Plus Jakarta Sans"/>
                <a:cs typeface="Plus Jakarta Sans"/>
                <a:sym typeface="Plus Jakarta Sans"/>
              </a:rPr>
              <a:t>Evaluation &amp; Proof</a:t>
            </a:r>
            <a:endParaRPr b="0" i="0" sz="1400" u="none" cap="none" strike="noStrike">
              <a:solidFill>
                <a:srgbClr val="000000"/>
              </a:solidFill>
              <a:latin typeface="Arial"/>
              <a:ea typeface="Arial"/>
              <a:cs typeface="Arial"/>
              <a:sym typeface="Arial"/>
            </a:endParaRPr>
          </a:p>
        </p:txBody>
      </p:sp>
      <p:sp>
        <p:nvSpPr>
          <p:cNvPr id="1359" name="Google Shape;1359;p13"/>
          <p:cNvSpPr/>
          <p:nvPr/>
        </p:nvSpPr>
        <p:spPr>
          <a:xfrm>
            <a:off x="700000" y="1590000"/>
            <a:ext cx="5300000" cy="30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Galileo 20+ agent metrics — audit-ready evidence of what each agent said, and why</a:t>
            </a:r>
            <a:endParaRPr b="0" i="0" sz="1400" u="none" cap="none" strike="noStrike">
              <a:solidFill>
                <a:srgbClr val="000000"/>
              </a:solidFill>
              <a:latin typeface="Arial"/>
              <a:ea typeface="Arial"/>
              <a:cs typeface="Arial"/>
              <a:sym typeface="Arial"/>
            </a:endParaRPr>
          </a:p>
        </p:txBody>
      </p:sp>
      <p:sp>
        <p:nvSpPr>
          <p:cNvPr id="1360" name="Google Shape;1360;p13"/>
          <p:cNvSpPr/>
          <p:nvPr/>
        </p:nvSpPr>
        <p:spPr>
          <a:xfrm>
            <a:off x="6400000" y="1330000"/>
            <a:ext cx="1737200" cy="5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E8449"/>
                </a:solidFill>
                <a:latin typeface="Plus Jakarta Sans"/>
                <a:ea typeface="Plus Jakarta Sans"/>
                <a:cs typeface="Plus Jakarta Sans"/>
                <a:sym typeface="Plus Jakarta Sans"/>
              </a:rPr>
              <a:t>ANSWERS Q3</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200"/>
              </a:spcBef>
              <a:spcAft>
                <a:spcPts val="0"/>
              </a:spcAft>
              <a:buClr>
                <a:srgbClr val="000000"/>
              </a:buClr>
              <a:buSzPts val="900"/>
              <a:buFont typeface="Arial"/>
              <a:buNone/>
            </a:pPr>
            <a:r>
              <a:rPr b="0" i="0" lang="en" sz="900" u="none" cap="none" strike="noStrike">
                <a:solidFill>
                  <a:srgbClr val="5A5A72"/>
                </a:solidFill>
                <a:latin typeface="Plus Jakarta Sans"/>
                <a:ea typeface="Plus Jakarta Sans"/>
                <a:cs typeface="Plus Jakarta Sans"/>
                <a:sym typeface="Plus Jakarta Sans"/>
              </a:rPr>
              <a:t>Prove what it did — the evidence</a:t>
            </a:r>
            <a:endParaRPr b="0" i="0" sz="1400" u="none" cap="none" strike="noStrike">
              <a:solidFill>
                <a:srgbClr val="000000"/>
              </a:solidFill>
              <a:latin typeface="Arial"/>
              <a:ea typeface="Arial"/>
              <a:cs typeface="Arial"/>
              <a:sym typeface="Arial"/>
            </a:endParaRPr>
          </a:p>
        </p:txBody>
      </p:sp>
      <p:sp>
        <p:nvSpPr>
          <p:cNvPr id="1361" name="Google Shape;1361;p13"/>
          <p:cNvSpPr/>
          <p:nvPr/>
        </p:nvSpPr>
        <p:spPr>
          <a:xfrm>
            <a:off x="457200" y="2050000"/>
            <a:ext cx="5600000" cy="680000"/>
          </a:xfrm>
          <a:prstGeom prst="roundRect">
            <a:avLst>
              <a:gd fmla="val 8000" name="adj"/>
            </a:avLst>
          </a:prstGeom>
          <a:solidFill>
            <a:schemeClr val="lt1"/>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2" name="Google Shape;1362;p13"/>
          <p:cNvSpPr/>
          <p:nvPr/>
        </p:nvSpPr>
        <p:spPr>
          <a:xfrm>
            <a:off x="457200" y="2050000"/>
            <a:ext cx="90000" cy="68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3" name="Google Shape;1363;p13"/>
          <p:cNvSpPr/>
          <p:nvPr/>
        </p:nvSpPr>
        <p:spPr>
          <a:xfrm>
            <a:off x="700000" y="2130000"/>
            <a:ext cx="53000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15154A"/>
                </a:solidFill>
                <a:latin typeface="Plus Jakarta Sans"/>
                <a:ea typeface="Plus Jakarta Sans"/>
                <a:cs typeface="Plus Jakarta Sans"/>
                <a:sym typeface="Plus Jakarta Sans"/>
              </a:rPr>
              <a:t>Guardrails</a:t>
            </a:r>
            <a:endParaRPr b="0" i="0" sz="1400" u="none" cap="none" strike="noStrike">
              <a:solidFill>
                <a:srgbClr val="000000"/>
              </a:solidFill>
              <a:latin typeface="Arial"/>
              <a:ea typeface="Arial"/>
              <a:cs typeface="Arial"/>
              <a:sym typeface="Arial"/>
            </a:endParaRPr>
          </a:p>
        </p:txBody>
      </p:sp>
      <p:sp>
        <p:nvSpPr>
          <p:cNvPr id="1364" name="Google Shape;1364;p13"/>
          <p:cNvSpPr/>
          <p:nvPr/>
        </p:nvSpPr>
        <p:spPr>
          <a:xfrm>
            <a:off x="700000" y="2390000"/>
            <a:ext cx="5300000" cy="30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Built into Agent Studio — content filters · LLM judges · custom guardrails, hosted centrally</a:t>
            </a:r>
            <a:endParaRPr b="0" i="0" sz="1400" u="none" cap="none" strike="noStrike">
              <a:solidFill>
                <a:srgbClr val="000000"/>
              </a:solidFill>
              <a:latin typeface="Arial"/>
              <a:ea typeface="Arial"/>
              <a:cs typeface="Arial"/>
              <a:sym typeface="Arial"/>
            </a:endParaRPr>
          </a:p>
        </p:txBody>
      </p:sp>
      <p:sp>
        <p:nvSpPr>
          <p:cNvPr id="1365" name="Google Shape;1365;p13"/>
          <p:cNvSpPr/>
          <p:nvPr/>
        </p:nvSpPr>
        <p:spPr>
          <a:xfrm>
            <a:off x="6400000" y="2130000"/>
            <a:ext cx="1737200" cy="5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EE5A29"/>
                </a:solidFill>
                <a:latin typeface="Plus Jakarta Sans"/>
                <a:ea typeface="Plus Jakarta Sans"/>
                <a:cs typeface="Plus Jakarta Sans"/>
                <a:sym typeface="Plus Jakarta Sans"/>
              </a:rPr>
              <a:t>ANSWERS Q2</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200"/>
              </a:spcBef>
              <a:spcAft>
                <a:spcPts val="0"/>
              </a:spcAft>
              <a:buClr>
                <a:srgbClr val="000000"/>
              </a:buClr>
              <a:buSzPts val="900"/>
              <a:buFont typeface="Arial"/>
              <a:buNone/>
            </a:pPr>
            <a:r>
              <a:rPr b="0" i="0" lang="en" sz="900" u="none" cap="none" strike="noStrike">
                <a:solidFill>
                  <a:srgbClr val="5A5A72"/>
                </a:solidFill>
                <a:latin typeface="Plus Jakarta Sans"/>
                <a:ea typeface="Plus Jakarta Sans"/>
                <a:cs typeface="Plus Jakarta Sans"/>
                <a:sym typeface="Plus Jakarta Sans"/>
              </a:rPr>
              <a:t>What AI is allowed to say</a:t>
            </a:r>
            <a:endParaRPr b="0" i="0" sz="1400" u="none" cap="none" strike="noStrike">
              <a:solidFill>
                <a:srgbClr val="000000"/>
              </a:solidFill>
              <a:latin typeface="Arial"/>
              <a:ea typeface="Arial"/>
              <a:cs typeface="Arial"/>
              <a:sym typeface="Arial"/>
            </a:endParaRPr>
          </a:p>
        </p:txBody>
      </p:sp>
      <p:sp>
        <p:nvSpPr>
          <p:cNvPr id="1366" name="Google Shape;1366;p13"/>
          <p:cNvSpPr/>
          <p:nvPr/>
        </p:nvSpPr>
        <p:spPr>
          <a:xfrm>
            <a:off x="457200" y="2850000"/>
            <a:ext cx="5600000" cy="680000"/>
          </a:xfrm>
          <a:prstGeom prst="roundRect">
            <a:avLst>
              <a:gd fmla="val 8000" name="adj"/>
            </a:avLst>
          </a:prstGeom>
          <a:solidFill>
            <a:schemeClr val="lt1"/>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7" name="Google Shape;1367;p13"/>
          <p:cNvSpPr/>
          <p:nvPr/>
        </p:nvSpPr>
        <p:spPr>
          <a:xfrm>
            <a:off x="457200" y="2850000"/>
            <a:ext cx="90000" cy="68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8" name="Google Shape;1368;p13"/>
          <p:cNvSpPr/>
          <p:nvPr/>
        </p:nvSpPr>
        <p:spPr>
          <a:xfrm>
            <a:off x="700000" y="2930000"/>
            <a:ext cx="53000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15154A"/>
                </a:solidFill>
                <a:latin typeface="Plus Jakarta Sans"/>
                <a:ea typeface="Plus Jakarta Sans"/>
                <a:cs typeface="Plus Jakarta Sans"/>
                <a:sym typeface="Plus Jakarta Sans"/>
              </a:rPr>
              <a:t>Observability</a:t>
            </a:r>
            <a:endParaRPr b="0" i="0" sz="1400" u="none" cap="none" strike="noStrike">
              <a:solidFill>
                <a:srgbClr val="000000"/>
              </a:solidFill>
              <a:latin typeface="Arial"/>
              <a:ea typeface="Arial"/>
              <a:cs typeface="Arial"/>
              <a:sym typeface="Arial"/>
            </a:endParaRPr>
          </a:p>
        </p:txBody>
      </p:sp>
      <p:sp>
        <p:nvSpPr>
          <p:cNvPr id="1369" name="Google Shape;1369;p13"/>
          <p:cNvSpPr/>
          <p:nvPr/>
        </p:nvSpPr>
        <p:spPr>
          <a:xfrm>
            <a:off x="700000" y="3190000"/>
            <a:ext cx="5300000" cy="30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Phoenix / OTEL spans on every agent run — exported from the CAI Eval Platform</a:t>
            </a:r>
            <a:endParaRPr b="0" i="0" sz="1400" u="none" cap="none" strike="noStrike">
              <a:solidFill>
                <a:srgbClr val="000000"/>
              </a:solidFill>
              <a:latin typeface="Arial"/>
              <a:ea typeface="Arial"/>
              <a:cs typeface="Arial"/>
              <a:sym typeface="Arial"/>
            </a:endParaRPr>
          </a:p>
        </p:txBody>
      </p:sp>
      <p:sp>
        <p:nvSpPr>
          <p:cNvPr id="1370" name="Google Shape;1370;p13"/>
          <p:cNvSpPr/>
          <p:nvPr/>
        </p:nvSpPr>
        <p:spPr>
          <a:xfrm>
            <a:off x="6400000" y="2930000"/>
            <a:ext cx="1737200" cy="5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ANSWERS Q3</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200"/>
              </a:spcBef>
              <a:spcAft>
                <a:spcPts val="0"/>
              </a:spcAft>
              <a:buClr>
                <a:srgbClr val="000000"/>
              </a:buClr>
              <a:buSzPts val="900"/>
              <a:buFont typeface="Arial"/>
              <a:buNone/>
            </a:pPr>
            <a:r>
              <a:rPr b="0" i="0" lang="en" sz="900" u="none" cap="none" strike="noStrike">
                <a:solidFill>
                  <a:srgbClr val="5A5A72"/>
                </a:solidFill>
                <a:latin typeface="Plus Jakarta Sans"/>
                <a:ea typeface="Plus Jakarta Sans"/>
                <a:cs typeface="Plus Jakarta Sans"/>
                <a:sym typeface="Plus Jakarta Sans"/>
              </a:rPr>
              <a:t>Prove what it did — the traces</a:t>
            </a:r>
            <a:endParaRPr b="0" i="0" sz="1400" u="none" cap="none" strike="noStrike">
              <a:solidFill>
                <a:srgbClr val="000000"/>
              </a:solidFill>
              <a:latin typeface="Arial"/>
              <a:ea typeface="Arial"/>
              <a:cs typeface="Arial"/>
              <a:sym typeface="Arial"/>
            </a:endParaRPr>
          </a:p>
        </p:txBody>
      </p:sp>
      <p:sp>
        <p:nvSpPr>
          <p:cNvPr id="1371" name="Google Shape;1371;p13"/>
          <p:cNvSpPr/>
          <p:nvPr/>
        </p:nvSpPr>
        <p:spPr>
          <a:xfrm>
            <a:off x="457200" y="3650000"/>
            <a:ext cx="5600000" cy="680000"/>
          </a:xfrm>
          <a:prstGeom prst="roundRect">
            <a:avLst>
              <a:gd fmla="val 8000" name="adj"/>
            </a:avLst>
          </a:prstGeom>
          <a:solidFill>
            <a:schemeClr val="lt1"/>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2" name="Google Shape;1372;p13"/>
          <p:cNvSpPr/>
          <p:nvPr/>
        </p:nvSpPr>
        <p:spPr>
          <a:xfrm>
            <a:off x="457200" y="3650000"/>
            <a:ext cx="90000" cy="680000"/>
          </a:xfrm>
          <a:prstGeom prst="rect">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73" name="Google Shape;1373;p13"/>
          <p:cNvSpPr/>
          <p:nvPr/>
        </p:nvSpPr>
        <p:spPr>
          <a:xfrm>
            <a:off x="700000" y="3730000"/>
            <a:ext cx="53000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00"/>
              <a:buFont typeface="Arial"/>
              <a:buNone/>
            </a:pPr>
            <a:r>
              <a:rPr b="1" i="0" lang="en" sz="1200" u="none" cap="none" strike="noStrike">
                <a:solidFill>
                  <a:srgbClr val="15154A"/>
                </a:solidFill>
                <a:latin typeface="Plus Jakarta Sans"/>
                <a:ea typeface="Plus Jakarta Sans"/>
                <a:cs typeface="Plus Jakarta Sans"/>
                <a:sym typeface="Plus Jakarta Sans"/>
              </a:rPr>
              <a:t>SDX Foundation</a:t>
            </a:r>
            <a:endParaRPr b="0" i="0" sz="1400" u="none" cap="none" strike="noStrike">
              <a:solidFill>
                <a:srgbClr val="000000"/>
              </a:solidFill>
              <a:latin typeface="Arial"/>
              <a:ea typeface="Arial"/>
              <a:cs typeface="Arial"/>
              <a:sym typeface="Arial"/>
            </a:endParaRPr>
          </a:p>
        </p:txBody>
      </p:sp>
      <p:sp>
        <p:nvSpPr>
          <p:cNvPr id="1374" name="Google Shape;1374;p13"/>
          <p:cNvSpPr/>
          <p:nvPr/>
        </p:nvSpPr>
        <p:spPr>
          <a:xfrm>
            <a:off x="700000" y="3990000"/>
            <a:ext cx="5300000" cy="30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50"/>
              <a:buFont typeface="Arial"/>
              <a:buNone/>
            </a:pPr>
            <a:r>
              <a:rPr b="0" i="0" lang="en" sz="950" u="none" cap="none" strike="noStrike">
                <a:solidFill>
                  <a:srgbClr val="5A5A72"/>
                </a:solidFill>
                <a:latin typeface="Plus Jakarta Sans"/>
                <a:ea typeface="Plus Jakarta Sans"/>
                <a:cs typeface="Plus Jakarta Sans"/>
                <a:sym typeface="Plus Jakarta Sans"/>
              </a:rPr>
              <a:t>Ranger access control · Atlas lineage · audit logs — who invoked which model and data</a:t>
            </a:r>
            <a:endParaRPr b="0" i="0" sz="1400" u="none" cap="none" strike="noStrike">
              <a:solidFill>
                <a:srgbClr val="000000"/>
              </a:solidFill>
              <a:latin typeface="Arial"/>
              <a:ea typeface="Arial"/>
              <a:cs typeface="Arial"/>
              <a:sym typeface="Arial"/>
            </a:endParaRPr>
          </a:p>
        </p:txBody>
      </p:sp>
      <p:sp>
        <p:nvSpPr>
          <p:cNvPr id="1375" name="Google Shape;1375;p13"/>
          <p:cNvSpPr/>
          <p:nvPr/>
        </p:nvSpPr>
        <p:spPr>
          <a:xfrm>
            <a:off x="6400000" y="3730000"/>
            <a:ext cx="1737200" cy="52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b="1" i="0" lang="en" sz="1000" u="none" cap="none" strike="noStrike">
                <a:solidFill>
                  <a:srgbClr val="15154A"/>
                </a:solidFill>
                <a:latin typeface="Plus Jakarta Sans"/>
                <a:ea typeface="Plus Jakarta Sans"/>
                <a:cs typeface="Plus Jakarta Sans"/>
                <a:sym typeface="Plus Jakarta Sans"/>
              </a:rPr>
              <a:t>ANSWERS Q1</a:t>
            </a:r>
            <a:endParaRPr b="0" i="0" sz="1400" u="none" cap="none" strike="noStrike">
              <a:solidFill>
                <a:srgbClr val="000000"/>
              </a:solidFill>
              <a:latin typeface="Arial"/>
              <a:ea typeface="Arial"/>
              <a:cs typeface="Arial"/>
              <a:sym typeface="Arial"/>
            </a:endParaRPr>
          </a:p>
          <a:p>
            <a:pPr indent="0" lvl="0" marL="0" marR="0" rtl="0" algn="l">
              <a:lnSpc>
                <a:spcPct val="105000"/>
              </a:lnSpc>
              <a:spcBef>
                <a:spcPts val="200"/>
              </a:spcBef>
              <a:spcAft>
                <a:spcPts val="0"/>
              </a:spcAft>
              <a:buClr>
                <a:srgbClr val="000000"/>
              </a:buClr>
              <a:buSzPts val="900"/>
              <a:buFont typeface="Arial"/>
              <a:buNone/>
            </a:pPr>
            <a:r>
              <a:rPr b="0" i="0" lang="en" sz="900" u="none" cap="none" strike="noStrike">
                <a:solidFill>
                  <a:srgbClr val="5A5A72"/>
                </a:solidFill>
                <a:latin typeface="Plus Jakarta Sans"/>
                <a:ea typeface="Plus Jakarta Sans"/>
                <a:cs typeface="Plus Jakarta Sans"/>
                <a:sym typeface="Plus Jakarta Sans"/>
              </a:rPr>
              <a:t>Who can use AI — and how</a:t>
            </a:r>
            <a:endParaRPr b="0" i="0" sz="1400" u="none" cap="none" strike="noStrike">
              <a:solidFill>
                <a:srgbClr val="000000"/>
              </a:solidFill>
              <a:latin typeface="Arial"/>
              <a:ea typeface="Arial"/>
              <a:cs typeface="Arial"/>
              <a:sym typeface="Arial"/>
            </a:endParaRPr>
          </a:p>
        </p:txBody>
      </p:sp>
      <p:sp>
        <p:nvSpPr>
          <p:cNvPr id="1376" name="Google Shape;1376;p13"/>
          <p:cNvSpPr/>
          <p:nvPr/>
        </p:nvSpPr>
        <p:spPr>
          <a:xfrm>
            <a:off x="566928" y="4450000"/>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b="0" i="0" lang="en" sz="1150" u="none" cap="none" strike="noStrike">
                <a:solidFill>
                  <a:srgbClr val="15154A"/>
                </a:solidFill>
                <a:latin typeface="Plus Jakarta Sans"/>
                <a:ea typeface="Plus Jakarta Sans"/>
                <a:cs typeface="Plus Jakarta Sans"/>
                <a:sym typeface="Plus Jakarta Sans"/>
              </a:rPr>
              <a:t>SDX + observability + guardrails + evaluation — responsible AI at scale, with evidence.</a:t>
            </a:r>
            <a:endParaRPr b="0" i="0" sz="1400" u="none" cap="none" strike="noStrike">
              <a:solidFill>
                <a:srgbClr val="000000"/>
              </a:solidFill>
              <a:latin typeface="Arial"/>
              <a:ea typeface="Arial"/>
              <a:cs typeface="Arial"/>
              <a:sym typeface="Arial"/>
            </a:endParaRPr>
          </a:p>
        </p:txBody>
      </p:sp>
      <p:sp>
        <p:nvSpPr>
          <p:cNvPr id="1377" name="Google Shape;1377;p13"/>
          <p:cNvSpPr txBox="1"/>
          <p:nvPr>
            <p:ph idx="2" type="subTitle"/>
          </p:nvPr>
        </p:nvSpPr>
        <p:spPr>
          <a:xfrm>
            <a:off x="530352" y="731520"/>
            <a:ext cx="4707600" cy="380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Three questions, answered layer by layer — every layer ships on CAI today, or with Galileo.</a:t>
            </a:r>
            <a:endParaRPr>
              <a:latin typeface="Plus Jakarta Sans Medium"/>
              <a:ea typeface="Plus Jakarta Sans Medium"/>
              <a:cs typeface="Plus Jakarta Sans Medium"/>
              <a:sym typeface="Plus Jakarta Sans Medium"/>
            </a:endParaRPr>
          </a:p>
          <a:p>
            <a:pPr indent="0" lvl="0" marL="0" rtl="0" algn="l">
              <a:lnSpc>
                <a:spcPct val="100000"/>
              </a:lnSpc>
              <a:spcBef>
                <a:spcPts val="0"/>
              </a:spcBef>
              <a:spcAft>
                <a:spcPts val="0"/>
              </a:spcAft>
              <a:buSzPts val="1100"/>
              <a:buNone/>
            </a:pPr>
            <a:r>
              <a:t/>
            </a:r>
            <a:endParaRPr>
              <a:latin typeface="Plus Jakarta Sans Medium"/>
              <a:ea typeface="Plus Jakarta Sans Medium"/>
              <a:cs typeface="Plus Jakarta Sans Medium"/>
              <a:sym typeface="Plus Jakarta Sans Medium"/>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1" name="Shape 1381"/>
        <p:cNvGrpSpPr/>
        <p:nvPr/>
      </p:nvGrpSpPr>
      <p:grpSpPr>
        <a:xfrm>
          <a:off x="0" y="0"/>
          <a:ext cx="0" cy="0"/>
          <a:chOff x="0" y="0"/>
          <a:chExt cx="0" cy="0"/>
        </a:xfrm>
      </p:grpSpPr>
      <p:sp>
        <p:nvSpPr>
          <p:cNvPr id="1382" name="Google Shape;1382;p21"/>
          <p:cNvSpPr/>
          <p:nvPr/>
        </p:nvSpPr>
        <p:spPr>
          <a:xfrm>
            <a:off x="370400" y="290000"/>
            <a:ext cx="90000" cy="340000"/>
          </a:xfrm>
          <a:prstGeom prst="roundRect">
            <a:avLst>
              <a:gd fmla="val 50000" name="adj"/>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83" name="Google Shape;1383;p21"/>
          <p:cNvSpPr txBox="1"/>
          <p:nvPr>
            <p:ph type="title"/>
          </p:nvPr>
        </p:nvSpPr>
        <p:spPr>
          <a:xfrm>
            <a:off x="530352" y="284251"/>
            <a:ext cx="7620000" cy="3477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Platform-Level Guardrails</a:t>
            </a:r>
            <a:endParaRPr sz="2300">
              <a:latin typeface="Plus Jakarta Sans"/>
              <a:ea typeface="Plus Jakarta Sans"/>
              <a:cs typeface="Plus Jakarta Sans"/>
              <a:sym typeface="Plus Jakarta Sans"/>
            </a:endParaRPr>
          </a:p>
        </p:txBody>
      </p:sp>
      <p:sp>
        <p:nvSpPr>
          <p:cNvPr id="1384" name="Google Shape;1384;p21"/>
          <p:cNvSpPr/>
          <p:nvPr/>
        </p:nvSpPr>
        <p:spPr>
          <a:xfrm>
            <a:off x="457200" y="1250000"/>
            <a:ext cx="1100000" cy="720000"/>
          </a:xfrm>
          <a:prstGeom prst="roundRect">
            <a:avLst>
              <a:gd fmla="val 8000" name="adj"/>
            </a:avLst>
          </a:prstGeom>
          <a:solidFill>
            <a:srgbClr val="FFFFFF"/>
          </a:solidFill>
          <a:ln cap="flat" cmpd="sng" w="12700">
            <a:solidFill>
              <a:srgbClr val="E2E2EC"/>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i="0" lang="en" sz="950" u="none" cap="none" strike="noStrike">
                <a:solidFill>
                  <a:srgbClr val="15154A"/>
                </a:solidFill>
                <a:latin typeface="Plus Jakarta Sans"/>
                <a:ea typeface="Plus Jakarta Sans"/>
                <a:cs typeface="Plus Jakarta Sans"/>
                <a:sym typeface="Plus Jakarta Sans"/>
              </a:rPr>
              <a:t>User Request</a:t>
            </a:r>
            <a:endParaRPr i="0" sz="1400" u="none" cap="none" strike="noStrike">
              <a:solidFill>
                <a:srgbClr val="000000"/>
              </a:solidFill>
              <a:latin typeface="Plus Jakarta Sans"/>
              <a:ea typeface="Plus Jakarta Sans"/>
              <a:cs typeface="Plus Jakarta Sans"/>
              <a:sym typeface="Plus Jakarta Sans"/>
            </a:endParaRPr>
          </a:p>
        </p:txBody>
      </p:sp>
      <p:sp>
        <p:nvSpPr>
          <p:cNvPr id="1385" name="Google Shape;1385;p21"/>
          <p:cNvSpPr/>
          <p:nvPr/>
        </p:nvSpPr>
        <p:spPr>
          <a:xfrm>
            <a:off x="1532200" y="146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86" name="Google Shape;1386;p21"/>
          <p:cNvSpPr/>
          <p:nvPr/>
        </p:nvSpPr>
        <p:spPr>
          <a:xfrm>
            <a:off x="1807200" y="1250000"/>
            <a:ext cx="2100000" cy="720000"/>
          </a:xfrm>
          <a:prstGeom prst="roundRect">
            <a:avLst>
              <a:gd fmla="val 8000" name="adj"/>
            </a:avLst>
          </a:prstGeom>
          <a:solidFill>
            <a:srgbClr val="FFF3EE"/>
          </a:solidFill>
          <a:ln cap="flat" cmpd="sng" w="28000">
            <a:solidFill>
              <a:srgbClr val="EE5A29"/>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387" name="Google Shape;1387;p21"/>
          <p:cNvSpPr/>
          <p:nvPr/>
        </p:nvSpPr>
        <p:spPr>
          <a:xfrm>
            <a:off x="1867200" y="1390000"/>
            <a:ext cx="1980000" cy="30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EE5A29"/>
                </a:solidFill>
                <a:latin typeface="Plus Jakarta Sans"/>
                <a:ea typeface="Plus Jakarta Sans"/>
                <a:cs typeface="Plus Jakarta Sans"/>
                <a:sym typeface="Plus Jakarta Sans"/>
              </a:rPr>
              <a:t>AGENT STUDIO GUARDRAILS</a:t>
            </a:r>
            <a:endParaRPr b="0" i="0" sz="1400" u="none" cap="none" strike="noStrike">
              <a:solidFill>
                <a:srgbClr val="000000"/>
              </a:solidFill>
              <a:latin typeface="Arial"/>
              <a:ea typeface="Arial"/>
              <a:cs typeface="Arial"/>
              <a:sym typeface="Arial"/>
            </a:endParaRPr>
          </a:p>
        </p:txBody>
      </p:sp>
      <p:sp>
        <p:nvSpPr>
          <p:cNvPr id="1388" name="Google Shape;1388;p21"/>
          <p:cNvSpPr/>
          <p:nvPr/>
        </p:nvSpPr>
        <p:spPr>
          <a:xfrm>
            <a:off x="1867200" y="1760000"/>
            <a:ext cx="1980000" cy="15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900"/>
              <a:buFont typeface="Arial"/>
              <a:buNone/>
            </a:pPr>
            <a:r>
              <a:rPr b="0" i="0" lang="en" sz="900" u="none" cap="none" strike="noStrike">
                <a:solidFill>
                  <a:srgbClr val="5A5A72"/>
                </a:solidFill>
                <a:latin typeface="Plus Jakarta Sans"/>
                <a:ea typeface="Plus Jakarta Sans"/>
                <a:cs typeface="Plus Jakarta Sans"/>
                <a:sym typeface="Plus Jakarta Sans"/>
              </a:rPr>
              <a:t>T1 → T2 → T3</a:t>
            </a:r>
            <a:endParaRPr b="0" i="0" sz="1400" u="none" cap="none" strike="noStrike">
              <a:solidFill>
                <a:srgbClr val="000000"/>
              </a:solidFill>
              <a:latin typeface="Arial"/>
              <a:ea typeface="Arial"/>
              <a:cs typeface="Arial"/>
              <a:sym typeface="Arial"/>
            </a:endParaRPr>
          </a:p>
        </p:txBody>
      </p:sp>
      <p:sp>
        <p:nvSpPr>
          <p:cNvPr id="1389" name="Google Shape;1389;p21"/>
          <p:cNvSpPr/>
          <p:nvPr/>
        </p:nvSpPr>
        <p:spPr>
          <a:xfrm>
            <a:off x="3882200" y="146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90" name="Google Shape;1390;p21"/>
          <p:cNvSpPr/>
          <p:nvPr/>
        </p:nvSpPr>
        <p:spPr>
          <a:xfrm>
            <a:off x="4157200" y="1250000"/>
            <a:ext cx="1300000" cy="720000"/>
          </a:xfrm>
          <a:prstGeom prst="roundRect">
            <a:avLst>
              <a:gd fmla="val 8000" name="adj"/>
            </a:avLst>
          </a:prstGeom>
          <a:solidFill>
            <a:srgbClr val="FFFFFF"/>
          </a:solidFill>
          <a:ln cap="flat" cmpd="sng" w="12700">
            <a:solidFill>
              <a:srgbClr val="E2E2EC"/>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i="0" lang="en" sz="950" u="none" cap="none" strike="noStrike">
                <a:solidFill>
                  <a:srgbClr val="15154A"/>
                </a:solidFill>
                <a:latin typeface="Plus Jakarta Sans"/>
                <a:ea typeface="Plus Jakarta Sans"/>
                <a:cs typeface="Plus Jakarta Sans"/>
                <a:sym typeface="Plus Jakarta Sans"/>
              </a:rPr>
              <a:t>Agent Workflow · LLM</a:t>
            </a:r>
            <a:endParaRPr i="0" sz="1400" u="none" cap="none" strike="noStrike">
              <a:solidFill>
                <a:srgbClr val="000000"/>
              </a:solidFill>
              <a:latin typeface="Plus Jakarta Sans"/>
              <a:ea typeface="Plus Jakarta Sans"/>
              <a:cs typeface="Plus Jakarta Sans"/>
              <a:sym typeface="Plus Jakarta Sans"/>
            </a:endParaRPr>
          </a:p>
        </p:txBody>
      </p:sp>
      <p:sp>
        <p:nvSpPr>
          <p:cNvPr id="1391" name="Google Shape;1391;p21"/>
          <p:cNvSpPr/>
          <p:nvPr/>
        </p:nvSpPr>
        <p:spPr>
          <a:xfrm>
            <a:off x="5432200" y="146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92" name="Google Shape;1392;p21"/>
          <p:cNvSpPr/>
          <p:nvPr/>
        </p:nvSpPr>
        <p:spPr>
          <a:xfrm>
            <a:off x="5707200" y="1250000"/>
            <a:ext cx="1250000" cy="720000"/>
          </a:xfrm>
          <a:prstGeom prst="roundRect">
            <a:avLst>
              <a:gd fmla="val 8000" name="adj"/>
            </a:avLst>
          </a:prstGeom>
          <a:solidFill>
            <a:srgbClr val="FFFFFF"/>
          </a:solidFill>
          <a:ln cap="flat" cmpd="sng" w="12700">
            <a:solidFill>
              <a:srgbClr val="E2E2EC"/>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i="0" lang="en" sz="950" u="none" cap="none" strike="noStrike">
                <a:solidFill>
                  <a:srgbClr val="15154A"/>
                </a:solidFill>
                <a:latin typeface="Plus Jakarta Sans"/>
                <a:ea typeface="Plus Jakarta Sans"/>
                <a:cs typeface="Plus Jakarta Sans"/>
                <a:sym typeface="Plus Jakarta Sans"/>
              </a:rPr>
              <a:t>Output Validation</a:t>
            </a:r>
            <a:endParaRPr i="0" sz="1400" u="none" cap="none" strike="noStrike">
              <a:solidFill>
                <a:srgbClr val="000000"/>
              </a:solidFill>
              <a:latin typeface="Plus Jakarta Sans"/>
              <a:ea typeface="Plus Jakarta Sans"/>
              <a:cs typeface="Plus Jakarta Sans"/>
              <a:sym typeface="Plus Jakarta Sans"/>
            </a:endParaRPr>
          </a:p>
        </p:txBody>
      </p:sp>
      <p:sp>
        <p:nvSpPr>
          <p:cNvPr id="1393" name="Google Shape;1393;p21"/>
          <p:cNvSpPr/>
          <p:nvPr/>
        </p:nvSpPr>
        <p:spPr>
          <a:xfrm>
            <a:off x="6932200" y="146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2000"/>
              <a:buFont typeface="Arial"/>
              <a:buNone/>
            </a:pPr>
            <a:r>
              <a:rPr b="1" i="0" lang="en" sz="20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394" name="Google Shape;1394;p21"/>
          <p:cNvSpPr/>
          <p:nvPr/>
        </p:nvSpPr>
        <p:spPr>
          <a:xfrm>
            <a:off x="7207200" y="1250000"/>
            <a:ext cx="830000" cy="720000"/>
          </a:xfrm>
          <a:prstGeom prst="roundRect">
            <a:avLst>
              <a:gd fmla="val 8000" name="adj"/>
            </a:avLst>
          </a:prstGeom>
          <a:solidFill>
            <a:srgbClr val="FFFFFF"/>
          </a:solidFill>
          <a:ln cap="flat" cmpd="sng" w="12700">
            <a:solidFill>
              <a:srgbClr val="E2E2EC"/>
            </a:solidFill>
            <a:prstDash val="solid"/>
            <a:round/>
            <a:headEnd len="sm" w="sm" type="none"/>
            <a:tailEnd len="sm" w="sm" type="none"/>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950"/>
              <a:buFont typeface="Arial"/>
              <a:buNone/>
            </a:pPr>
            <a:r>
              <a:rPr i="0" lang="en" sz="950" u="none" cap="none" strike="noStrike">
                <a:solidFill>
                  <a:srgbClr val="15154A"/>
                </a:solidFill>
                <a:latin typeface="Plus Jakarta Sans"/>
                <a:ea typeface="Plus Jakarta Sans"/>
                <a:cs typeface="Plus Jakarta Sans"/>
                <a:sym typeface="Plus Jakarta Sans"/>
              </a:rPr>
              <a:t>User</a:t>
            </a:r>
            <a:endParaRPr i="0" sz="1400" u="none" cap="none" strike="noStrike">
              <a:solidFill>
                <a:srgbClr val="000000"/>
              </a:solidFill>
              <a:latin typeface="Plus Jakarta Sans"/>
              <a:ea typeface="Plus Jakarta Sans"/>
              <a:cs typeface="Plus Jakarta Sans"/>
              <a:sym typeface="Plus Jakarta Sans"/>
            </a:endParaRPr>
          </a:p>
        </p:txBody>
      </p:sp>
      <p:sp>
        <p:nvSpPr>
          <p:cNvPr id="1395" name="Google Shape;1395;p21"/>
          <p:cNvSpPr/>
          <p:nvPr/>
        </p:nvSpPr>
        <p:spPr>
          <a:xfrm>
            <a:off x="457200" y="2250000"/>
            <a:ext cx="2440000" cy="1550000"/>
          </a:xfrm>
          <a:prstGeom prst="roundRect">
            <a:avLst>
              <a:gd fmla="val 45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6" name="Google Shape;1396;p21"/>
          <p:cNvSpPr/>
          <p:nvPr/>
        </p:nvSpPr>
        <p:spPr>
          <a:xfrm>
            <a:off x="457203" y="2250006"/>
            <a:ext cx="2440000" cy="45600"/>
          </a:xfrm>
          <a:prstGeom prst="rect">
            <a:avLst/>
          </a:prstGeom>
          <a:solidFill>
            <a:srgbClr val="1E84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7" name="Google Shape;1397;p21"/>
          <p:cNvSpPr/>
          <p:nvPr/>
        </p:nvSpPr>
        <p:spPr>
          <a:xfrm>
            <a:off x="617200" y="2400000"/>
            <a:ext cx="170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Medium"/>
                <a:ea typeface="Plus Jakarta Sans Medium"/>
                <a:cs typeface="Plus Jakarta Sans Medium"/>
                <a:sym typeface="Plus Jakarta Sans Medium"/>
              </a:rPr>
              <a:t>T1 · Deterministic Rules</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398" name="Google Shape;1398;p21"/>
          <p:cNvSpPr/>
          <p:nvPr/>
        </p:nvSpPr>
        <p:spPr>
          <a:xfrm>
            <a:off x="2257200" y="2415000"/>
            <a:ext cx="540000" cy="260000"/>
          </a:xfrm>
          <a:prstGeom prst="roundRect">
            <a:avLst>
              <a:gd fmla="val 50000" name="adj"/>
            </a:avLst>
          </a:prstGeom>
          <a:solidFill>
            <a:srgbClr val="1E844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i="0" lang="en" sz="850" u="none" cap="none" strike="noStrike">
                <a:solidFill>
                  <a:srgbClr val="FFFFFF"/>
                </a:solidFill>
                <a:latin typeface="Plus Jakarta Sans"/>
                <a:ea typeface="Plus Jakarta Sans"/>
                <a:cs typeface="Plus Jakarta Sans"/>
                <a:sym typeface="Plus Jakarta Sans"/>
              </a:rPr>
              <a:t>~2ms</a:t>
            </a:r>
            <a:endParaRPr i="0" sz="1400" u="none" cap="none" strike="noStrike">
              <a:solidFill>
                <a:srgbClr val="000000"/>
              </a:solidFill>
              <a:latin typeface="Plus Jakarta Sans"/>
              <a:ea typeface="Plus Jakarta Sans"/>
              <a:cs typeface="Plus Jakarta Sans"/>
              <a:sym typeface="Plus Jakarta Sans"/>
            </a:endParaRPr>
          </a:p>
        </p:txBody>
      </p:sp>
      <p:sp>
        <p:nvSpPr>
          <p:cNvPr id="1399" name="Google Shape;1399;p21"/>
          <p:cNvSpPr/>
          <p:nvPr/>
        </p:nvSpPr>
        <p:spPr>
          <a:xfrm>
            <a:off x="617200" y="2760000"/>
            <a:ext cx="2120000" cy="70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Regex · keyword lists · PII patterns · domain blocklists — zero model latency.</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400" name="Google Shape;1400;p21"/>
          <p:cNvSpPr/>
          <p:nvPr/>
        </p:nvSpPr>
        <p:spPr>
          <a:xfrm>
            <a:off x="617200" y="3480000"/>
            <a:ext cx="2120000" cy="26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i="0" lang="en" sz="1000" u="none" cap="none" strike="noStrike">
                <a:solidFill>
                  <a:srgbClr val="1E8449"/>
                </a:solidFill>
                <a:latin typeface="Plus Jakarta Sans Medium"/>
                <a:ea typeface="Plus Jakarta Sans Medium"/>
                <a:cs typeface="Plus Jakarta Sans Medium"/>
                <a:sym typeface="Plus Jakarta Sans Medium"/>
              </a:rPr>
              <a:t>~80% of blocks</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01" name="Google Shape;1401;p21"/>
          <p:cNvSpPr/>
          <p:nvPr/>
        </p:nvSpPr>
        <p:spPr>
          <a:xfrm>
            <a:off x="3077200" y="2250000"/>
            <a:ext cx="2440000" cy="1550000"/>
          </a:xfrm>
          <a:prstGeom prst="roundRect">
            <a:avLst>
              <a:gd fmla="val 45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2" name="Google Shape;1402;p21"/>
          <p:cNvSpPr/>
          <p:nvPr/>
        </p:nvSpPr>
        <p:spPr>
          <a:xfrm>
            <a:off x="3077203" y="2250006"/>
            <a:ext cx="2440000" cy="45600"/>
          </a:xfrm>
          <a:prstGeom prst="rect">
            <a:avLst/>
          </a:prstGeom>
          <a:solidFill>
            <a:srgbClr val="B7791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3" name="Google Shape;1403;p21"/>
          <p:cNvSpPr/>
          <p:nvPr/>
        </p:nvSpPr>
        <p:spPr>
          <a:xfrm>
            <a:off x="3237200" y="2400000"/>
            <a:ext cx="170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Medium"/>
                <a:ea typeface="Plus Jakarta Sans Medium"/>
                <a:cs typeface="Plus Jakarta Sans Medium"/>
                <a:sym typeface="Plus Jakarta Sans Medium"/>
              </a:rPr>
              <a:t>T2 · Traditional ML</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04" name="Google Shape;1404;p21"/>
          <p:cNvSpPr/>
          <p:nvPr/>
        </p:nvSpPr>
        <p:spPr>
          <a:xfrm>
            <a:off x="4877200" y="2415000"/>
            <a:ext cx="540000" cy="260000"/>
          </a:xfrm>
          <a:prstGeom prst="roundRect">
            <a:avLst>
              <a:gd fmla="val 50000" name="adj"/>
            </a:avLst>
          </a:prstGeom>
          <a:solidFill>
            <a:srgbClr val="B7791F"/>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i="0" lang="en" sz="850" u="none" cap="none" strike="noStrike">
                <a:solidFill>
                  <a:srgbClr val="FFFFFF"/>
                </a:solidFill>
                <a:latin typeface="Plus Jakarta Sans"/>
                <a:ea typeface="Plus Jakarta Sans"/>
                <a:cs typeface="Plus Jakarta Sans"/>
                <a:sym typeface="Plus Jakarta Sans"/>
              </a:rPr>
              <a:t>~35ms</a:t>
            </a:r>
            <a:endParaRPr i="0" sz="1400" u="none" cap="none" strike="noStrike">
              <a:solidFill>
                <a:srgbClr val="000000"/>
              </a:solidFill>
              <a:latin typeface="Plus Jakarta Sans"/>
              <a:ea typeface="Plus Jakarta Sans"/>
              <a:cs typeface="Plus Jakarta Sans"/>
              <a:sym typeface="Plus Jakarta Sans"/>
            </a:endParaRPr>
          </a:p>
        </p:txBody>
      </p:sp>
      <p:sp>
        <p:nvSpPr>
          <p:cNvPr id="1405" name="Google Shape;1405;p21"/>
          <p:cNvSpPr/>
          <p:nvPr/>
        </p:nvSpPr>
        <p:spPr>
          <a:xfrm>
            <a:off x="3237200" y="2760000"/>
            <a:ext cx="2120000" cy="70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Toxicity classifiers · topic-drift detection · sensitive-category scoring — fast SLM inference.</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406" name="Google Shape;1406;p21"/>
          <p:cNvSpPr/>
          <p:nvPr/>
        </p:nvSpPr>
        <p:spPr>
          <a:xfrm>
            <a:off x="3237200" y="3480000"/>
            <a:ext cx="2120000" cy="26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i="0" lang="en" sz="1000" u="none" cap="none" strike="noStrike">
                <a:solidFill>
                  <a:srgbClr val="B7791F"/>
                </a:solidFill>
                <a:latin typeface="Plus Jakarta Sans Medium"/>
                <a:ea typeface="Plus Jakarta Sans Medium"/>
                <a:cs typeface="Plus Jakarta Sans Medium"/>
                <a:sym typeface="Plus Jakarta Sans Medium"/>
              </a:rPr>
              <a:t>~15% of cases</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07" name="Google Shape;1407;p21"/>
          <p:cNvSpPr/>
          <p:nvPr/>
        </p:nvSpPr>
        <p:spPr>
          <a:xfrm>
            <a:off x="5697200" y="2250000"/>
            <a:ext cx="2440000" cy="1550000"/>
          </a:xfrm>
          <a:prstGeom prst="roundRect">
            <a:avLst>
              <a:gd fmla="val 45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8" name="Google Shape;1408;p21"/>
          <p:cNvSpPr/>
          <p:nvPr/>
        </p:nvSpPr>
        <p:spPr>
          <a:xfrm>
            <a:off x="5697203" y="2250006"/>
            <a:ext cx="2440000" cy="45600"/>
          </a:xfrm>
          <a:prstGeom prst="rect">
            <a:avLst/>
          </a:prstGeom>
          <a:solidFill>
            <a:srgbClr val="C23A17"/>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9" name="Google Shape;1409;p21"/>
          <p:cNvSpPr/>
          <p:nvPr/>
        </p:nvSpPr>
        <p:spPr>
          <a:xfrm>
            <a:off x="5857200" y="2400000"/>
            <a:ext cx="1700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Medium"/>
                <a:ea typeface="Plus Jakarta Sans Medium"/>
                <a:cs typeface="Plus Jakarta Sans Medium"/>
                <a:sym typeface="Plus Jakarta Sans Medium"/>
              </a:rPr>
              <a:t>T3 · LLM-as-Judge</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10" name="Google Shape;1410;p21"/>
          <p:cNvSpPr/>
          <p:nvPr/>
        </p:nvSpPr>
        <p:spPr>
          <a:xfrm>
            <a:off x="7397200" y="2415000"/>
            <a:ext cx="639900" cy="260100"/>
          </a:xfrm>
          <a:prstGeom prst="roundRect">
            <a:avLst>
              <a:gd fmla="val 50000" name="adj"/>
            </a:avLst>
          </a:prstGeom>
          <a:solidFill>
            <a:srgbClr val="C23A17"/>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50"/>
              <a:buFont typeface="Arial"/>
              <a:buNone/>
            </a:pPr>
            <a:r>
              <a:rPr i="0" lang="en" sz="850" u="none" cap="none" strike="noStrike">
                <a:solidFill>
                  <a:srgbClr val="FFFFFF"/>
                </a:solidFill>
                <a:latin typeface="Plus Jakarta Sans"/>
                <a:ea typeface="Plus Jakarta Sans"/>
                <a:cs typeface="Plus Jakarta Sans"/>
                <a:sym typeface="Plus Jakarta Sans"/>
              </a:rPr>
              <a:t>smartest</a:t>
            </a:r>
            <a:endParaRPr i="0" sz="1400" u="none" cap="none" strike="noStrike">
              <a:solidFill>
                <a:srgbClr val="000000"/>
              </a:solidFill>
              <a:latin typeface="Plus Jakarta Sans"/>
              <a:ea typeface="Plus Jakarta Sans"/>
              <a:cs typeface="Plus Jakarta Sans"/>
              <a:sym typeface="Plus Jakarta Sans"/>
            </a:endParaRPr>
          </a:p>
        </p:txBody>
      </p:sp>
      <p:sp>
        <p:nvSpPr>
          <p:cNvPr id="1411" name="Google Shape;1411;p21"/>
          <p:cNvSpPr/>
          <p:nvPr/>
        </p:nvSpPr>
        <p:spPr>
          <a:xfrm>
            <a:off x="5857200" y="2760000"/>
            <a:ext cx="2120000" cy="70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Complex policy evaluation · context-aware review — Galileo Luna SLMs, cheaper than third-party judges.</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412" name="Google Shape;1412;p21"/>
          <p:cNvSpPr/>
          <p:nvPr/>
        </p:nvSpPr>
        <p:spPr>
          <a:xfrm>
            <a:off x="5857200" y="3480000"/>
            <a:ext cx="2120000" cy="26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000"/>
              <a:buFont typeface="Arial"/>
              <a:buNone/>
            </a:pPr>
            <a:r>
              <a:rPr i="0" lang="en" sz="1000" u="none" cap="none" strike="noStrike">
                <a:solidFill>
                  <a:srgbClr val="C23A17"/>
                </a:solidFill>
                <a:latin typeface="Plus Jakarta Sans Medium"/>
                <a:ea typeface="Plus Jakarta Sans Medium"/>
                <a:cs typeface="Plus Jakarta Sans Medium"/>
                <a:sym typeface="Plus Jakarta Sans Medium"/>
              </a:rPr>
              <a:t>~5% of cases</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13" name="Google Shape;1413;p21"/>
          <p:cNvSpPr/>
          <p:nvPr/>
        </p:nvSpPr>
        <p:spPr>
          <a:xfrm>
            <a:off x="457200" y="4050000"/>
            <a:ext cx="3750000" cy="720000"/>
          </a:xfrm>
          <a:prstGeom prst="roundRect">
            <a:avLst>
              <a:gd fmla="val 8000" name="adj"/>
            </a:avLst>
          </a:prstGeom>
          <a:solidFill>
            <a:srgbClr val="F6F6FB"/>
          </a:solidFill>
          <a:ln cap="flat" cmpd="sng" w="12700">
            <a:solidFill>
              <a:srgbClr val="E2E2EC"/>
            </a:solidFill>
            <a:prstDash val="solid"/>
            <a:round/>
            <a:headEnd len="sm" w="sm" type="none"/>
            <a:tailEnd len="sm" w="sm" type="none"/>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i="0" lang="en" sz="1050" u="none" cap="none" strike="noStrike">
                <a:solidFill>
                  <a:srgbClr val="15154A"/>
                </a:solidFill>
                <a:latin typeface="Plus Jakarta Sans SemiBold"/>
                <a:ea typeface="Plus Jakarta Sans SemiBold"/>
                <a:cs typeface="Plus Jakarta Sans SemiBold"/>
                <a:sym typeface="Plus Jakarta Sans SemiBold"/>
              </a:rPr>
              <a:t>TODAY — built-in Agent Studio guardrails</a:t>
            </a:r>
            <a:endParaRPr i="0" sz="1400" u="none" cap="none" strike="noStrike">
              <a:solidFill>
                <a:srgbClr val="000000"/>
              </a:solidFill>
              <a:latin typeface="Plus Jakarta Sans SemiBold"/>
              <a:ea typeface="Plus Jakarta Sans SemiBold"/>
              <a:cs typeface="Plus Jakarta Sans SemiBold"/>
              <a:sym typeface="Plus Jakarta Sans SemiBold"/>
            </a:endParaRPr>
          </a:p>
          <a:p>
            <a:pPr indent="0" lvl="0" marL="0" marR="0" rtl="0" algn="l">
              <a:lnSpc>
                <a:spcPct val="110000"/>
              </a:lnSpc>
              <a:spcBef>
                <a:spcPts val="200"/>
              </a:spcBef>
              <a:spcAft>
                <a:spcPts val="0"/>
              </a:spcAft>
              <a:buClr>
                <a:srgbClr val="000000"/>
              </a:buClr>
              <a:buSzPts val="900"/>
              <a:buFont typeface="Arial"/>
              <a:buNone/>
            </a:pPr>
            <a:r>
              <a:rPr b="0" i="0" lang="en" sz="900" u="none" cap="none" strike="noStrike">
                <a:solidFill>
                  <a:srgbClr val="5A5A72"/>
                </a:solidFill>
                <a:latin typeface="Plus Jakarta Sans"/>
                <a:ea typeface="Plus Jakarta Sans"/>
                <a:cs typeface="Plus Jakarta Sans"/>
                <a:sym typeface="Plus Jakarta Sans"/>
              </a:rPr>
              <a:t>Content filters · LLM judges · custom guardrails — hosted centrally, applied to every workflow.</a:t>
            </a:r>
            <a:endParaRPr b="0" i="0" sz="1400" u="none" cap="none" strike="noStrike">
              <a:solidFill>
                <a:srgbClr val="000000"/>
              </a:solidFill>
              <a:latin typeface="Arial"/>
              <a:ea typeface="Arial"/>
              <a:cs typeface="Arial"/>
              <a:sym typeface="Arial"/>
            </a:endParaRPr>
          </a:p>
        </p:txBody>
      </p:sp>
      <p:sp>
        <p:nvSpPr>
          <p:cNvPr id="1414" name="Google Shape;1414;p21"/>
          <p:cNvSpPr/>
          <p:nvPr/>
        </p:nvSpPr>
        <p:spPr>
          <a:xfrm>
            <a:off x="4387200" y="4050000"/>
            <a:ext cx="3750000" cy="720000"/>
          </a:xfrm>
          <a:prstGeom prst="roundRect">
            <a:avLst>
              <a:gd fmla="val 8000" name="adj"/>
            </a:avLst>
          </a:prstGeom>
          <a:solidFill>
            <a:srgbClr val="FFF3EE"/>
          </a:solid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1050"/>
              <a:buFont typeface="Arial"/>
              <a:buNone/>
            </a:pPr>
            <a:r>
              <a:rPr i="0" lang="en" sz="1050" u="none" cap="none" strike="noStrike">
                <a:solidFill>
                  <a:srgbClr val="EE5A29"/>
                </a:solidFill>
                <a:latin typeface="Plus Jakarta Sans SemiBold"/>
                <a:ea typeface="Plus Jakarta Sans SemiBold"/>
                <a:cs typeface="Plus Jakarta Sans SemiBold"/>
                <a:sym typeface="Plus Jakarta Sans SemiBold"/>
              </a:rPr>
              <a:t>PARTNER — Galileo Protect</a:t>
            </a:r>
            <a:endParaRPr i="0" sz="1400" u="none" cap="none" strike="noStrike">
              <a:solidFill>
                <a:srgbClr val="000000"/>
              </a:solidFill>
              <a:latin typeface="Plus Jakarta Sans SemiBold"/>
              <a:ea typeface="Plus Jakarta Sans SemiBold"/>
              <a:cs typeface="Plus Jakarta Sans SemiBold"/>
              <a:sym typeface="Plus Jakarta Sans SemiBold"/>
            </a:endParaRPr>
          </a:p>
          <a:p>
            <a:pPr indent="0" lvl="0" marL="0" marR="0" rtl="0" algn="l">
              <a:lnSpc>
                <a:spcPct val="110000"/>
              </a:lnSpc>
              <a:spcBef>
                <a:spcPts val="200"/>
              </a:spcBef>
              <a:spcAft>
                <a:spcPts val="0"/>
              </a:spcAft>
              <a:buClr>
                <a:srgbClr val="000000"/>
              </a:buClr>
              <a:buSzPts val="900"/>
              <a:buFont typeface="Arial"/>
              <a:buNone/>
            </a:pPr>
            <a:r>
              <a:rPr b="0" i="0" lang="en" sz="900" u="none" cap="none" strike="noStrike">
                <a:solidFill>
                  <a:srgbClr val="5A5A72"/>
                </a:solidFill>
                <a:latin typeface="Plus Jakarta Sans"/>
                <a:ea typeface="Plus Jakarta Sans"/>
                <a:cs typeface="Plus Jakarta Sans"/>
                <a:sym typeface="Plus Jakarta Sans"/>
              </a:rPr>
              <a:t>Real-time firewall under 200ms for advanced needs — same policy plane, auditable via SDX.</a:t>
            </a:r>
            <a:endParaRPr b="0" i="0" sz="1400" u="none" cap="none" strike="noStrike">
              <a:solidFill>
                <a:srgbClr val="000000"/>
              </a:solidFill>
              <a:latin typeface="Arial"/>
              <a:ea typeface="Arial"/>
              <a:cs typeface="Arial"/>
              <a:sym typeface="Arial"/>
            </a:endParaRPr>
          </a:p>
        </p:txBody>
      </p:sp>
      <p:sp>
        <p:nvSpPr>
          <p:cNvPr id="1415" name="Google Shape;1415;p21"/>
          <p:cNvSpPr txBox="1"/>
          <p:nvPr>
            <p:ph idx="2" type="subTitle"/>
          </p:nvPr>
        </p:nvSpPr>
        <p:spPr>
          <a:xfrm>
            <a:off x="530350" y="731525"/>
            <a:ext cx="7506900" cy="412500"/>
          </a:xfrm>
          <a:prstGeom prst="rect">
            <a:avLst/>
          </a:prstGeom>
          <a:noFill/>
          <a:ln>
            <a:noFill/>
          </a:ln>
        </p:spPr>
        <p:txBody>
          <a:bodyPr anchorCtr="0" anchor="t" bIns="91425" lIns="91425" spcFirstLastPara="1" rIns="91425" wrap="square" tIns="45700">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Guardrails hosted centrally in Agent Studio — the guardrails every model requires, enforced on each workflow.</a:t>
            </a:r>
            <a:endParaRPr>
              <a:latin typeface="Plus Jakarta Sans Medium"/>
              <a:ea typeface="Plus Jakarta Sans Medium"/>
              <a:cs typeface="Plus Jakarta Sans Medium"/>
              <a:sym typeface="Plus Jakarta Sans Medium"/>
            </a:endParaRPr>
          </a:p>
          <a:p>
            <a:pPr indent="0" lvl="0" marL="0" rtl="0" algn="l">
              <a:lnSpc>
                <a:spcPct val="100000"/>
              </a:lnSpc>
              <a:spcBef>
                <a:spcPts val="0"/>
              </a:spcBef>
              <a:spcAft>
                <a:spcPts val="0"/>
              </a:spcAft>
              <a:buSzPts val="1100"/>
              <a:buNone/>
            </a:pPr>
            <a:r>
              <a:t/>
            </a:r>
            <a:endParaRPr>
              <a:latin typeface="Plus Jakarta Sans Medium"/>
              <a:ea typeface="Plus Jakarta Sans Medium"/>
              <a:cs typeface="Plus Jakarta Sans Medium"/>
              <a:sym typeface="Plus Jakarta Sans Medium"/>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9" name="Shape 1419"/>
        <p:cNvGrpSpPr/>
        <p:nvPr/>
      </p:nvGrpSpPr>
      <p:grpSpPr>
        <a:xfrm>
          <a:off x="0" y="0"/>
          <a:ext cx="0" cy="0"/>
          <a:chOff x="0" y="0"/>
          <a:chExt cx="0" cy="0"/>
        </a:xfrm>
      </p:grpSpPr>
      <p:sp>
        <p:nvSpPr>
          <p:cNvPr id="1420" name="Google Shape;1420;p15"/>
          <p:cNvSpPr txBox="1"/>
          <p:nvPr>
            <p:ph type="title"/>
          </p:nvPr>
        </p:nvSpPr>
        <p:spPr>
          <a:xfrm>
            <a:off x="533400" y="284253"/>
            <a:ext cx="708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Built on the Platform — Two Proven Examples</a:t>
            </a:r>
            <a:endParaRPr sz="2300">
              <a:latin typeface="Plus Jakarta Sans"/>
              <a:ea typeface="Plus Jakarta Sans"/>
              <a:cs typeface="Plus Jakarta Sans"/>
              <a:sym typeface="Plus Jakarta Sans"/>
            </a:endParaRPr>
          </a:p>
        </p:txBody>
      </p:sp>
      <p:sp>
        <p:nvSpPr>
          <p:cNvPr id="1421" name="Google Shape;1421;p15"/>
          <p:cNvSpPr txBox="1"/>
          <p:nvPr>
            <p:ph idx="1" type="body"/>
          </p:nvPr>
        </p:nvSpPr>
        <p:spPr>
          <a:xfrm>
            <a:off x="533400" y="734285"/>
            <a:ext cx="7080000" cy="3804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400"/>
              </a:spcAft>
              <a:buSzPts val="1100"/>
              <a:buNone/>
            </a:pPr>
            <a:r>
              <a:rPr b="0" i="0" lang="en" sz="1100" u="none" cap="none" strike="noStrike">
                <a:solidFill>
                  <a:srgbClr val="4F4FF5"/>
                </a:solidFill>
                <a:latin typeface="Plus Jakarta Sans Medium"/>
                <a:ea typeface="Plus Jakarta Sans Medium"/>
                <a:cs typeface="Plus Jakarta Sans Medium"/>
                <a:sym typeface="Plus Jakarta Sans Medium"/>
              </a:rPr>
              <a:t>From Cloudera accounts beyond DBS — what business teams build once the GenAI platform exists. The platform is the goal.</a:t>
            </a:r>
            <a:endParaRPr>
              <a:latin typeface="Plus Jakarta Sans Medium"/>
              <a:ea typeface="Plus Jakarta Sans Medium"/>
              <a:cs typeface="Plus Jakarta Sans Medium"/>
              <a:sym typeface="Plus Jakarta Sans Medium"/>
            </a:endParaRPr>
          </a:p>
        </p:txBody>
      </p:sp>
      <p:grpSp>
        <p:nvGrpSpPr>
          <p:cNvPr id="1422" name="Google Shape;1422;p15"/>
          <p:cNvGrpSpPr/>
          <p:nvPr/>
        </p:nvGrpSpPr>
        <p:grpSpPr>
          <a:xfrm>
            <a:off x="484630" y="1300000"/>
            <a:ext cx="7680003" cy="2380000"/>
            <a:chOff x="457200" y="1300000"/>
            <a:chExt cx="7680003" cy="2380000"/>
          </a:xfrm>
        </p:grpSpPr>
        <p:sp>
          <p:nvSpPr>
            <p:cNvPr id="1423" name="Google Shape;1423;p15"/>
            <p:cNvSpPr/>
            <p:nvPr/>
          </p:nvSpPr>
          <p:spPr>
            <a:xfrm>
              <a:off x="457200" y="1300000"/>
              <a:ext cx="3750000" cy="2050000"/>
            </a:xfrm>
            <a:prstGeom prst="roundRect">
              <a:avLst>
                <a:gd fmla="val 35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4" name="Google Shape;1424;p15"/>
            <p:cNvSpPr/>
            <p:nvPr/>
          </p:nvSpPr>
          <p:spPr>
            <a:xfrm>
              <a:off x="457203" y="1300006"/>
              <a:ext cx="3750000" cy="456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25" name="Google Shape;1425;p15"/>
            <p:cNvSpPr/>
            <p:nvPr/>
          </p:nvSpPr>
          <p:spPr>
            <a:xfrm>
              <a:off x="657200" y="1470000"/>
              <a:ext cx="3350000" cy="30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i="0" lang="en" sz="1250" u="none" cap="none" strike="noStrike">
                  <a:solidFill>
                    <a:srgbClr val="15154A"/>
                  </a:solidFill>
                  <a:latin typeface="Plus Jakarta Sans Medium"/>
                  <a:ea typeface="Plus Jakarta Sans Medium"/>
                  <a:cs typeface="Plus Jakarta Sans Medium"/>
                  <a:sym typeface="Plus Jakarta Sans Medium"/>
                </a:rPr>
                <a:t>Financial Crime Detection</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26" name="Google Shape;1426;p15"/>
            <p:cNvSpPr/>
            <p:nvPr/>
          </p:nvSpPr>
          <p:spPr>
            <a:xfrm>
              <a:off x="657200" y="1780000"/>
              <a:ext cx="33500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i="0" lang="en" sz="900" u="none" cap="none" strike="noStrike">
                  <a:solidFill>
                    <a:srgbClr val="4F4FF5"/>
                  </a:solidFill>
                  <a:latin typeface="Plus Jakarta Sans Medium"/>
                  <a:ea typeface="Plus Jakarta Sans Medium"/>
                  <a:cs typeface="Plus Jakarta Sans Medium"/>
                  <a:sym typeface="Plus Jakarta Sans Medium"/>
                </a:rPr>
                <a:t>PLATFORM THREAD — data → AI</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27" name="Google Shape;1427;p15"/>
            <p:cNvSpPr/>
            <p:nvPr/>
          </p:nvSpPr>
          <p:spPr>
            <a:xfrm>
              <a:off x="657200" y="2080000"/>
              <a:ext cx="3350000" cy="1150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950"/>
                <a:buFont typeface="Arial"/>
                <a:buNone/>
              </a:pPr>
              <a:r>
                <a:rPr i="0" lang="en" sz="950" u="none" cap="none" strike="noStrike">
                  <a:solidFill>
                    <a:srgbClr val="5A5A72"/>
                  </a:solidFill>
                  <a:latin typeface="Plus Jakarta Sans"/>
                  <a:ea typeface="Plus Jakarta Sans"/>
                  <a:cs typeface="Plus Jakarta Sans"/>
                  <a:sym typeface="Plus Jakarta Sans"/>
                </a:rPr>
                <a:t>Raw transaction data (ISO 20022, SWIFT, LEI) → harmonized in the Lakehouse → Graph Data Science in Workbench → GNN features → AML / fraud agents in Agent Studio. End-to-end on Private AI — no data egress.</a:t>
              </a:r>
              <a:endParaRPr i="0" sz="1400" u="none" cap="none" strike="noStrike">
                <a:solidFill>
                  <a:srgbClr val="000000"/>
                </a:solidFill>
                <a:latin typeface="Plus Jakarta Sans"/>
                <a:ea typeface="Plus Jakarta Sans"/>
                <a:cs typeface="Plus Jakarta Sans"/>
                <a:sym typeface="Plus Jakarta Sans"/>
              </a:endParaRPr>
            </a:p>
          </p:txBody>
        </p:sp>
        <p:sp>
          <p:nvSpPr>
            <p:cNvPr id="1428" name="Google Shape;1428;p15"/>
            <p:cNvSpPr/>
            <p:nvPr/>
          </p:nvSpPr>
          <p:spPr>
            <a:xfrm>
              <a:off x="2182200" y="338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sp>
          <p:nvSpPr>
            <p:cNvPr id="1429" name="Google Shape;1429;p15"/>
            <p:cNvSpPr/>
            <p:nvPr/>
          </p:nvSpPr>
          <p:spPr>
            <a:xfrm>
              <a:off x="4387200" y="1300000"/>
              <a:ext cx="3750000" cy="2050000"/>
            </a:xfrm>
            <a:prstGeom prst="roundRect">
              <a:avLst>
                <a:gd fmla="val 35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0" name="Google Shape;1430;p15"/>
            <p:cNvSpPr/>
            <p:nvPr/>
          </p:nvSpPr>
          <p:spPr>
            <a:xfrm>
              <a:off x="4387203" y="1300006"/>
              <a:ext cx="3750000" cy="456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31" name="Google Shape;1431;p15"/>
            <p:cNvSpPr/>
            <p:nvPr/>
          </p:nvSpPr>
          <p:spPr>
            <a:xfrm>
              <a:off x="4587200" y="1470000"/>
              <a:ext cx="3350000" cy="30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1250"/>
                <a:buFont typeface="Arial"/>
                <a:buNone/>
              </a:pPr>
              <a:r>
                <a:rPr i="0" lang="en" sz="1250" u="none" cap="none" strike="noStrike">
                  <a:solidFill>
                    <a:srgbClr val="15154A"/>
                  </a:solidFill>
                  <a:latin typeface="Plus Jakarta Sans Medium"/>
                  <a:ea typeface="Plus Jakarta Sans Medium"/>
                  <a:cs typeface="Plus Jakarta Sans Medium"/>
                  <a:sym typeface="Plus Jakarta Sans Medium"/>
                </a:rPr>
                <a:t>SoW</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32" name="Google Shape;1432;p15"/>
            <p:cNvSpPr/>
            <p:nvPr/>
          </p:nvSpPr>
          <p:spPr>
            <a:xfrm>
              <a:off x="4587200" y="1780000"/>
              <a:ext cx="3350000" cy="240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900"/>
                <a:buFont typeface="Arial"/>
                <a:buNone/>
              </a:pPr>
              <a:r>
                <a:rPr i="0" lang="en" sz="900" u="none" cap="none" strike="noStrike">
                  <a:solidFill>
                    <a:srgbClr val="EE5A29"/>
                  </a:solidFill>
                  <a:latin typeface="Plus Jakarta Sans Medium"/>
                  <a:ea typeface="Plus Jakarta Sans Medium"/>
                  <a:cs typeface="Plus Jakarta Sans Medium"/>
                  <a:sym typeface="Plus Jakarta Sans Medium"/>
                </a:rPr>
                <a:t>AGENT THREAD — marketplace blocks</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433" name="Google Shape;1433;p15"/>
            <p:cNvSpPr/>
            <p:nvPr/>
          </p:nvSpPr>
          <p:spPr>
            <a:xfrm>
              <a:off x="4587200" y="2080000"/>
              <a:ext cx="3350000" cy="11500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Clr>
                  <a:srgbClr val="000000"/>
                </a:buClr>
                <a:buSzPts val="950"/>
                <a:buFont typeface="Arial"/>
                <a:buNone/>
              </a:pPr>
              <a:r>
                <a:rPr i="0" lang="en" sz="950" u="none" cap="none" strike="noStrike">
                  <a:solidFill>
                    <a:srgbClr val="5A5A72"/>
                  </a:solidFill>
                  <a:latin typeface="Plus Jakarta Sans"/>
                  <a:ea typeface="Plus Jakarta Sans"/>
                  <a:cs typeface="Plus Jakarta Sans"/>
                  <a:sym typeface="Plus Jakarta Sans"/>
                </a:rPr>
                <a:t>AI agents automate Source-of-Wealth reporting for Relationship Manager review — 10 days → under 1 hour. </a:t>
              </a:r>
              <a:endParaRPr i="0" sz="1400" u="none" cap="none" strike="noStrike">
                <a:solidFill>
                  <a:srgbClr val="000000"/>
                </a:solidFill>
                <a:latin typeface="Plus Jakarta Sans"/>
                <a:ea typeface="Plus Jakarta Sans"/>
                <a:cs typeface="Plus Jakarta Sans"/>
                <a:sym typeface="Plus Jakarta Sans"/>
              </a:endParaRPr>
            </a:p>
          </p:txBody>
        </p:sp>
        <p:sp>
          <p:nvSpPr>
            <p:cNvPr id="1434" name="Google Shape;1434;p15"/>
            <p:cNvSpPr/>
            <p:nvPr/>
          </p:nvSpPr>
          <p:spPr>
            <a:xfrm>
              <a:off x="6112200" y="3380000"/>
              <a:ext cx="3000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800"/>
                <a:buFont typeface="Arial"/>
                <a:buNone/>
              </a:pPr>
              <a:r>
                <a:rPr b="1" i="0" lang="en" sz="1800" u="none" cap="none" strike="noStrike">
                  <a:solidFill>
                    <a:srgbClr val="5A5A72"/>
                  </a:solidFill>
                  <a:latin typeface="Plus Jakarta Sans"/>
                  <a:ea typeface="Plus Jakarta Sans"/>
                  <a:cs typeface="Plus Jakarta Sans"/>
                  <a:sym typeface="Plus Jakarta Sans"/>
                </a:rPr>
                <a:t>↓</a:t>
              </a:r>
              <a:endParaRPr b="0" i="0" sz="1400" u="none" cap="none" strike="noStrike">
                <a:solidFill>
                  <a:srgbClr val="000000"/>
                </a:solidFill>
                <a:latin typeface="Arial"/>
                <a:ea typeface="Arial"/>
                <a:cs typeface="Arial"/>
                <a:sym typeface="Arial"/>
              </a:endParaRPr>
            </a:p>
          </p:txBody>
        </p:sp>
      </p:grpSp>
      <p:sp>
        <p:nvSpPr>
          <p:cNvPr id="1435" name="Google Shape;1435;p15"/>
          <p:cNvSpPr/>
          <p:nvPr/>
        </p:nvSpPr>
        <p:spPr>
          <a:xfrm>
            <a:off x="484631" y="3720000"/>
            <a:ext cx="7680000" cy="720000"/>
          </a:xfrm>
          <a:prstGeom prst="roundRect">
            <a:avLst>
              <a:gd fmla="val 10000" name="adj"/>
            </a:avLst>
          </a:prstGeom>
          <a:solidFill>
            <a:srgbClr val="15154A"/>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i="0" lang="en" sz="1100" u="none" cap="none" strike="noStrike">
                <a:solidFill>
                  <a:srgbClr val="FFFFFF"/>
                </a:solidFill>
                <a:latin typeface="Plus Jakarta Sans"/>
                <a:ea typeface="Plus Jakarta Sans"/>
                <a:cs typeface="Plus Jakarta Sans"/>
                <a:sym typeface="Plus Jakarta Sans"/>
              </a:rPr>
              <a:t>THE GENAI PLATFORM</a:t>
            </a:r>
            <a:r>
              <a:rPr b="0" i="0" lang="en" sz="1000" u="none" cap="none" strike="noStrike">
                <a:solidFill>
                  <a:srgbClr val="C9C9E8"/>
                </a:solidFill>
                <a:latin typeface="Plus Jakarta Sans"/>
                <a:ea typeface="Plus Jakarta Sans"/>
                <a:cs typeface="Plus Jakarta Sans"/>
                <a:sym typeface="Plus Jakarta Sans"/>
              </a:rPr>
              <a:t>    Open Lakehouse  ·  AI Inference (CAII)  ·  Agent Studio  ·  SDX Governance</a:t>
            </a:r>
            <a:endParaRPr b="0" i="0" sz="1400" u="none" cap="none" strike="noStrike">
              <a:solidFill>
                <a:srgbClr val="000000"/>
              </a:solidFill>
              <a:latin typeface="Arial"/>
              <a:ea typeface="Arial"/>
              <a:cs typeface="Arial"/>
              <a:sym typeface="Arial"/>
            </a:endParaRPr>
          </a:p>
        </p:txBody>
      </p:sp>
      <p:sp>
        <p:nvSpPr>
          <p:cNvPr id="1436" name="Google Shape;1436;p15"/>
          <p:cNvSpPr/>
          <p:nvPr/>
        </p:nvSpPr>
        <p:spPr>
          <a:xfrm>
            <a:off x="484631" y="4520000"/>
            <a:ext cx="7680000" cy="24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150"/>
              <a:buFont typeface="Arial"/>
              <a:buNone/>
            </a:pPr>
            <a:r>
              <a:rPr i="0" lang="en" sz="1150" u="none" cap="none" strike="noStrike">
                <a:solidFill>
                  <a:srgbClr val="15154A"/>
                </a:solidFill>
                <a:latin typeface="Plus Jakarta Sans SemiBold"/>
                <a:ea typeface="Plus Jakarta Sans SemiBold"/>
                <a:cs typeface="Plus Jakarta Sans SemiBold"/>
                <a:sym typeface="Plus Jakarta Sans SemiBold"/>
              </a:rPr>
              <a:t>Both shipped fast because the platform existed — the hardest 20% wasn't in the box </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1" name="Shape 1441"/>
        <p:cNvGrpSpPr/>
        <p:nvPr/>
      </p:nvGrpSpPr>
      <p:grpSpPr>
        <a:xfrm>
          <a:off x="0" y="0"/>
          <a:ext cx="0" cy="0"/>
          <a:chOff x="0" y="0"/>
          <a:chExt cx="0" cy="0"/>
        </a:xfrm>
      </p:grpSpPr>
      <p:sp>
        <p:nvSpPr>
          <p:cNvPr id="1442" name="Google Shape;1442;g3f9b3f86724_0_953"/>
          <p:cNvSpPr txBox="1"/>
          <p:nvPr>
            <p:ph type="title"/>
          </p:nvPr>
        </p:nvSpPr>
        <p:spPr>
          <a:xfrm>
            <a:off x="0" y="1809750"/>
            <a:ext cx="9144000" cy="857400"/>
          </a:xfrm>
          <a:prstGeom prst="rect">
            <a:avLst/>
          </a:prstGeom>
          <a:noFill/>
          <a:ln>
            <a:noFill/>
          </a:ln>
        </p:spPr>
        <p:txBody>
          <a:bodyPr anchorCtr="0" anchor="t" bIns="45700" lIns="91425" spcFirstLastPara="1" rIns="91425" wrap="square" tIns="45700">
            <a:normAutofit/>
          </a:bodyPr>
          <a:lstStyle/>
          <a:p>
            <a:pPr indent="0" lvl="0" marL="0" rtl="0" algn="ctr">
              <a:lnSpc>
                <a:spcPct val="100000"/>
              </a:lnSpc>
              <a:spcBef>
                <a:spcPts val="0"/>
              </a:spcBef>
              <a:spcAft>
                <a:spcPts val="0"/>
              </a:spcAft>
              <a:buSzPts val="3300"/>
              <a:buNone/>
            </a:pPr>
            <a:r>
              <a:rPr lang="en">
                <a:latin typeface="Plus Jakarta Sans"/>
                <a:ea typeface="Plus Jakarta Sans"/>
                <a:cs typeface="Plus Jakarta Sans"/>
                <a:sym typeface="Plus Jakarta Sans"/>
              </a:rPr>
              <a:t>Co-build with Applied AI</a:t>
            </a:r>
            <a:endParaRPr>
              <a:latin typeface="Plus Jakarta Sans"/>
              <a:ea typeface="Plus Jakarta Sans"/>
              <a:cs typeface="Plus Jakarta Sans"/>
              <a:sym typeface="Plus Jakarta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6" name="Shape 1446"/>
        <p:cNvGrpSpPr/>
        <p:nvPr/>
      </p:nvGrpSpPr>
      <p:grpSpPr>
        <a:xfrm>
          <a:off x="0" y="0"/>
          <a:ext cx="0" cy="0"/>
          <a:chOff x="0" y="0"/>
          <a:chExt cx="0" cy="0"/>
        </a:xfrm>
      </p:grpSpPr>
      <p:sp>
        <p:nvSpPr>
          <p:cNvPr id="1447" name="Google Shape;1447;g3f723343625_0_364"/>
          <p:cNvSpPr txBox="1"/>
          <p:nvPr/>
        </p:nvSpPr>
        <p:spPr>
          <a:xfrm>
            <a:off x="530352" y="1264925"/>
            <a:ext cx="4651500" cy="3262200"/>
          </a:xfrm>
          <a:prstGeom prst="rect">
            <a:avLst/>
          </a:prstGeom>
          <a:noFill/>
          <a:ln>
            <a:noFill/>
          </a:ln>
        </p:spPr>
        <p:txBody>
          <a:bodyPr anchorCtr="0" anchor="t" bIns="45675" lIns="91425" spcFirstLastPara="1" rIns="91425" wrap="square" tIns="45675">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chemeClr val="accent1"/>
                </a:solidFill>
                <a:latin typeface="Plus Jakarta Sans"/>
                <a:ea typeface="Plus Jakarta Sans"/>
                <a:cs typeface="Plus Jakarta Sans"/>
                <a:sym typeface="Plus Jakarta Sans"/>
              </a:rPr>
              <a:t>Bring all your data into one platform</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120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Databases, documents, images, logs, and comms in one place</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Solves the "where is my data?" problem</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1" i="0" lang="en" sz="1400" u="none" cap="none" strike="noStrike">
                <a:solidFill>
                  <a:schemeClr val="accent1"/>
                </a:solidFill>
                <a:latin typeface="Plus Jakarta Sans"/>
                <a:ea typeface="Plus Jakarta Sans"/>
                <a:cs typeface="Plus Jakarta Sans"/>
                <a:sym typeface="Plus Jakarta Sans"/>
              </a:rPr>
              <a:t>Knowledge Silos: the real challenge</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120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Data together ≠ Knowledge connected</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Missing semantic relationships and context</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Team still can't discover cross-domain insights</a:t>
            </a:r>
            <a:endParaRPr b="0" i="0" sz="1400" u="none" cap="none" strike="noStrike">
              <a:solidFill>
                <a:srgbClr val="000000"/>
              </a:solidFill>
              <a:latin typeface="Arial"/>
              <a:ea typeface="Arial"/>
              <a:cs typeface="Arial"/>
              <a:sym typeface="Arial"/>
            </a:endParaRPr>
          </a:p>
          <a:p>
            <a:pPr indent="0" lvl="0" marL="0" marR="0" rtl="0" algn="l">
              <a:lnSpc>
                <a:spcPct val="115000"/>
              </a:lnSpc>
              <a:spcBef>
                <a:spcPts val="1200"/>
              </a:spcBef>
              <a:spcAft>
                <a:spcPts val="0"/>
              </a:spcAft>
              <a:buClr>
                <a:srgbClr val="000000"/>
              </a:buClr>
              <a:buSzPts val="1400"/>
              <a:buFont typeface="Arial"/>
              <a:buNone/>
            </a:pPr>
            <a:r>
              <a:rPr b="1" i="0" lang="en" sz="1400" u="none" cap="none" strike="noStrike">
                <a:solidFill>
                  <a:schemeClr val="accent5"/>
                </a:solidFill>
                <a:latin typeface="Plus Jakarta Sans"/>
                <a:ea typeface="Plus Jakarta Sans"/>
                <a:cs typeface="Plus Jakarta Sans"/>
                <a:sym typeface="Plus Jakarta Sans"/>
              </a:rPr>
              <a:t>The Knowledge Graph</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120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Entities + Relationships + Semantic Context = Connected Knowledge</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Turns a data lake into an intelligent knowledge network</a:t>
            </a:r>
            <a:endParaRPr b="0" i="0" sz="1400" u="none" cap="none" strike="noStrike">
              <a:solidFill>
                <a:srgbClr val="000000"/>
              </a:solidFill>
              <a:latin typeface="Arial"/>
              <a:ea typeface="Arial"/>
              <a:cs typeface="Arial"/>
              <a:sym typeface="Arial"/>
            </a:endParaRPr>
          </a:p>
          <a:p>
            <a:pPr indent="-290513" lvl="0" marL="457200" marR="0" rtl="0" algn="l">
              <a:lnSpc>
                <a:spcPct val="115000"/>
              </a:lnSpc>
              <a:spcBef>
                <a:spcPts val="0"/>
              </a:spcBef>
              <a:spcAft>
                <a:spcPts val="0"/>
              </a:spcAft>
              <a:buClr>
                <a:srgbClr val="000000"/>
              </a:buClr>
              <a:buSzPts val="1300"/>
              <a:buFont typeface="Plus Jakarta Sans"/>
              <a:buChar char="●"/>
            </a:pPr>
            <a:r>
              <a:rPr b="0" i="0" lang="en" sz="975" u="none" cap="none" strike="noStrike">
                <a:solidFill>
                  <a:srgbClr val="000000"/>
                </a:solidFill>
                <a:latin typeface="Plus Jakarta Sans"/>
                <a:ea typeface="Plus Jakarta Sans"/>
                <a:cs typeface="Plus Jakarta Sans"/>
                <a:sym typeface="Plus Jakarta Sans"/>
              </a:rPr>
              <a:t>Becomes the context layer that makes AI smarter and grounded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975"/>
              <a:buFont typeface="Arial"/>
              <a:buNone/>
            </a:pPr>
            <a:r>
              <a:t/>
            </a:r>
            <a:endParaRPr b="0" i="0" sz="975" u="none" cap="none" strike="noStrike">
              <a:solidFill>
                <a:srgbClr val="000000"/>
              </a:solidFill>
              <a:latin typeface="Plus Jakarta Sans"/>
              <a:ea typeface="Plus Jakarta Sans"/>
              <a:cs typeface="Plus Jakarta Sans"/>
              <a:sym typeface="Plus Jakarta Sans"/>
            </a:endParaRPr>
          </a:p>
          <a:p>
            <a:pPr indent="0" lvl="0" marL="0" marR="0" rtl="0" algn="l">
              <a:lnSpc>
                <a:spcPct val="100000"/>
              </a:lnSpc>
              <a:spcBef>
                <a:spcPts val="0"/>
              </a:spcBef>
              <a:spcAft>
                <a:spcPts val="375"/>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448" name="Google Shape;1448;g3f723343625_0_364"/>
          <p:cNvSpPr txBox="1"/>
          <p:nvPr>
            <p:ph type="title"/>
          </p:nvPr>
        </p:nvSpPr>
        <p:spPr>
          <a:xfrm>
            <a:off x="530350" y="292598"/>
            <a:ext cx="7620000" cy="440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000"/>
              <a:buNone/>
            </a:pPr>
            <a:r>
              <a:rPr lang="en" sz="2300">
                <a:latin typeface="Plus Jakarta Sans"/>
                <a:ea typeface="Plus Jakarta Sans"/>
                <a:cs typeface="Plus Jakarta Sans"/>
                <a:sym typeface="Plus Jakarta Sans"/>
              </a:rPr>
              <a:t>Data together is not knowledge connected</a:t>
            </a:r>
            <a:endParaRPr sz="2300">
              <a:latin typeface="Plus Jakarta Sans"/>
              <a:ea typeface="Plus Jakarta Sans"/>
              <a:cs typeface="Plus Jakarta Sans"/>
              <a:sym typeface="Plus Jakarta Sans"/>
            </a:endParaRPr>
          </a:p>
          <a:p>
            <a:pPr indent="0" lvl="0" marL="0" rtl="0" algn="l">
              <a:lnSpc>
                <a:spcPct val="100000"/>
              </a:lnSpc>
              <a:spcBef>
                <a:spcPts val="0"/>
              </a:spcBef>
              <a:spcAft>
                <a:spcPts val="0"/>
              </a:spcAft>
              <a:buSzPts val="2000"/>
              <a:buNone/>
            </a:pPr>
            <a:r>
              <a:t/>
            </a:r>
            <a:endParaRPr sz="2300"/>
          </a:p>
        </p:txBody>
      </p:sp>
      <p:sp>
        <p:nvSpPr>
          <p:cNvPr id="1449" name="Google Shape;1449;g3f723343625_0_364"/>
          <p:cNvSpPr txBox="1"/>
          <p:nvPr>
            <p:ph idx="3" type="subTitle"/>
          </p:nvPr>
        </p:nvSpPr>
        <p:spPr>
          <a:xfrm>
            <a:off x="530352" y="731520"/>
            <a:ext cx="4707600" cy="3804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latin typeface="Plus Jakarta Sans Medium"/>
                <a:ea typeface="Plus Jakarta Sans Medium"/>
                <a:cs typeface="Plus Jakarta Sans Medium"/>
                <a:sym typeface="Plus Jakarta Sans Medium"/>
              </a:rPr>
              <a:t>The platform holds the data — connecting it into knowledge is the co-build.</a:t>
            </a:r>
            <a:endParaRPr>
              <a:latin typeface="Plus Jakarta Sans Medium"/>
              <a:ea typeface="Plus Jakarta Sans Medium"/>
              <a:cs typeface="Plus Jakarta Sans Medium"/>
              <a:sym typeface="Plus Jakarta Sans Medium"/>
            </a:endParaRPr>
          </a:p>
          <a:p>
            <a:pPr indent="0" lvl="0" marL="0" rtl="0" algn="l">
              <a:lnSpc>
                <a:spcPct val="100000"/>
              </a:lnSpc>
              <a:spcBef>
                <a:spcPts val="0"/>
              </a:spcBef>
              <a:spcAft>
                <a:spcPts val="0"/>
              </a:spcAft>
              <a:buSzPts val="1100"/>
              <a:buNone/>
            </a:pPr>
            <a:r>
              <a:t/>
            </a:r>
            <a:endParaRPr/>
          </a:p>
        </p:txBody>
      </p:sp>
      <p:grpSp>
        <p:nvGrpSpPr>
          <p:cNvPr id="1450" name="Google Shape;1450;g3f723343625_0_364"/>
          <p:cNvGrpSpPr/>
          <p:nvPr/>
        </p:nvGrpSpPr>
        <p:grpSpPr>
          <a:xfrm>
            <a:off x="5237948" y="837120"/>
            <a:ext cx="3600000" cy="3690000"/>
            <a:chOff x="5227148" y="732920"/>
            <a:chExt cx="3600000" cy="3690000"/>
          </a:xfrm>
        </p:grpSpPr>
        <p:sp>
          <p:nvSpPr>
            <p:cNvPr id="1451" name="Google Shape;1451;g3f723343625_0_364"/>
            <p:cNvSpPr/>
            <p:nvPr/>
          </p:nvSpPr>
          <p:spPr>
            <a:xfrm>
              <a:off x="5227148" y="732920"/>
              <a:ext cx="3600000" cy="3690000"/>
            </a:xfrm>
            <a:prstGeom prst="roundRect">
              <a:avLst>
                <a:gd fmla="val 4558" name="adj"/>
              </a:avLst>
            </a:prstGeom>
            <a:solidFill>
              <a:srgbClr val="EBF1F4"/>
            </a:solidFill>
            <a:ln>
              <a:noFill/>
            </a:ln>
          </p:spPr>
          <p:txBody>
            <a:bodyPr anchorCtr="0" anchor="ctr" bIns="122400" lIns="122400" spcFirstLastPara="1" rIns="122400" wrap="square" tIns="122400">
              <a:noAutofit/>
            </a:bodyPr>
            <a:lstStyle/>
            <a:p>
              <a:pPr indent="0" lvl="0" marL="0" marR="0" rtl="0" algn="ctr">
                <a:lnSpc>
                  <a:spcPct val="100000"/>
                </a:lnSpc>
                <a:spcBef>
                  <a:spcPts val="0"/>
                </a:spcBef>
                <a:spcAft>
                  <a:spcPts val="0"/>
                </a:spcAft>
                <a:buClr>
                  <a:srgbClr val="000000"/>
                </a:buClr>
                <a:buSzPts val="1875"/>
                <a:buFont typeface="Arial"/>
                <a:buNone/>
              </a:pPr>
              <a:r>
                <a:t/>
              </a:r>
              <a:endParaRPr b="0" i="0" sz="1875" u="none" cap="none" strike="noStrike">
                <a:solidFill>
                  <a:srgbClr val="000000"/>
                </a:solidFill>
                <a:latin typeface="Plus Jakarta Sans"/>
                <a:ea typeface="Plus Jakarta Sans"/>
                <a:cs typeface="Plus Jakarta Sans"/>
                <a:sym typeface="Plus Jakarta Sans"/>
              </a:endParaRPr>
            </a:p>
          </p:txBody>
        </p:sp>
        <p:sp>
          <p:nvSpPr>
            <p:cNvPr id="1452" name="Google Shape;1452;g3f723343625_0_364"/>
            <p:cNvSpPr txBox="1"/>
            <p:nvPr/>
          </p:nvSpPr>
          <p:spPr>
            <a:xfrm>
              <a:off x="5881298" y="851860"/>
              <a:ext cx="2291700" cy="261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425"/>
                <a:buFont typeface="Arial"/>
                <a:buNone/>
              </a:pPr>
              <a:r>
                <a:rPr b="1" i="0" lang="en" sz="1425" u="none" cap="none" strike="noStrike">
                  <a:solidFill>
                    <a:schemeClr val="accent3"/>
                  </a:solidFill>
                  <a:latin typeface="Plus Jakarta Sans"/>
                  <a:ea typeface="Plus Jakarta Sans"/>
                  <a:cs typeface="Plus Jakarta Sans"/>
                  <a:sym typeface="Plus Jakarta Sans"/>
                </a:rPr>
                <a:t>AI Context layer</a:t>
              </a:r>
              <a:endParaRPr b="1" i="0" sz="1425" u="none" cap="none" strike="noStrike">
                <a:solidFill>
                  <a:schemeClr val="accent3"/>
                </a:solidFill>
                <a:latin typeface="Plus Jakarta Sans"/>
                <a:ea typeface="Plus Jakarta Sans"/>
                <a:cs typeface="Plus Jakarta Sans"/>
                <a:sym typeface="Plus Jakarta Sans"/>
              </a:endParaRPr>
            </a:p>
          </p:txBody>
        </p:sp>
        <p:sp>
          <p:nvSpPr>
            <p:cNvPr id="1453" name="Google Shape;1453;g3f723343625_0_364"/>
            <p:cNvSpPr/>
            <p:nvPr/>
          </p:nvSpPr>
          <p:spPr>
            <a:xfrm>
              <a:off x="5856458" y="1558085"/>
              <a:ext cx="557700" cy="5556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Real World Data</a:t>
              </a:r>
              <a:endParaRPr b="1" i="0" sz="675" u="none" cap="none" strike="noStrike">
                <a:solidFill>
                  <a:srgbClr val="FFFFFF"/>
                </a:solidFill>
                <a:latin typeface="Plus Jakarta Sans"/>
                <a:ea typeface="Plus Jakarta Sans"/>
                <a:cs typeface="Plus Jakarta Sans"/>
                <a:sym typeface="Plus Jakarta Sans"/>
              </a:endParaRPr>
            </a:p>
          </p:txBody>
        </p:sp>
        <p:sp>
          <p:nvSpPr>
            <p:cNvPr id="1454" name="Google Shape;1454;g3f723343625_0_364"/>
            <p:cNvSpPr/>
            <p:nvPr/>
          </p:nvSpPr>
          <p:spPr>
            <a:xfrm>
              <a:off x="7622003" y="1558085"/>
              <a:ext cx="557700" cy="555600"/>
            </a:xfrm>
            <a:prstGeom prst="ellipse">
              <a:avLst/>
            </a:prstGeom>
            <a:solidFill>
              <a:srgbClr val="99999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Transactions</a:t>
              </a:r>
              <a:endParaRPr b="1" i="0" sz="675" u="none" cap="none" strike="noStrike">
                <a:solidFill>
                  <a:srgbClr val="FFFFFF"/>
                </a:solidFill>
                <a:latin typeface="Plus Jakarta Sans"/>
                <a:ea typeface="Plus Jakarta Sans"/>
                <a:cs typeface="Plus Jakarta Sans"/>
                <a:sym typeface="Plus Jakarta Sans"/>
              </a:endParaRPr>
            </a:p>
          </p:txBody>
        </p:sp>
        <p:sp>
          <p:nvSpPr>
            <p:cNvPr id="1455" name="Google Shape;1455;g3f723343625_0_364"/>
            <p:cNvSpPr/>
            <p:nvPr/>
          </p:nvSpPr>
          <p:spPr>
            <a:xfrm>
              <a:off x="5507787" y="2423445"/>
              <a:ext cx="557700" cy="555600"/>
            </a:xfrm>
            <a:prstGeom prst="ellipse">
              <a:avLst/>
            </a:prstGeom>
            <a:solidFill>
              <a:schemeClr val="accent1"/>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Clinical Trials </a:t>
              </a:r>
              <a:endParaRPr b="1" i="0" sz="675" u="none" cap="none" strike="noStrike">
                <a:solidFill>
                  <a:srgbClr val="FFFFFF"/>
                </a:solidFill>
                <a:latin typeface="Plus Jakarta Sans"/>
                <a:ea typeface="Plus Jakarta Sans"/>
                <a:cs typeface="Plus Jakarta Sans"/>
                <a:sym typeface="Plus Jakarta Sans"/>
              </a:endParaRPr>
            </a:p>
          </p:txBody>
        </p:sp>
        <p:sp>
          <p:nvSpPr>
            <p:cNvPr id="1456" name="Google Shape;1456;g3f723343625_0_364"/>
            <p:cNvSpPr/>
            <p:nvPr/>
          </p:nvSpPr>
          <p:spPr>
            <a:xfrm>
              <a:off x="5856458" y="3315077"/>
              <a:ext cx="557700" cy="555600"/>
            </a:xfrm>
            <a:prstGeom prst="ellipse">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Sensors</a:t>
              </a:r>
              <a:endParaRPr b="1" i="0" sz="675" u="none" cap="none" strike="noStrike">
                <a:solidFill>
                  <a:srgbClr val="FFFFFF"/>
                </a:solidFill>
                <a:latin typeface="Plus Jakarta Sans"/>
                <a:ea typeface="Plus Jakarta Sans"/>
                <a:cs typeface="Plus Jakarta Sans"/>
                <a:sym typeface="Plus Jakarta Sans"/>
              </a:endParaRPr>
            </a:p>
          </p:txBody>
        </p:sp>
        <p:sp>
          <p:nvSpPr>
            <p:cNvPr id="1457" name="Google Shape;1457;g3f723343625_0_364"/>
            <p:cNvSpPr/>
            <p:nvPr/>
          </p:nvSpPr>
          <p:spPr>
            <a:xfrm>
              <a:off x="6752309" y="3723540"/>
              <a:ext cx="557700" cy="555600"/>
            </a:xfrm>
            <a:prstGeom prst="ellipse">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Supply Chain</a:t>
              </a:r>
              <a:endParaRPr b="1" i="0" sz="675" u="none" cap="none" strike="noStrike">
                <a:solidFill>
                  <a:srgbClr val="FFFFFF"/>
                </a:solidFill>
                <a:latin typeface="Plus Jakarta Sans"/>
                <a:ea typeface="Plus Jakarta Sans"/>
                <a:cs typeface="Plus Jakarta Sans"/>
                <a:sym typeface="Plus Jakarta Sans"/>
              </a:endParaRPr>
            </a:p>
          </p:txBody>
        </p:sp>
        <p:sp>
          <p:nvSpPr>
            <p:cNvPr id="1458" name="Google Shape;1458;g3f723343625_0_364"/>
            <p:cNvSpPr/>
            <p:nvPr/>
          </p:nvSpPr>
          <p:spPr>
            <a:xfrm>
              <a:off x="7621456" y="3314532"/>
              <a:ext cx="558300" cy="556200"/>
            </a:xfrm>
            <a:prstGeom prst="ellipse">
              <a:avLst/>
            </a:prstGeom>
            <a:solidFill>
              <a:schemeClr val="accent4"/>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Manufacturing</a:t>
              </a:r>
              <a:endParaRPr b="1" i="0" sz="675" u="none" cap="none" strike="noStrike">
                <a:solidFill>
                  <a:srgbClr val="FFFFFF"/>
                </a:solidFill>
                <a:latin typeface="Plus Jakarta Sans"/>
                <a:ea typeface="Plus Jakarta Sans"/>
                <a:cs typeface="Plus Jakarta Sans"/>
                <a:sym typeface="Plus Jakarta Sans"/>
              </a:endParaRPr>
            </a:p>
          </p:txBody>
        </p:sp>
        <p:sp>
          <p:nvSpPr>
            <p:cNvPr id="1459" name="Google Shape;1459;g3f723343625_0_364"/>
            <p:cNvSpPr/>
            <p:nvPr/>
          </p:nvSpPr>
          <p:spPr>
            <a:xfrm>
              <a:off x="7988210" y="2422899"/>
              <a:ext cx="558300" cy="556200"/>
            </a:xfrm>
            <a:prstGeom prst="ellipse">
              <a:avLst/>
            </a:prstGeom>
            <a:solidFill>
              <a:srgbClr val="99999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Auditing &amp; Compliance</a:t>
              </a:r>
              <a:endParaRPr b="1" i="0" sz="675" u="none" cap="none" strike="noStrike">
                <a:solidFill>
                  <a:srgbClr val="FFFFFF"/>
                </a:solidFill>
                <a:latin typeface="Plus Jakarta Sans"/>
                <a:ea typeface="Plus Jakarta Sans"/>
                <a:cs typeface="Plus Jakarta Sans"/>
                <a:sym typeface="Plus Jakarta Sans"/>
              </a:endParaRPr>
            </a:p>
          </p:txBody>
        </p:sp>
        <p:grpSp>
          <p:nvGrpSpPr>
            <p:cNvPr id="1460" name="Google Shape;1460;g3f723343625_0_364"/>
            <p:cNvGrpSpPr/>
            <p:nvPr/>
          </p:nvGrpSpPr>
          <p:grpSpPr>
            <a:xfrm>
              <a:off x="7025044" y="1692360"/>
              <a:ext cx="0" cy="2031055"/>
              <a:chOff x="7064547" y="1551805"/>
              <a:chExt cx="0" cy="2232910"/>
            </a:xfrm>
          </p:grpSpPr>
          <p:grpSp>
            <p:nvGrpSpPr>
              <p:cNvPr id="1461" name="Google Shape;1461;g3f723343625_0_364"/>
              <p:cNvGrpSpPr/>
              <p:nvPr/>
            </p:nvGrpSpPr>
            <p:grpSpPr>
              <a:xfrm>
                <a:off x="7064547" y="1551805"/>
                <a:ext cx="0" cy="2232900"/>
                <a:chOff x="7064551" y="1551800"/>
                <a:chExt cx="0" cy="2232900"/>
              </a:xfrm>
            </p:grpSpPr>
            <p:cxnSp>
              <p:nvCxnSpPr>
                <p:cNvPr id="1462" name="Google Shape;1462;g3f723343625_0_364"/>
                <p:cNvCxnSpPr/>
                <p:nvPr/>
              </p:nvCxnSpPr>
              <p:spPr>
                <a:xfrm>
                  <a:off x="7064551" y="1551800"/>
                  <a:ext cx="0" cy="2232900"/>
                </a:xfrm>
                <a:prstGeom prst="straightConnector1">
                  <a:avLst/>
                </a:prstGeom>
                <a:noFill/>
                <a:ln cap="flat" cmpd="sng" w="50800">
                  <a:solidFill>
                    <a:srgbClr val="CEDBE4"/>
                  </a:solidFill>
                  <a:prstDash val="solid"/>
                  <a:round/>
                  <a:headEnd len="sm" w="sm" type="none"/>
                  <a:tailEnd len="sm" w="sm" type="none"/>
                </a:ln>
              </p:spPr>
            </p:cxnSp>
            <p:cxnSp>
              <p:nvCxnSpPr>
                <p:cNvPr id="1463" name="Google Shape;1463;g3f723343625_0_364"/>
                <p:cNvCxnSpPr/>
                <p:nvPr/>
              </p:nvCxnSpPr>
              <p:spPr>
                <a:xfrm rot="10800000">
                  <a:off x="7064551" y="1551800"/>
                  <a:ext cx="0" cy="2232900"/>
                </a:xfrm>
                <a:prstGeom prst="straightConnector1">
                  <a:avLst/>
                </a:prstGeom>
                <a:noFill/>
                <a:ln cap="flat" cmpd="sng" w="50800">
                  <a:solidFill>
                    <a:srgbClr val="CEDBE4"/>
                  </a:solidFill>
                  <a:prstDash val="solid"/>
                  <a:round/>
                  <a:headEnd len="sm" w="sm" type="none"/>
                  <a:tailEnd len="sm" w="sm" type="none"/>
                </a:ln>
              </p:spPr>
            </p:cxnSp>
          </p:grpSp>
          <p:cxnSp>
            <p:nvCxnSpPr>
              <p:cNvPr id="1464" name="Google Shape;1464;g3f723343625_0_364"/>
              <p:cNvCxnSpPr/>
              <p:nvPr/>
            </p:nvCxnSpPr>
            <p:spPr>
              <a:xfrm>
                <a:off x="7064547" y="1551815"/>
                <a:ext cx="0" cy="2232900"/>
              </a:xfrm>
              <a:prstGeom prst="straightConnector1">
                <a:avLst/>
              </a:prstGeom>
              <a:noFill/>
              <a:ln cap="flat" cmpd="sng" w="50800">
                <a:solidFill>
                  <a:srgbClr val="CEDBE4"/>
                </a:solidFill>
                <a:prstDash val="solid"/>
                <a:round/>
                <a:headEnd len="sm" w="sm" type="none"/>
                <a:tailEnd len="sm" w="sm" type="none"/>
              </a:ln>
            </p:spPr>
          </p:cxnSp>
        </p:grpSp>
        <p:cxnSp>
          <p:nvCxnSpPr>
            <p:cNvPr id="1465" name="Google Shape;1465;g3f723343625_0_364"/>
            <p:cNvCxnSpPr>
              <a:stCxn id="1454" idx="3"/>
              <a:endCxn id="1456" idx="7"/>
            </p:cNvCxnSpPr>
            <p:nvPr/>
          </p:nvCxnSpPr>
          <p:spPr>
            <a:xfrm flipH="1">
              <a:off x="6332376" y="2032319"/>
              <a:ext cx="1371300" cy="1364100"/>
            </a:xfrm>
            <a:prstGeom prst="straightConnector1">
              <a:avLst/>
            </a:prstGeom>
            <a:noFill/>
            <a:ln cap="flat" cmpd="sng" w="50800">
              <a:solidFill>
                <a:srgbClr val="CEDBE4"/>
              </a:solidFill>
              <a:prstDash val="solid"/>
              <a:round/>
              <a:headEnd len="sm" w="sm" type="none"/>
              <a:tailEnd len="sm" w="sm" type="none"/>
            </a:ln>
          </p:spPr>
        </p:cxnSp>
        <p:cxnSp>
          <p:nvCxnSpPr>
            <p:cNvPr id="1466" name="Google Shape;1466;g3f723343625_0_364"/>
            <p:cNvCxnSpPr>
              <a:stCxn id="1458" idx="1"/>
              <a:endCxn id="1453" idx="5"/>
            </p:cNvCxnSpPr>
            <p:nvPr/>
          </p:nvCxnSpPr>
          <p:spPr>
            <a:xfrm rot="10800000">
              <a:off x="6332517" y="2032186"/>
              <a:ext cx="1370700" cy="1363800"/>
            </a:xfrm>
            <a:prstGeom prst="straightConnector1">
              <a:avLst/>
            </a:prstGeom>
            <a:noFill/>
            <a:ln cap="flat" cmpd="sng" w="50800">
              <a:solidFill>
                <a:srgbClr val="CEDBE4"/>
              </a:solidFill>
              <a:prstDash val="solid"/>
              <a:round/>
              <a:headEnd len="sm" w="sm" type="none"/>
              <a:tailEnd len="sm" w="sm" type="none"/>
            </a:ln>
          </p:spPr>
        </p:cxnSp>
        <p:cxnSp>
          <p:nvCxnSpPr>
            <p:cNvPr id="1467" name="Google Shape;1467;g3f723343625_0_364"/>
            <p:cNvCxnSpPr>
              <a:stCxn id="1459" idx="2"/>
              <a:endCxn id="1455" idx="6"/>
            </p:cNvCxnSpPr>
            <p:nvPr/>
          </p:nvCxnSpPr>
          <p:spPr>
            <a:xfrm flipH="1">
              <a:off x="6065510" y="2700999"/>
              <a:ext cx="1922700" cy="300"/>
            </a:xfrm>
            <a:prstGeom prst="straightConnector1">
              <a:avLst/>
            </a:prstGeom>
            <a:noFill/>
            <a:ln cap="flat" cmpd="sng" w="50800">
              <a:solidFill>
                <a:srgbClr val="CEDBE4"/>
              </a:solidFill>
              <a:prstDash val="solid"/>
              <a:round/>
              <a:headEnd len="sm" w="sm" type="none"/>
              <a:tailEnd len="sm" w="sm" type="none"/>
            </a:ln>
          </p:spPr>
        </p:cxnSp>
        <p:sp>
          <p:nvSpPr>
            <p:cNvPr id="1468" name="Google Shape;1468;g3f723343625_0_364"/>
            <p:cNvSpPr/>
            <p:nvPr/>
          </p:nvSpPr>
          <p:spPr>
            <a:xfrm>
              <a:off x="6429387" y="2107983"/>
              <a:ext cx="1199700" cy="1197900"/>
            </a:xfrm>
            <a:prstGeom prst="ellipse">
              <a:avLst/>
            </a:prstGeom>
            <a:solidFill>
              <a:schemeClr val="accent3"/>
            </a:solidFill>
            <a:ln>
              <a:noFill/>
            </a:ln>
          </p:spPr>
          <p:txBody>
            <a:bodyPr anchorCtr="0" anchor="ctr" bIns="86600" lIns="86600" spcFirstLastPara="1" rIns="86600" wrap="square" tIns="86600">
              <a:noAutofit/>
            </a:bodyPr>
            <a:lstStyle/>
            <a:p>
              <a:pPr indent="0" lvl="0" marL="0" marR="0" rtl="0" algn="l">
                <a:lnSpc>
                  <a:spcPct val="100000"/>
                </a:lnSpc>
                <a:spcBef>
                  <a:spcPts val="0"/>
                </a:spcBef>
                <a:spcAft>
                  <a:spcPts val="0"/>
                </a:spcAft>
                <a:buClr>
                  <a:srgbClr val="000000"/>
                </a:buClr>
                <a:buSzPts val="600"/>
                <a:buFont typeface="Arial"/>
                <a:buNone/>
              </a:pPr>
              <a:r>
                <a:t/>
              </a:r>
              <a:endParaRPr b="1" i="0" sz="600" u="none" cap="none" strike="noStrike">
                <a:solidFill>
                  <a:srgbClr val="FFFFFF"/>
                </a:solidFill>
                <a:latin typeface="Plus Jakarta Sans"/>
                <a:ea typeface="Plus Jakarta Sans"/>
                <a:cs typeface="Plus Jakarta Sans"/>
                <a:sym typeface="Plus Jakarta Sans"/>
              </a:endParaRPr>
            </a:p>
          </p:txBody>
        </p:sp>
        <p:pic>
          <p:nvPicPr>
            <p:cNvPr id="1469" name="Google Shape;1469;g3f723343625_0_364"/>
            <p:cNvPicPr preferRelativeResize="0"/>
            <p:nvPr/>
          </p:nvPicPr>
          <p:blipFill rotWithShape="1">
            <a:blip r:embed="rId3">
              <a:alphaModFix/>
            </a:blip>
            <a:srcRect b="0" l="0" r="0" t="0"/>
            <a:stretch/>
          </p:blipFill>
          <p:spPr>
            <a:xfrm>
              <a:off x="6621254" y="2305463"/>
              <a:ext cx="791904" cy="790286"/>
            </a:xfrm>
            <a:prstGeom prst="rect">
              <a:avLst/>
            </a:prstGeom>
            <a:noFill/>
            <a:ln>
              <a:noFill/>
            </a:ln>
          </p:spPr>
        </p:pic>
        <p:sp>
          <p:nvSpPr>
            <p:cNvPr id="1470" name="Google Shape;1470;g3f723343625_0_364"/>
            <p:cNvSpPr/>
            <p:nvPr/>
          </p:nvSpPr>
          <p:spPr>
            <a:xfrm>
              <a:off x="6748295" y="1156422"/>
              <a:ext cx="557700" cy="555600"/>
            </a:xfrm>
            <a:prstGeom prst="ellipse">
              <a:avLst/>
            </a:prstGeom>
            <a:solidFill>
              <a:srgbClr val="999999"/>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675"/>
                <a:buFont typeface="Arial"/>
                <a:buNone/>
              </a:pPr>
              <a:r>
                <a:rPr b="1" i="0" lang="en" sz="675" u="none" cap="none" strike="noStrike">
                  <a:solidFill>
                    <a:srgbClr val="FFFFFF"/>
                  </a:solidFill>
                  <a:latin typeface="Plus Jakarta Sans"/>
                  <a:ea typeface="Plus Jakarta Sans"/>
                  <a:cs typeface="Plus Jakarta Sans"/>
                  <a:sym typeface="Plus Jakarta Sans"/>
                </a:rPr>
                <a:t>Customers</a:t>
              </a:r>
              <a:endParaRPr b="1" i="0" sz="675" u="none" cap="none" strike="noStrike">
                <a:solidFill>
                  <a:srgbClr val="FFFFFF"/>
                </a:solidFill>
                <a:latin typeface="Plus Jakarta Sans"/>
                <a:ea typeface="Plus Jakarta Sans"/>
                <a:cs typeface="Plus Jakarta Sans"/>
                <a:sym typeface="Plus Jakarta Sans"/>
              </a:endParaRPr>
            </a:p>
          </p:txBody>
        </p:sp>
      </p:grpSp>
    </p:spTree>
  </p:cSld>
  <p:clrMapOvr>
    <a:masterClrMapping/>
  </p:clrMapOvr>
  <p:transition spd="slow">
    <p:push/>
  </p:transition>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4" name="Shape 1474"/>
        <p:cNvGrpSpPr/>
        <p:nvPr/>
      </p:nvGrpSpPr>
      <p:grpSpPr>
        <a:xfrm>
          <a:off x="0" y="0"/>
          <a:ext cx="0" cy="0"/>
          <a:chOff x="0" y="0"/>
          <a:chExt cx="0" cy="0"/>
        </a:xfrm>
      </p:grpSpPr>
      <p:sp>
        <p:nvSpPr>
          <p:cNvPr id="1475" name="Google Shape;1475;g3f723343625_0_501"/>
          <p:cNvSpPr/>
          <p:nvPr/>
        </p:nvSpPr>
        <p:spPr>
          <a:xfrm>
            <a:off x="4550465" y="3832974"/>
            <a:ext cx="3456900" cy="432000"/>
          </a:xfrm>
          <a:prstGeom prst="roundRect">
            <a:avLst>
              <a:gd fmla="val 16667" name="adj"/>
            </a:avLst>
          </a:prstGeom>
          <a:solidFill>
            <a:schemeClr val="accent1"/>
          </a:solidFill>
          <a:ln>
            <a:noFill/>
          </a:ln>
        </p:spPr>
        <p:txBody>
          <a:bodyPr anchorCtr="0" anchor="ctr" bIns="81100" lIns="81100" spcFirstLastPara="1" rIns="81100" wrap="square" tIns="81100">
            <a:noAutofit/>
          </a:bodyPr>
          <a:lstStyle/>
          <a:p>
            <a:pPr indent="0" lvl="0" marL="0" marR="0" rtl="0" algn="l">
              <a:lnSpc>
                <a:spcPct val="100000"/>
              </a:lnSpc>
              <a:spcBef>
                <a:spcPts val="0"/>
              </a:spcBef>
              <a:spcAft>
                <a:spcPts val="0"/>
              </a:spcAft>
              <a:buClr>
                <a:srgbClr val="000000"/>
              </a:buClr>
              <a:buSzPts val="1242"/>
              <a:buFont typeface="Arial"/>
              <a:buNone/>
            </a:pPr>
            <a:r>
              <a:t/>
            </a:r>
            <a:endParaRPr b="0" i="0" sz="1242" u="none" cap="none" strike="noStrike">
              <a:solidFill>
                <a:schemeClr val="lt1"/>
              </a:solidFill>
              <a:latin typeface="Plus Jakarta Sans"/>
              <a:ea typeface="Plus Jakarta Sans"/>
              <a:cs typeface="Plus Jakarta Sans"/>
              <a:sym typeface="Plus Jakarta Sans"/>
            </a:endParaRPr>
          </a:p>
        </p:txBody>
      </p:sp>
      <p:sp>
        <p:nvSpPr>
          <p:cNvPr id="1476" name="Google Shape;1476;g3f723343625_0_501"/>
          <p:cNvSpPr/>
          <p:nvPr/>
        </p:nvSpPr>
        <p:spPr>
          <a:xfrm>
            <a:off x="4613350" y="3884874"/>
            <a:ext cx="1188300" cy="328200"/>
          </a:xfrm>
          <a:prstGeom prst="roundRect">
            <a:avLst>
              <a:gd fmla="val 16667" name="adj"/>
            </a:avLst>
          </a:prstGeom>
          <a:solidFill>
            <a:schemeClr val="lt2"/>
          </a:solidFill>
          <a:ln>
            <a:noFill/>
          </a:ln>
        </p:spPr>
        <p:txBody>
          <a:bodyPr anchorCtr="0" anchor="ctr" bIns="81100" lIns="360000" spcFirstLastPara="1" rIns="81100" wrap="square" tIns="8110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DATA</a:t>
            </a:r>
            <a:br>
              <a:rPr b="1" i="0" lang="en" sz="700" u="none" cap="none" strike="noStrike">
                <a:solidFill>
                  <a:schemeClr val="dk1"/>
                </a:solidFill>
                <a:latin typeface="Plus Jakarta Sans"/>
                <a:ea typeface="Plus Jakarta Sans"/>
                <a:cs typeface="Plus Jakarta Sans"/>
                <a:sym typeface="Plus Jakarta Sans"/>
              </a:rPr>
            </a:br>
            <a:r>
              <a:rPr b="1" i="0" lang="en" sz="700" u="none" cap="none" strike="noStrike">
                <a:solidFill>
                  <a:schemeClr val="dk1"/>
                </a:solidFill>
                <a:latin typeface="Plus Jakarta Sans"/>
                <a:ea typeface="Plus Jakarta Sans"/>
                <a:cs typeface="Plus Jakarta Sans"/>
                <a:sym typeface="Plus Jakarta Sans"/>
              </a:rPr>
              <a:t>ENGINEERING</a:t>
            </a:r>
            <a:endParaRPr b="0" i="0" sz="700" u="none" cap="none" strike="noStrike">
              <a:solidFill>
                <a:schemeClr val="dk1"/>
              </a:solidFill>
              <a:latin typeface="Plus Jakarta Sans"/>
              <a:ea typeface="Plus Jakarta Sans"/>
              <a:cs typeface="Plus Jakarta Sans"/>
              <a:sym typeface="Plus Jakarta Sans"/>
            </a:endParaRPr>
          </a:p>
        </p:txBody>
      </p:sp>
      <p:sp>
        <p:nvSpPr>
          <p:cNvPr id="1477" name="Google Shape;1477;g3f723343625_0_501"/>
          <p:cNvSpPr/>
          <p:nvPr/>
        </p:nvSpPr>
        <p:spPr>
          <a:xfrm>
            <a:off x="1010276" y="4320909"/>
            <a:ext cx="1691400" cy="272100"/>
          </a:xfrm>
          <a:prstGeom prst="roundRect">
            <a:avLst>
              <a:gd fmla="val 16667" name="adj"/>
            </a:avLst>
          </a:prstGeom>
          <a:solidFill>
            <a:schemeClr val="accent1"/>
          </a:solidFill>
          <a:ln>
            <a:noFill/>
          </a:ln>
        </p:spPr>
        <p:txBody>
          <a:bodyPr anchorCtr="0" anchor="ctr" bIns="81100" lIns="81100" spcFirstLastPara="1" rIns="81100" wrap="square" tIns="81100">
            <a:noAutofit/>
          </a:bodyPr>
          <a:lstStyle/>
          <a:p>
            <a:pPr indent="0" lvl="0" marL="0" marR="0" rtl="0" algn="ctr">
              <a:lnSpc>
                <a:spcPct val="100000"/>
              </a:lnSpc>
              <a:spcBef>
                <a:spcPts val="0"/>
              </a:spcBef>
              <a:spcAft>
                <a:spcPts val="0"/>
              </a:spcAft>
              <a:buClr>
                <a:srgbClr val="000000"/>
              </a:buClr>
              <a:buSzPts val="976"/>
              <a:buFont typeface="Arial"/>
              <a:buNone/>
            </a:pPr>
            <a:r>
              <a:rPr b="1" i="0" lang="en" sz="976" u="none" cap="none" strike="noStrike">
                <a:solidFill>
                  <a:schemeClr val="lt1"/>
                </a:solidFill>
                <a:latin typeface="Plus Jakarta Sans"/>
                <a:ea typeface="Plus Jakarta Sans"/>
                <a:cs typeface="Plus Jakarta Sans"/>
                <a:sym typeface="Plus Jakarta Sans"/>
              </a:rPr>
              <a:t>Open Data</a:t>
            </a:r>
            <a:endParaRPr b="1" i="0" sz="976" u="none" cap="none" strike="noStrike">
              <a:solidFill>
                <a:schemeClr val="lt1"/>
              </a:solidFill>
              <a:latin typeface="Plus Jakarta Sans"/>
              <a:ea typeface="Plus Jakarta Sans"/>
              <a:cs typeface="Plus Jakarta Sans"/>
              <a:sym typeface="Plus Jakarta Sans"/>
            </a:endParaRPr>
          </a:p>
        </p:txBody>
      </p:sp>
      <p:sp>
        <p:nvSpPr>
          <p:cNvPr id="1478" name="Google Shape;1478;g3f723343625_0_501"/>
          <p:cNvSpPr/>
          <p:nvPr/>
        </p:nvSpPr>
        <p:spPr>
          <a:xfrm>
            <a:off x="2789039" y="4320909"/>
            <a:ext cx="1691400" cy="272100"/>
          </a:xfrm>
          <a:prstGeom prst="roundRect">
            <a:avLst>
              <a:gd fmla="val 16667" name="adj"/>
            </a:avLst>
          </a:prstGeom>
          <a:solidFill>
            <a:schemeClr val="accent1"/>
          </a:solidFill>
          <a:ln>
            <a:noFill/>
          </a:ln>
        </p:spPr>
        <p:txBody>
          <a:bodyPr anchorCtr="0" anchor="ctr" bIns="81100" lIns="81100" spcFirstLastPara="1" rIns="81100" wrap="square" tIns="81100">
            <a:noAutofit/>
          </a:bodyPr>
          <a:lstStyle/>
          <a:p>
            <a:pPr indent="0" lvl="0" marL="0" marR="0" rtl="0" algn="ctr">
              <a:lnSpc>
                <a:spcPct val="100000"/>
              </a:lnSpc>
              <a:spcBef>
                <a:spcPts val="0"/>
              </a:spcBef>
              <a:spcAft>
                <a:spcPts val="0"/>
              </a:spcAft>
              <a:buClr>
                <a:srgbClr val="000000"/>
              </a:buClr>
              <a:buSzPts val="976"/>
              <a:buFont typeface="Arial"/>
              <a:buNone/>
            </a:pPr>
            <a:r>
              <a:rPr b="1" i="0" lang="en" sz="976" u="none" cap="none" strike="noStrike">
                <a:solidFill>
                  <a:schemeClr val="lt1"/>
                </a:solidFill>
                <a:latin typeface="Plus Jakarta Sans"/>
                <a:ea typeface="Plus Jakarta Sans"/>
                <a:cs typeface="Plus Jakarta Sans"/>
                <a:sym typeface="Plus Jakarta Sans"/>
              </a:rPr>
              <a:t>Licensed Data</a:t>
            </a:r>
            <a:endParaRPr b="1" i="0" sz="976" u="none" cap="none" strike="noStrike">
              <a:solidFill>
                <a:schemeClr val="lt1"/>
              </a:solidFill>
              <a:latin typeface="Plus Jakarta Sans"/>
              <a:ea typeface="Plus Jakarta Sans"/>
              <a:cs typeface="Plus Jakarta Sans"/>
              <a:sym typeface="Plus Jakarta Sans"/>
            </a:endParaRPr>
          </a:p>
        </p:txBody>
      </p:sp>
      <p:sp>
        <p:nvSpPr>
          <p:cNvPr id="1479" name="Google Shape;1479;g3f723343625_0_501"/>
          <p:cNvSpPr/>
          <p:nvPr/>
        </p:nvSpPr>
        <p:spPr>
          <a:xfrm>
            <a:off x="4550465" y="4320909"/>
            <a:ext cx="1691400" cy="272100"/>
          </a:xfrm>
          <a:prstGeom prst="roundRect">
            <a:avLst>
              <a:gd fmla="val 16667" name="adj"/>
            </a:avLst>
          </a:prstGeom>
          <a:solidFill>
            <a:schemeClr val="accent2"/>
          </a:solidFill>
          <a:ln>
            <a:noFill/>
          </a:ln>
        </p:spPr>
        <p:txBody>
          <a:bodyPr anchorCtr="0" anchor="ctr" bIns="81100" lIns="81100" spcFirstLastPara="1" rIns="81100" wrap="square" tIns="81100">
            <a:noAutofit/>
          </a:bodyPr>
          <a:lstStyle/>
          <a:p>
            <a:pPr indent="0" lvl="0" marL="0" marR="0" rtl="0" algn="ctr">
              <a:lnSpc>
                <a:spcPct val="100000"/>
              </a:lnSpc>
              <a:spcBef>
                <a:spcPts val="0"/>
              </a:spcBef>
              <a:spcAft>
                <a:spcPts val="0"/>
              </a:spcAft>
              <a:buClr>
                <a:srgbClr val="000000"/>
              </a:buClr>
              <a:buSzPts val="976"/>
              <a:buFont typeface="Arial"/>
              <a:buNone/>
            </a:pPr>
            <a:r>
              <a:rPr b="1" i="0" lang="en" sz="976" u="none" cap="none" strike="noStrike">
                <a:solidFill>
                  <a:schemeClr val="lt1"/>
                </a:solidFill>
                <a:latin typeface="Plus Jakarta Sans"/>
                <a:ea typeface="Plus Jakarta Sans"/>
                <a:cs typeface="Plus Jakarta Sans"/>
                <a:sym typeface="Plus Jakarta Sans"/>
              </a:rPr>
              <a:t>Internal Data</a:t>
            </a:r>
            <a:endParaRPr b="1" i="0" sz="976" u="none" cap="none" strike="noStrike">
              <a:solidFill>
                <a:schemeClr val="lt1"/>
              </a:solidFill>
              <a:latin typeface="Plus Jakarta Sans"/>
              <a:ea typeface="Plus Jakarta Sans"/>
              <a:cs typeface="Plus Jakarta Sans"/>
              <a:sym typeface="Plus Jakarta Sans"/>
            </a:endParaRPr>
          </a:p>
        </p:txBody>
      </p:sp>
      <p:sp>
        <p:nvSpPr>
          <p:cNvPr id="1480" name="Google Shape;1480;g3f723343625_0_501"/>
          <p:cNvSpPr/>
          <p:nvPr/>
        </p:nvSpPr>
        <p:spPr>
          <a:xfrm>
            <a:off x="6311892" y="4320910"/>
            <a:ext cx="1691400" cy="272100"/>
          </a:xfrm>
          <a:prstGeom prst="roundRect">
            <a:avLst>
              <a:gd fmla="val 16667" name="adj"/>
            </a:avLst>
          </a:prstGeom>
          <a:solidFill>
            <a:schemeClr val="accent2"/>
          </a:solidFill>
          <a:ln>
            <a:noFill/>
          </a:ln>
        </p:spPr>
        <p:txBody>
          <a:bodyPr anchorCtr="0" anchor="ctr" bIns="81100" lIns="81100" spcFirstLastPara="1" rIns="81100" wrap="square" tIns="81100">
            <a:noAutofit/>
          </a:bodyPr>
          <a:lstStyle/>
          <a:p>
            <a:pPr indent="0" lvl="0" marL="0" marR="0" rtl="0" algn="ctr">
              <a:lnSpc>
                <a:spcPct val="100000"/>
              </a:lnSpc>
              <a:spcBef>
                <a:spcPts val="0"/>
              </a:spcBef>
              <a:spcAft>
                <a:spcPts val="0"/>
              </a:spcAft>
              <a:buClr>
                <a:srgbClr val="000000"/>
              </a:buClr>
              <a:buSzPts val="976"/>
              <a:buFont typeface="Arial"/>
              <a:buNone/>
            </a:pPr>
            <a:r>
              <a:rPr b="1" i="0" lang="en" sz="976" u="none" cap="none" strike="noStrike">
                <a:solidFill>
                  <a:schemeClr val="lt1"/>
                </a:solidFill>
                <a:latin typeface="Plus Jakarta Sans"/>
                <a:ea typeface="Plus Jakarta Sans"/>
                <a:cs typeface="Plus Jakarta Sans"/>
                <a:sym typeface="Plus Jakarta Sans"/>
              </a:rPr>
              <a:t>Multimodal Data</a:t>
            </a:r>
            <a:endParaRPr b="1" i="0" sz="976" u="none" cap="none" strike="noStrike">
              <a:solidFill>
                <a:schemeClr val="lt1"/>
              </a:solidFill>
              <a:latin typeface="Plus Jakarta Sans"/>
              <a:ea typeface="Plus Jakarta Sans"/>
              <a:cs typeface="Plus Jakarta Sans"/>
              <a:sym typeface="Plus Jakarta Sans"/>
            </a:endParaRPr>
          </a:p>
        </p:txBody>
      </p:sp>
      <p:sp>
        <p:nvSpPr>
          <p:cNvPr id="1481" name="Google Shape;1481;g3f723343625_0_501"/>
          <p:cNvSpPr/>
          <p:nvPr/>
        </p:nvSpPr>
        <p:spPr>
          <a:xfrm>
            <a:off x="1010276" y="3832974"/>
            <a:ext cx="3456900" cy="432000"/>
          </a:xfrm>
          <a:prstGeom prst="roundRect">
            <a:avLst>
              <a:gd fmla="val 16667" name="adj"/>
            </a:avLst>
          </a:prstGeom>
          <a:solidFill>
            <a:schemeClr val="accent1"/>
          </a:solidFill>
          <a:ln>
            <a:noFill/>
          </a:ln>
        </p:spPr>
        <p:txBody>
          <a:bodyPr anchorCtr="0" anchor="ctr" bIns="81100" lIns="81100" spcFirstLastPara="1" rIns="81100" wrap="square" tIns="81100">
            <a:noAutofit/>
          </a:bodyPr>
          <a:lstStyle/>
          <a:p>
            <a:pPr indent="0" lvl="0" marL="0" marR="0" rtl="0" algn="l">
              <a:lnSpc>
                <a:spcPct val="100000"/>
              </a:lnSpc>
              <a:spcBef>
                <a:spcPts val="0"/>
              </a:spcBef>
              <a:spcAft>
                <a:spcPts val="0"/>
              </a:spcAft>
              <a:buClr>
                <a:srgbClr val="000000"/>
              </a:buClr>
              <a:buSzPts val="1242"/>
              <a:buFont typeface="Arial"/>
              <a:buNone/>
            </a:pPr>
            <a:r>
              <a:t/>
            </a:r>
            <a:endParaRPr b="0" i="0" sz="1242" u="none" cap="none" strike="noStrike">
              <a:solidFill>
                <a:schemeClr val="lt1"/>
              </a:solidFill>
              <a:latin typeface="Plus Jakarta Sans"/>
              <a:ea typeface="Plus Jakarta Sans"/>
              <a:cs typeface="Plus Jakarta Sans"/>
              <a:sym typeface="Plus Jakarta Sans"/>
            </a:endParaRPr>
          </a:p>
        </p:txBody>
      </p:sp>
      <p:sp>
        <p:nvSpPr>
          <p:cNvPr id="1482" name="Google Shape;1482;g3f723343625_0_501"/>
          <p:cNvSpPr/>
          <p:nvPr/>
        </p:nvSpPr>
        <p:spPr>
          <a:xfrm>
            <a:off x="1090125" y="3884874"/>
            <a:ext cx="1188300" cy="328200"/>
          </a:xfrm>
          <a:prstGeom prst="roundRect">
            <a:avLst>
              <a:gd fmla="val 16667" name="adj"/>
            </a:avLst>
          </a:prstGeom>
          <a:solidFill>
            <a:schemeClr val="lt2"/>
          </a:solidFill>
          <a:ln>
            <a:noFill/>
          </a:ln>
        </p:spPr>
        <p:txBody>
          <a:bodyPr anchorCtr="0" anchor="ctr" bIns="81100" lIns="396000" spcFirstLastPara="1" rIns="81100" wrap="square" tIns="8110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DATAFLOW</a:t>
            </a:r>
            <a:br>
              <a:rPr b="1" i="0" lang="en" sz="700" u="none" cap="none" strike="noStrike">
                <a:solidFill>
                  <a:schemeClr val="dk1"/>
                </a:solidFill>
                <a:latin typeface="Plus Jakarta Sans"/>
                <a:ea typeface="Plus Jakarta Sans"/>
                <a:cs typeface="Plus Jakarta Sans"/>
                <a:sym typeface="Plus Jakarta Sans"/>
              </a:rPr>
            </a:br>
            <a:r>
              <a:rPr b="1" i="0" lang="en" sz="700" u="none" cap="none" strike="noStrike">
                <a:solidFill>
                  <a:schemeClr val="dk1"/>
                </a:solidFill>
                <a:latin typeface="Plus Jakarta Sans"/>
                <a:ea typeface="Plus Jakarta Sans"/>
                <a:cs typeface="Plus Jakarta Sans"/>
                <a:sym typeface="Plus Jakarta Sans"/>
              </a:rPr>
              <a:t>&amp; STREAMING</a:t>
            </a:r>
            <a:endParaRPr b="0" i="0" sz="700" u="none" cap="none" strike="noStrike">
              <a:solidFill>
                <a:schemeClr val="dk1"/>
              </a:solidFill>
              <a:latin typeface="Plus Jakarta Sans"/>
              <a:ea typeface="Plus Jakarta Sans"/>
              <a:cs typeface="Plus Jakarta Sans"/>
              <a:sym typeface="Plus Jakarta Sans"/>
            </a:endParaRPr>
          </a:p>
        </p:txBody>
      </p:sp>
      <p:pic>
        <p:nvPicPr>
          <p:cNvPr id="1483" name="Google Shape;1483;g3f723343625_0_501"/>
          <p:cNvPicPr preferRelativeResize="0"/>
          <p:nvPr/>
        </p:nvPicPr>
        <p:blipFill rotWithShape="1">
          <a:blip r:embed="rId3">
            <a:alphaModFix/>
          </a:blip>
          <a:srcRect b="0" l="0" r="0" t="0"/>
          <a:stretch/>
        </p:blipFill>
        <p:spPr>
          <a:xfrm>
            <a:off x="1128975" y="3919636"/>
            <a:ext cx="309600" cy="309600"/>
          </a:xfrm>
          <a:prstGeom prst="rect">
            <a:avLst/>
          </a:prstGeom>
          <a:noFill/>
          <a:ln>
            <a:noFill/>
          </a:ln>
        </p:spPr>
      </p:pic>
      <p:pic>
        <p:nvPicPr>
          <p:cNvPr id="1484" name="Google Shape;1484;g3f723343625_0_501"/>
          <p:cNvPicPr preferRelativeResize="0"/>
          <p:nvPr/>
        </p:nvPicPr>
        <p:blipFill rotWithShape="1">
          <a:blip r:embed="rId4">
            <a:alphaModFix/>
          </a:blip>
          <a:srcRect b="0" l="0" r="0" t="0"/>
          <a:stretch/>
        </p:blipFill>
        <p:spPr>
          <a:xfrm>
            <a:off x="4675046" y="3935861"/>
            <a:ext cx="226800" cy="226800"/>
          </a:xfrm>
          <a:prstGeom prst="rect">
            <a:avLst/>
          </a:prstGeom>
          <a:noFill/>
          <a:ln>
            <a:noFill/>
          </a:ln>
        </p:spPr>
      </p:pic>
      <p:sp>
        <p:nvSpPr>
          <p:cNvPr id="1485" name="Google Shape;1485;g3f723343625_0_501"/>
          <p:cNvSpPr/>
          <p:nvPr/>
        </p:nvSpPr>
        <p:spPr>
          <a:xfrm>
            <a:off x="1010276" y="2819147"/>
            <a:ext cx="6983700" cy="432000"/>
          </a:xfrm>
          <a:prstGeom prst="roundRect">
            <a:avLst>
              <a:gd fmla="val 16667" name="adj"/>
            </a:avLst>
          </a:prstGeom>
          <a:solidFill>
            <a:schemeClr val="accent2"/>
          </a:solidFill>
          <a:ln>
            <a:noFill/>
          </a:ln>
        </p:spPr>
        <p:txBody>
          <a:bodyPr anchorCtr="0" anchor="ctr" bIns="81100" lIns="81100" spcFirstLastPara="1" rIns="81100" wrap="square" tIns="81100">
            <a:noAutofit/>
          </a:bodyPr>
          <a:lstStyle/>
          <a:p>
            <a:pPr indent="0" lvl="0" marL="0" marR="0" rtl="0" algn="l">
              <a:lnSpc>
                <a:spcPct val="100000"/>
              </a:lnSpc>
              <a:spcBef>
                <a:spcPts val="0"/>
              </a:spcBef>
              <a:spcAft>
                <a:spcPts val="0"/>
              </a:spcAft>
              <a:buClr>
                <a:srgbClr val="000000"/>
              </a:buClr>
              <a:buSzPts val="1242"/>
              <a:buFont typeface="Arial"/>
              <a:buNone/>
            </a:pPr>
            <a:r>
              <a:t/>
            </a:r>
            <a:endParaRPr b="0" i="0" sz="1242" u="none" cap="none" strike="noStrike">
              <a:solidFill>
                <a:schemeClr val="lt1"/>
              </a:solidFill>
              <a:latin typeface="Plus Jakarta Sans"/>
              <a:ea typeface="Plus Jakarta Sans"/>
              <a:cs typeface="Plus Jakarta Sans"/>
              <a:sym typeface="Plus Jakarta Sans"/>
            </a:endParaRPr>
          </a:p>
        </p:txBody>
      </p:sp>
      <p:sp>
        <p:nvSpPr>
          <p:cNvPr id="1486" name="Google Shape;1486;g3f723343625_0_501"/>
          <p:cNvSpPr/>
          <p:nvPr/>
        </p:nvSpPr>
        <p:spPr>
          <a:xfrm>
            <a:off x="1090125" y="2878350"/>
            <a:ext cx="912300" cy="328200"/>
          </a:xfrm>
          <a:prstGeom prst="roundRect">
            <a:avLst>
              <a:gd fmla="val 16667" name="adj"/>
            </a:avLst>
          </a:prstGeom>
          <a:solidFill>
            <a:schemeClr val="lt2"/>
          </a:solidFill>
          <a:ln>
            <a:noFill/>
          </a:ln>
        </p:spPr>
        <p:txBody>
          <a:bodyPr anchorCtr="0" anchor="ctr" bIns="81100" lIns="46800" spcFirstLastPara="1" rIns="0" wrap="square" tIns="81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Plus Jakarta Sans"/>
                <a:ea typeface="Plus Jakarta Sans"/>
                <a:cs typeface="Plus Jakarta Sans"/>
                <a:sym typeface="Plus Jakarta Sans"/>
              </a:rPr>
              <a:t>     ISO 20022</a:t>
            </a:r>
            <a:endParaRPr b="1" i="0" sz="750" u="none" cap="none" strike="noStrike">
              <a:solidFill>
                <a:schemeClr val="dk1"/>
              </a:solidFill>
              <a:latin typeface="Plus Jakarta Sans"/>
              <a:ea typeface="Plus Jakarta Sans"/>
              <a:cs typeface="Plus Jakarta Sans"/>
              <a:sym typeface="Plus Jakarta Sans"/>
            </a:endParaRPr>
          </a:p>
        </p:txBody>
      </p:sp>
      <p:sp>
        <p:nvSpPr>
          <p:cNvPr id="1487" name="Google Shape;1487;g3f723343625_0_501"/>
          <p:cNvSpPr/>
          <p:nvPr/>
        </p:nvSpPr>
        <p:spPr>
          <a:xfrm>
            <a:off x="2067125" y="2878350"/>
            <a:ext cx="742200" cy="328200"/>
          </a:xfrm>
          <a:prstGeom prst="roundRect">
            <a:avLst>
              <a:gd fmla="val 16667" name="adj"/>
            </a:avLst>
          </a:prstGeom>
          <a:solidFill>
            <a:schemeClr val="lt2"/>
          </a:solidFill>
          <a:ln>
            <a:noFill/>
          </a:ln>
        </p:spPr>
        <p:txBody>
          <a:bodyPr anchorCtr="0" anchor="ctr" bIns="81100" lIns="46800" spcFirstLastPara="1" rIns="0" wrap="square" tIns="81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Plus Jakarta Sans"/>
                <a:ea typeface="Plus Jakarta Sans"/>
                <a:cs typeface="Plus Jakarta Sans"/>
                <a:sym typeface="Plus Jakarta Sans"/>
              </a:rPr>
              <a:t>LEI</a:t>
            </a:r>
            <a:endParaRPr b="1" i="0" sz="750" u="none" cap="none" strike="noStrike">
              <a:solidFill>
                <a:schemeClr val="dk1"/>
              </a:solidFill>
              <a:latin typeface="Plus Jakarta Sans"/>
              <a:ea typeface="Plus Jakarta Sans"/>
              <a:cs typeface="Plus Jakarta Sans"/>
              <a:sym typeface="Plus Jakarta Sans"/>
            </a:endParaRPr>
          </a:p>
        </p:txBody>
      </p:sp>
      <p:sp>
        <p:nvSpPr>
          <p:cNvPr id="1488" name="Google Shape;1488;g3f723343625_0_501"/>
          <p:cNvSpPr/>
          <p:nvPr/>
        </p:nvSpPr>
        <p:spPr>
          <a:xfrm>
            <a:off x="2913101" y="2878350"/>
            <a:ext cx="807600" cy="328200"/>
          </a:xfrm>
          <a:prstGeom prst="roundRect">
            <a:avLst>
              <a:gd fmla="val 16667" name="adj"/>
            </a:avLst>
          </a:prstGeom>
          <a:solidFill>
            <a:schemeClr val="lt2"/>
          </a:solidFill>
          <a:ln>
            <a:noFill/>
          </a:ln>
        </p:spPr>
        <p:txBody>
          <a:bodyPr anchorCtr="0" anchor="ctr" bIns="81100" lIns="46800" spcFirstLastPara="1" rIns="0" wrap="square" tIns="81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Plus Jakarta Sans"/>
                <a:ea typeface="Plus Jakarta Sans"/>
                <a:cs typeface="Plus Jakarta Sans"/>
                <a:sym typeface="Plus Jakarta Sans"/>
              </a:rPr>
              <a:t>        SWIFT</a:t>
            </a:r>
            <a:endParaRPr b="1" i="0" sz="750" u="none" cap="none" strike="noStrike">
              <a:solidFill>
                <a:schemeClr val="dk1"/>
              </a:solidFill>
              <a:latin typeface="Plus Jakarta Sans"/>
              <a:ea typeface="Plus Jakarta Sans"/>
              <a:cs typeface="Plus Jakarta Sans"/>
              <a:sym typeface="Plus Jakarta Sans"/>
            </a:endParaRPr>
          </a:p>
        </p:txBody>
      </p:sp>
      <p:sp>
        <p:nvSpPr>
          <p:cNvPr id="1489" name="Google Shape;1489;g3f723343625_0_501"/>
          <p:cNvSpPr/>
          <p:nvPr/>
        </p:nvSpPr>
        <p:spPr>
          <a:xfrm>
            <a:off x="3824583" y="2878350"/>
            <a:ext cx="807600" cy="328200"/>
          </a:xfrm>
          <a:prstGeom prst="roundRect">
            <a:avLst>
              <a:gd fmla="val 16667" name="adj"/>
            </a:avLst>
          </a:prstGeom>
          <a:solidFill>
            <a:schemeClr val="lt2"/>
          </a:solidFill>
          <a:ln>
            <a:noFill/>
          </a:ln>
        </p:spPr>
        <p:txBody>
          <a:bodyPr anchorCtr="0" anchor="ctr" bIns="81100" lIns="46800" spcFirstLastPara="1" rIns="0" wrap="square" tIns="81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Plus Jakarta Sans"/>
                <a:ea typeface="Plus Jakarta Sans"/>
                <a:cs typeface="Plus Jakarta Sans"/>
                <a:sym typeface="Plus Jakarta Sans"/>
              </a:rPr>
              <a:t>        MCC</a:t>
            </a:r>
            <a:endParaRPr b="1" i="0" sz="750" u="none" cap="none" strike="noStrike">
              <a:solidFill>
                <a:schemeClr val="dk1"/>
              </a:solidFill>
              <a:latin typeface="Plus Jakarta Sans"/>
              <a:ea typeface="Plus Jakarta Sans"/>
              <a:cs typeface="Plus Jakarta Sans"/>
              <a:sym typeface="Plus Jakarta Sans"/>
            </a:endParaRPr>
          </a:p>
        </p:txBody>
      </p:sp>
      <p:sp>
        <p:nvSpPr>
          <p:cNvPr id="1490" name="Google Shape;1490;g3f723343625_0_501"/>
          <p:cNvSpPr/>
          <p:nvPr/>
        </p:nvSpPr>
        <p:spPr>
          <a:xfrm>
            <a:off x="4736065" y="2882757"/>
            <a:ext cx="807600" cy="328200"/>
          </a:xfrm>
          <a:prstGeom prst="roundRect">
            <a:avLst>
              <a:gd fmla="val 16667" name="adj"/>
            </a:avLst>
          </a:prstGeom>
          <a:solidFill>
            <a:schemeClr val="lt2"/>
          </a:solidFill>
          <a:ln>
            <a:noFill/>
          </a:ln>
        </p:spPr>
        <p:txBody>
          <a:bodyPr anchorCtr="0" anchor="ctr" bIns="81100" lIns="46800" spcFirstLastPara="1" rIns="0" wrap="square" tIns="81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Plus Jakarta Sans"/>
                <a:ea typeface="Plus Jakarta Sans"/>
                <a:cs typeface="Plus Jakarta Sans"/>
                <a:sym typeface="Plus Jakarta Sans"/>
              </a:rPr>
              <a:t>        OFAC</a:t>
            </a:r>
            <a:endParaRPr b="1" i="0" sz="750" u="none" cap="none" strike="noStrike">
              <a:solidFill>
                <a:schemeClr val="dk1"/>
              </a:solidFill>
              <a:latin typeface="Plus Jakarta Sans"/>
              <a:ea typeface="Plus Jakarta Sans"/>
              <a:cs typeface="Plus Jakarta Sans"/>
              <a:sym typeface="Plus Jakarta Sans"/>
            </a:endParaRPr>
          </a:p>
        </p:txBody>
      </p:sp>
      <p:sp>
        <p:nvSpPr>
          <p:cNvPr id="1491" name="Google Shape;1491;g3f723343625_0_501"/>
          <p:cNvSpPr/>
          <p:nvPr/>
        </p:nvSpPr>
        <p:spPr>
          <a:xfrm>
            <a:off x="5647547" y="2886836"/>
            <a:ext cx="807600" cy="328200"/>
          </a:xfrm>
          <a:prstGeom prst="roundRect">
            <a:avLst>
              <a:gd fmla="val 16667" name="adj"/>
            </a:avLst>
          </a:prstGeom>
          <a:solidFill>
            <a:schemeClr val="lt2"/>
          </a:solidFill>
          <a:ln>
            <a:noFill/>
          </a:ln>
        </p:spPr>
        <p:txBody>
          <a:bodyPr anchorCtr="0" anchor="ctr" bIns="81100" lIns="46800" spcFirstLastPara="1" rIns="0" wrap="square" tIns="81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Plus Jakarta Sans"/>
                <a:ea typeface="Plus Jakarta Sans"/>
                <a:cs typeface="Plus Jakarta Sans"/>
                <a:sym typeface="Plus Jakarta Sans"/>
              </a:rPr>
              <a:t>        FIBO</a:t>
            </a:r>
            <a:endParaRPr b="1" i="0" sz="750" u="none" cap="none" strike="noStrike">
              <a:solidFill>
                <a:schemeClr val="dk1"/>
              </a:solidFill>
              <a:latin typeface="Plus Jakarta Sans"/>
              <a:ea typeface="Plus Jakarta Sans"/>
              <a:cs typeface="Plus Jakarta Sans"/>
              <a:sym typeface="Plus Jakarta Sans"/>
            </a:endParaRPr>
          </a:p>
        </p:txBody>
      </p:sp>
      <p:sp>
        <p:nvSpPr>
          <p:cNvPr id="1492" name="Google Shape;1492;g3f723343625_0_501"/>
          <p:cNvSpPr/>
          <p:nvPr/>
        </p:nvSpPr>
        <p:spPr>
          <a:xfrm>
            <a:off x="6559028" y="2882756"/>
            <a:ext cx="807600" cy="328200"/>
          </a:xfrm>
          <a:prstGeom prst="roundRect">
            <a:avLst>
              <a:gd fmla="val 16667" name="adj"/>
            </a:avLst>
          </a:prstGeom>
          <a:solidFill>
            <a:schemeClr val="lt2"/>
          </a:solidFill>
          <a:ln>
            <a:noFill/>
          </a:ln>
        </p:spPr>
        <p:txBody>
          <a:bodyPr anchorCtr="0" anchor="ctr" bIns="81100" lIns="46800" spcFirstLastPara="1" rIns="0" wrap="square" tIns="81100">
            <a:noAutofit/>
          </a:bodyPr>
          <a:lstStyle/>
          <a:p>
            <a:pPr indent="0" lvl="0" marL="0" marR="0" rtl="0" algn="ctr">
              <a:lnSpc>
                <a:spcPct val="100000"/>
              </a:lnSpc>
              <a:spcBef>
                <a:spcPts val="0"/>
              </a:spcBef>
              <a:spcAft>
                <a:spcPts val="0"/>
              </a:spcAft>
              <a:buClr>
                <a:srgbClr val="000000"/>
              </a:buClr>
              <a:buSzPts val="750"/>
              <a:buFont typeface="Arial"/>
              <a:buNone/>
            </a:pPr>
            <a:r>
              <a:rPr b="1" i="0" lang="en" sz="750" u="none" cap="none" strike="noStrike">
                <a:solidFill>
                  <a:schemeClr val="dk1"/>
                </a:solidFill>
                <a:latin typeface="Plus Jakarta Sans"/>
                <a:ea typeface="Plus Jakarta Sans"/>
                <a:cs typeface="Plus Jakarta Sans"/>
                <a:sym typeface="Plus Jakarta Sans"/>
              </a:rPr>
              <a:t>       Custom</a:t>
            </a:r>
            <a:endParaRPr b="1" i="0" sz="750" u="none" cap="none" strike="noStrike">
              <a:solidFill>
                <a:schemeClr val="dk1"/>
              </a:solidFill>
              <a:latin typeface="Plus Jakarta Sans"/>
              <a:ea typeface="Plus Jakarta Sans"/>
              <a:cs typeface="Plus Jakarta Sans"/>
              <a:sym typeface="Plus Jakarta Sans"/>
            </a:endParaRPr>
          </a:p>
        </p:txBody>
      </p:sp>
      <p:sp>
        <p:nvSpPr>
          <p:cNvPr id="1493" name="Google Shape;1493;g3f723343625_0_501"/>
          <p:cNvSpPr/>
          <p:nvPr/>
        </p:nvSpPr>
        <p:spPr>
          <a:xfrm>
            <a:off x="1010276" y="3326074"/>
            <a:ext cx="6983700" cy="432000"/>
          </a:xfrm>
          <a:prstGeom prst="roundRect">
            <a:avLst>
              <a:gd fmla="val 16667" name="adj"/>
            </a:avLst>
          </a:prstGeom>
          <a:solidFill>
            <a:schemeClr val="accent2"/>
          </a:solidFill>
          <a:ln>
            <a:noFill/>
          </a:ln>
        </p:spPr>
        <p:txBody>
          <a:bodyPr anchorCtr="0" anchor="ctr" bIns="81100" lIns="81100" spcFirstLastPara="1" rIns="81100" wrap="square" tIns="81100">
            <a:noAutofit/>
          </a:bodyPr>
          <a:lstStyle/>
          <a:p>
            <a:pPr indent="0" lvl="0" marL="0" marR="0" rtl="0" algn="l">
              <a:lnSpc>
                <a:spcPct val="100000"/>
              </a:lnSpc>
              <a:spcBef>
                <a:spcPts val="0"/>
              </a:spcBef>
              <a:spcAft>
                <a:spcPts val="0"/>
              </a:spcAft>
              <a:buClr>
                <a:srgbClr val="000000"/>
              </a:buClr>
              <a:buSzPts val="1242"/>
              <a:buFont typeface="Arial"/>
              <a:buNone/>
            </a:pPr>
            <a:r>
              <a:t/>
            </a:r>
            <a:endParaRPr b="0" i="0" sz="1242" u="none" cap="none" strike="noStrike">
              <a:solidFill>
                <a:schemeClr val="lt1"/>
              </a:solidFill>
              <a:latin typeface="Plus Jakarta Sans"/>
              <a:ea typeface="Plus Jakarta Sans"/>
              <a:cs typeface="Plus Jakarta Sans"/>
              <a:sym typeface="Plus Jakarta Sans"/>
            </a:endParaRPr>
          </a:p>
        </p:txBody>
      </p:sp>
      <p:sp>
        <p:nvSpPr>
          <p:cNvPr id="1494" name="Google Shape;1494;g3f723343625_0_501"/>
          <p:cNvSpPr/>
          <p:nvPr/>
        </p:nvSpPr>
        <p:spPr>
          <a:xfrm>
            <a:off x="1090125" y="3383800"/>
            <a:ext cx="1725000" cy="328200"/>
          </a:xfrm>
          <a:prstGeom prst="roundRect">
            <a:avLst>
              <a:gd fmla="val 16667" name="adj"/>
            </a:avLst>
          </a:prstGeom>
          <a:solidFill>
            <a:schemeClr val="lt2"/>
          </a:solidFill>
          <a:ln>
            <a:noFill/>
          </a:ln>
        </p:spPr>
        <p:txBody>
          <a:bodyPr anchorCtr="0" anchor="ctr" bIns="81100" lIns="432000" spcFirstLastPara="1" rIns="0" wrap="square" tIns="81100">
            <a:noAutofit/>
          </a:bodyPr>
          <a:lstStyle/>
          <a:p>
            <a:pPr indent="0" lvl="0" marL="0" marR="0" rtl="0" algn="l">
              <a:lnSpc>
                <a:spcPct val="100000"/>
              </a:lnSpc>
              <a:spcBef>
                <a:spcPts val="0"/>
              </a:spcBef>
              <a:spcAft>
                <a:spcPts val="0"/>
              </a:spcAft>
              <a:buClr>
                <a:srgbClr val="000000"/>
              </a:buClr>
              <a:buSzPts val="821"/>
              <a:buFont typeface="Arial"/>
              <a:buNone/>
            </a:pPr>
            <a:r>
              <a:rPr b="1" i="0" lang="en" sz="821" u="none" cap="none" strike="noStrike">
                <a:solidFill>
                  <a:schemeClr val="dk1"/>
                </a:solidFill>
                <a:latin typeface="Plus Jakarta Sans"/>
                <a:ea typeface="Plus Jakarta Sans"/>
                <a:cs typeface="Plus Jakarta Sans"/>
                <a:sym typeface="Plus Jakarta Sans"/>
              </a:rPr>
              <a:t>Harmonized Tables</a:t>
            </a:r>
            <a:endParaRPr b="1" i="0" sz="821" u="none" cap="none" strike="noStrike">
              <a:solidFill>
                <a:schemeClr val="dk1"/>
              </a:solidFill>
              <a:latin typeface="Plus Jakarta Sans"/>
              <a:ea typeface="Plus Jakarta Sans"/>
              <a:cs typeface="Plus Jakarta Sans"/>
              <a:sym typeface="Plus Jakarta Sans"/>
            </a:endParaRPr>
          </a:p>
        </p:txBody>
      </p:sp>
      <p:pic>
        <p:nvPicPr>
          <p:cNvPr id="1495" name="Google Shape;1495;g3f723343625_0_501"/>
          <p:cNvPicPr preferRelativeResize="0"/>
          <p:nvPr/>
        </p:nvPicPr>
        <p:blipFill rotWithShape="1">
          <a:blip r:embed="rId5">
            <a:alphaModFix/>
          </a:blip>
          <a:srcRect b="0" l="0" r="0" t="0"/>
          <a:stretch/>
        </p:blipFill>
        <p:spPr>
          <a:xfrm>
            <a:off x="1134155" y="3402427"/>
            <a:ext cx="299242" cy="298800"/>
          </a:xfrm>
          <a:prstGeom prst="rect">
            <a:avLst/>
          </a:prstGeom>
          <a:noFill/>
          <a:ln>
            <a:noFill/>
          </a:ln>
        </p:spPr>
      </p:pic>
      <p:sp>
        <p:nvSpPr>
          <p:cNvPr id="1496" name="Google Shape;1496;g3f723343625_0_501"/>
          <p:cNvSpPr/>
          <p:nvPr/>
        </p:nvSpPr>
        <p:spPr>
          <a:xfrm>
            <a:off x="2910118" y="3383800"/>
            <a:ext cx="1725000" cy="328200"/>
          </a:xfrm>
          <a:prstGeom prst="roundRect">
            <a:avLst>
              <a:gd fmla="val 16667" name="adj"/>
            </a:avLst>
          </a:prstGeom>
          <a:solidFill>
            <a:schemeClr val="lt2"/>
          </a:solidFill>
          <a:ln>
            <a:noFill/>
          </a:ln>
        </p:spPr>
        <p:txBody>
          <a:bodyPr anchorCtr="0" anchor="ctr" bIns="81100" lIns="432000" spcFirstLastPara="1" rIns="0" wrap="square" tIns="81100">
            <a:noAutofit/>
          </a:bodyPr>
          <a:lstStyle/>
          <a:p>
            <a:pPr indent="0" lvl="0" marL="0" marR="0" rtl="0" algn="l">
              <a:lnSpc>
                <a:spcPct val="100000"/>
              </a:lnSpc>
              <a:spcBef>
                <a:spcPts val="0"/>
              </a:spcBef>
              <a:spcAft>
                <a:spcPts val="0"/>
              </a:spcAft>
              <a:buClr>
                <a:srgbClr val="000000"/>
              </a:buClr>
              <a:buSzPts val="821"/>
              <a:buFont typeface="Arial"/>
              <a:buNone/>
            </a:pPr>
            <a:r>
              <a:rPr b="1" i="0" lang="en" sz="821" u="none" cap="none" strike="noStrike">
                <a:solidFill>
                  <a:schemeClr val="dk1"/>
                </a:solidFill>
                <a:latin typeface="Plus Jakarta Sans"/>
                <a:ea typeface="Plus Jakarta Sans"/>
                <a:cs typeface="Plus Jakarta Sans"/>
                <a:sym typeface="Plus Jakarta Sans"/>
              </a:rPr>
              <a:t>Entity Resolved Tables</a:t>
            </a:r>
            <a:endParaRPr b="1" i="0" sz="821" u="none" cap="none" strike="noStrike">
              <a:solidFill>
                <a:schemeClr val="dk1"/>
              </a:solidFill>
              <a:latin typeface="Plus Jakarta Sans"/>
              <a:ea typeface="Plus Jakarta Sans"/>
              <a:cs typeface="Plus Jakarta Sans"/>
              <a:sym typeface="Plus Jakarta Sans"/>
            </a:endParaRPr>
          </a:p>
        </p:txBody>
      </p:sp>
      <p:pic>
        <p:nvPicPr>
          <p:cNvPr id="1497" name="Google Shape;1497;g3f723343625_0_501"/>
          <p:cNvPicPr preferRelativeResize="0"/>
          <p:nvPr/>
        </p:nvPicPr>
        <p:blipFill rotWithShape="1">
          <a:blip r:embed="rId5">
            <a:alphaModFix/>
          </a:blip>
          <a:srcRect b="0" l="0" r="0" t="0"/>
          <a:stretch/>
        </p:blipFill>
        <p:spPr>
          <a:xfrm>
            <a:off x="2951228" y="3402427"/>
            <a:ext cx="299242" cy="298800"/>
          </a:xfrm>
          <a:prstGeom prst="rect">
            <a:avLst/>
          </a:prstGeom>
          <a:noFill/>
          <a:ln>
            <a:noFill/>
          </a:ln>
        </p:spPr>
      </p:pic>
      <p:pic>
        <p:nvPicPr>
          <p:cNvPr id="1498" name="Google Shape;1498;g3f723343625_0_501"/>
          <p:cNvPicPr preferRelativeResize="0"/>
          <p:nvPr/>
        </p:nvPicPr>
        <p:blipFill rotWithShape="1">
          <a:blip r:embed="rId5">
            <a:alphaModFix/>
          </a:blip>
          <a:srcRect b="0" l="0" r="0" t="0"/>
          <a:stretch/>
        </p:blipFill>
        <p:spPr>
          <a:xfrm>
            <a:off x="1102667" y="2912373"/>
            <a:ext cx="263188" cy="262800"/>
          </a:xfrm>
          <a:prstGeom prst="rect">
            <a:avLst/>
          </a:prstGeom>
          <a:noFill/>
          <a:ln>
            <a:noFill/>
          </a:ln>
        </p:spPr>
      </p:pic>
      <p:pic>
        <p:nvPicPr>
          <p:cNvPr id="1499" name="Google Shape;1499;g3f723343625_0_501"/>
          <p:cNvPicPr preferRelativeResize="0"/>
          <p:nvPr/>
        </p:nvPicPr>
        <p:blipFill rotWithShape="1">
          <a:blip r:embed="rId6">
            <a:alphaModFix/>
          </a:blip>
          <a:srcRect b="0" l="0" r="0" t="0"/>
          <a:stretch/>
        </p:blipFill>
        <p:spPr>
          <a:xfrm>
            <a:off x="2067128" y="2903750"/>
            <a:ext cx="263188" cy="262795"/>
          </a:xfrm>
          <a:prstGeom prst="rect">
            <a:avLst/>
          </a:prstGeom>
          <a:noFill/>
          <a:ln>
            <a:noFill/>
          </a:ln>
        </p:spPr>
      </p:pic>
      <p:pic>
        <p:nvPicPr>
          <p:cNvPr id="1500" name="Google Shape;1500;g3f723343625_0_501"/>
          <p:cNvPicPr preferRelativeResize="0"/>
          <p:nvPr/>
        </p:nvPicPr>
        <p:blipFill rotWithShape="1">
          <a:blip r:embed="rId5">
            <a:alphaModFix/>
          </a:blip>
          <a:srcRect b="0" l="0" r="0" t="0"/>
          <a:stretch/>
        </p:blipFill>
        <p:spPr>
          <a:xfrm>
            <a:off x="2915405" y="2912373"/>
            <a:ext cx="263188" cy="262800"/>
          </a:xfrm>
          <a:prstGeom prst="rect">
            <a:avLst/>
          </a:prstGeom>
          <a:noFill/>
          <a:ln>
            <a:noFill/>
          </a:ln>
        </p:spPr>
      </p:pic>
      <p:pic>
        <p:nvPicPr>
          <p:cNvPr id="1501" name="Google Shape;1501;g3f723343625_0_501"/>
          <p:cNvPicPr preferRelativeResize="0"/>
          <p:nvPr/>
        </p:nvPicPr>
        <p:blipFill rotWithShape="1">
          <a:blip r:embed="rId5">
            <a:alphaModFix/>
          </a:blip>
          <a:srcRect b="0" l="0" r="0" t="0"/>
          <a:stretch/>
        </p:blipFill>
        <p:spPr>
          <a:xfrm>
            <a:off x="3832350" y="2912373"/>
            <a:ext cx="263188" cy="262800"/>
          </a:xfrm>
          <a:prstGeom prst="rect">
            <a:avLst/>
          </a:prstGeom>
          <a:noFill/>
          <a:ln>
            <a:noFill/>
          </a:ln>
        </p:spPr>
      </p:pic>
      <p:pic>
        <p:nvPicPr>
          <p:cNvPr id="1502" name="Google Shape;1502;g3f723343625_0_501"/>
          <p:cNvPicPr preferRelativeResize="0"/>
          <p:nvPr/>
        </p:nvPicPr>
        <p:blipFill rotWithShape="1">
          <a:blip r:embed="rId6">
            <a:alphaModFix/>
          </a:blip>
          <a:srcRect b="0" l="0" r="0" t="0"/>
          <a:stretch/>
        </p:blipFill>
        <p:spPr>
          <a:xfrm>
            <a:off x="4751682" y="2912375"/>
            <a:ext cx="263188" cy="262795"/>
          </a:xfrm>
          <a:prstGeom prst="rect">
            <a:avLst/>
          </a:prstGeom>
          <a:noFill/>
          <a:ln>
            <a:noFill/>
          </a:ln>
        </p:spPr>
      </p:pic>
      <p:pic>
        <p:nvPicPr>
          <p:cNvPr id="1503" name="Google Shape;1503;g3f723343625_0_501"/>
          <p:cNvPicPr preferRelativeResize="0"/>
          <p:nvPr/>
        </p:nvPicPr>
        <p:blipFill rotWithShape="1">
          <a:blip r:embed="rId5">
            <a:alphaModFix/>
          </a:blip>
          <a:srcRect b="0" l="0" r="0" t="0"/>
          <a:stretch/>
        </p:blipFill>
        <p:spPr>
          <a:xfrm>
            <a:off x="5653323" y="2912373"/>
            <a:ext cx="263188" cy="262800"/>
          </a:xfrm>
          <a:prstGeom prst="rect">
            <a:avLst/>
          </a:prstGeom>
          <a:noFill/>
          <a:ln>
            <a:noFill/>
          </a:ln>
        </p:spPr>
      </p:pic>
      <p:pic>
        <p:nvPicPr>
          <p:cNvPr id="1504" name="Google Shape;1504;g3f723343625_0_501"/>
          <p:cNvPicPr preferRelativeResize="0"/>
          <p:nvPr/>
        </p:nvPicPr>
        <p:blipFill rotWithShape="1">
          <a:blip r:embed="rId7">
            <a:alphaModFix/>
          </a:blip>
          <a:srcRect b="0" l="0" r="0" t="0"/>
          <a:stretch/>
        </p:blipFill>
        <p:spPr>
          <a:xfrm>
            <a:off x="6583098" y="2912386"/>
            <a:ext cx="263188" cy="262774"/>
          </a:xfrm>
          <a:prstGeom prst="rect">
            <a:avLst/>
          </a:prstGeom>
          <a:noFill/>
          <a:ln>
            <a:noFill/>
          </a:ln>
        </p:spPr>
      </p:pic>
      <p:sp>
        <p:nvSpPr>
          <p:cNvPr id="1505" name="Google Shape;1505;g3f723343625_0_501"/>
          <p:cNvSpPr/>
          <p:nvPr/>
        </p:nvSpPr>
        <p:spPr>
          <a:xfrm>
            <a:off x="4730110" y="3383800"/>
            <a:ext cx="1725000" cy="328200"/>
          </a:xfrm>
          <a:prstGeom prst="roundRect">
            <a:avLst>
              <a:gd fmla="val 16667" name="adj"/>
            </a:avLst>
          </a:prstGeom>
          <a:solidFill>
            <a:schemeClr val="lt2"/>
          </a:solidFill>
          <a:ln>
            <a:noFill/>
          </a:ln>
        </p:spPr>
        <p:txBody>
          <a:bodyPr anchorCtr="0" anchor="ctr" bIns="81100" lIns="432000" spcFirstLastPara="1" rIns="0" wrap="square" tIns="81100">
            <a:noAutofit/>
          </a:bodyPr>
          <a:lstStyle/>
          <a:p>
            <a:pPr indent="0" lvl="0" marL="0" marR="0" rtl="0" algn="l">
              <a:lnSpc>
                <a:spcPct val="100000"/>
              </a:lnSpc>
              <a:spcBef>
                <a:spcPts val="0"/>
              </a:spcBef>
              <a:spcAft>
                <a:spcPts val="0"/>
              </a:spcAft>
              <a:buClr>
                <a:srgbClr val="000000"/>
              </a:buClr>
              <a:buSzPts val="821"/>
              <a:buFont typeface="Arial"/>
              <a:buNone/>
            </a:pPr>
            <a:r>
              <a:rPr b="1" i="0" lang="en" sz="821" u="none" cap="none" strike="noStrike">
                <a:solidFill>
                  <a:schemeClr val="dk1"/>
                </a:solidFill>
                <a:latin typeface="Plus Jakarta Sans"/>
                <a:ea typeface="Plus Jakarta Sans"/>
                <a:cs typeface="Plus Jakarta Sans"/>
                <a:sym typeface="Plus Jakarta Sans"/>
              </a:rPr>
              <a:t>Staging Tables </a:t>
            </a:r>
            <a:endParaRPr b="1" i="0" sz="821" u="none" cap="none" strike="noStrike">
              <a:solidFill>
                <a:schemeClr val="dk1"/>
              </a:solidFill>
              <a:latin typeface="Plus Jakarta Sans"/>
              <a:ea typeface="Plus Jakarta Sans"/>
              <a:cs typeface="Plus Jakarta Sans"/>
              <a:sym typeface="Plus Jakarta Sans"/>
            </a:endParaRPr>
          </a:p>
        </p:txBody>
      </p:sp>
      <p:pic>
        <p:nvPicPr>
          <p:cNvPr id="1506" name="Google Shape;1506;g3f723343625_0_501"/>
          <p:cNvPicPr preferRelativeResize="0"/>
          <p:nvPr/>
        </p:nvPicPr>
        <p:blipFill rotWithShape="1">
          <a:blip r:embed="rId5">
            <a:alphaModFix/>
          </a:blip>
          <a:srcRect b="0" l="0" r="0" t="0"/>
          <a:stretch/>
        </p:blipFill>
        <p:spPr>
          <a:xfrm>
            <a:off x="4778200" y="3402427"/>
            <a:ext cx="299242" cy="298800"/>
          </a:xfrm>
          <a:prstGeom prst="rect">
            <a:avLst/>
          </a:prstGeom>
          <a:noFill/>
          <a:ln>
            <a:noFill/>
          </a:ln>
        </p:spPr>
      </p:pic>
      <p:sp>
        <p:nvSpPr>
          <p:cNvPr id="1507" name="Google Shape;1507;g3f723343625_0_501"/>
          <p:cNvSpPr/>
          <p:nvPr/>
        </p:nvSpPr>
        <p:spPr>
          <a:xfrm>
            <a:off x="1010276" y="738700"/>
            <a:ext cx="6984000" cy="4320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81100" lIns="81100" spcFirstLastPara="1" rIns="81100" wrap="square" tIns="81100">
            <a:noAutofit/>
          </a:bodyPr>
          <a:lstStyle/>
          <a:p>
            <a:pPr indent="0" lvl="0" marL="0" marR="0" rtl="0" algn="l">
              <a:lnSpc>
                <a:spcPct val="100000"/>
              </a:lnSpc>
              <a:spcBef>
                <a:spcPts val="0"/>
              </a:spcBef>
              <a:spcAft>
                <a:spcPts val="0"/>
              </a:spcAft>
              <a:buClr>
                <a:srgbClr val="000000"/>
              </a:buClr>
              <a:buSzPts val="1242"/>
              <a:buFont typeface="Arial"/>
              <a:buNone/>
            </a:pPr>
            <a:r>
              <a:t/>
            </a:r>
            <a:endParaRPr b="0" i="0" sz="1242" u="none" cap="none" strike="noStrike">
              <a:solidFill>
                <a:schemeClr val="lt1"/>
              </a:solidFill>
              <a:latin typeface="Plus Jakarta Sans"/>
              <a:ea typeface="Plus Jakarta Sans"/>
              <a:cs typeface="Plus Jakarta Sans"/>
              <a:sym typeface="Plus Jakarta Sans"/>
            </a:endParaRPr>
          </a:p>
        </p:txBody>
      </p:sp>
      <p:sp>
        <p:nvSpPr>
          <p:cNvPr id="1508" name="Google Shape;1508;g3f723343625_0_501"/>
          <p:cNvSpPr/>
          <p:nvPr/>
        </p:nvSpPr>
        <p:spPr>
          <a:xfrm>
            <a:off x="1090137" y="792046"/>
            <a:ext cx="1530000" cy="328200"/>
          </a:xfrm>
          <a:prstGeom prst="roundRect">
            <a:avLst>
              <a:gd fmla="val 16667" name="adj"/>
            </a:avLst>
          </a:prstGeom>
          <a:solidFill>
            <a:schemeClr val="lt2"/>
          </a:solidFill>
          <a:ln>
            <a:noFill/>
          </a:ln>
        </p:spPr>
        <p:txBody>
          <a:bodyPr anchorCtr="0" anchor="ctr" bIns="81100" lIns="81100" spcFirstLastPara="1" rIns="81100" wrap="square" tIns="81100">
            <a:noAutofit/>
          </a:bodyPr>
          <a:lstStyle/>
          <a:p>
            <a:pPr indent="0" lvl="0" marL="0" marR="0" rtl="0" algn="l">
              <a:lnSpc>
                <a:spcPct val="100000"/>
              </a:lnSpc>
              <a:spcBef>
                <a:spcPts val="0"/>
              </a:spcBef>
              <a:spcAft>
                <a:spcPts val="0"/>
              </a:spcAft>
              <a:buClr>
                <a:srgbClr val="000000"/>
              </a:buClr>
              <a:buSzPts val="710"/>
              <a:buFont typeface="Arial"/>
              <a:buNone/>
            </a:pPr>
            <a:r>
              <a:rPr b="1" i="0" lang="en" sz="710" u="none" cap="none" strike="noStrike">
                <a:solidFill>
                  <a:schemeClr val="dk1"/>
                </a:solidFill>
                <a:latin typeface="Plus Jakarta Sans"/>
                <a:ea typeface="Plus Jakarta Sans"/>
                <a:cs typeface="Plus Jakarta Sans"/>
                <a:sym typeface="Plus Jakarta Sans"/>
              </a:rPr>
              <a:t>                 Graph Data Science</a:t>
            </a:r>
            <a:br>
              <a:rPr b="1" i="0" lang="en" sz="710" u="none" cap="none" strike="noStrike">
                <a:solidFill>
                  <a:schemeClr val="dk1"/>
                </a:solidFill>
                <a:latin typeface="Plus Jakarta Sans"/>
                <a:ea typeface="Plus Jakarta Sans"/>
                <a:cs typeface="Plus Jakarta Sans"/>
                <a:sym typeface="Plus Jakarta Sans"/>
              </a:rPr>
            </a:br>
            <a:r>
              <a:rPr b="1" i="0" lang="en" sz="710" u="none" cap="none" strike="noStrike">
                <a:solidFill>
                  <a:schemeClr val="dk1"/>
                </a:solidFill>
                <a:latin typeface="Plus Jakarta Sans"/>
                <a:ea typeface="Plus Jakarta Sans"/>
                <a:cs typeface="Plus Jakarta Sans"/>
                <a:sym typeface="Plus Jakarta Sans"/>
              </a:rPr>
              <a:t>                 Graph Neural Networks</a:t>
            </a:r>
            <a:endParaRPr b="1" i="0" sz="710" u="none" cap="none" strike="noStrike">
              <a:solidFill>
                <a:schemeClr val="dk1"/>
              </a:solidFill>
              <a:latin typeface="Plus Jakarta Sans"/>
              <a:ea typeface="Plus Jakarta Sans"/>
              <a:cs typeface="Plus Jakarta Sans"/>
              <a:sym typeface="Plus Jakarta Sans"/>
            </a:endParaRPr>
          </a:p>
        </p:txBody>
      </p:sp>
      <p:pic>
        <p:nvPicPr>
          <p:cNvPr id="1509" name="Google Shape;1509;g3f723343625_0_501"/>
          <p:cNvPicPr preferRelativeResize="0"/>
          <p:nvPr/>
        </p:nvPicPr>
        <p:blipFill rotWithShape="1">
          <a:blip r:embed="rId8">
            <a:alphaModFix/>
          </a:blip>
          <a:srcRect b="0" l="0" r="0" t="0"/>
          <a:stretch/>
        </p:blipFill>
        <p:spPr>
          <a:xfrm>
            <a:off x="1111986" y="803050"/>
            <a:ext cx="306200" cy="306200"/>
          </a:xfrm>
          <a:prstGeom prst="rect">
            <a:avLst/>
          </a:prstGeom>
          <a:noFill/>
          <a:ln>
            <a:noFill/>
          </a:ln>
        </p:spPr>
      </p:pic>
      <p:sp>
        <p:nvSpPr>
          <p:cNvPr id="1510" name="Google Shape;1510;g3f723343625_0_501"/>
          <p:cNvSpPr/>
          <p:nvPr/>
        </p:nvSpPr>
        <p:spPr>
          <a:xfrm>
            <a:off x="2851208" y="792046"/>
            <a:ext cx="1530000" cy="328200"/>
          </a:xfrm>
          <a:prstGeom prst="roundRect">
            <a:avLst>
              <a:gd fmla="val 16667" name="adj"/>
            </a:avLst>
          </a:prstGeom>
          <a:solidFill>
            <a:schemeClr val="lt2"/>
          </a:solidFill>
          <a:ln>
            <a:noFill/>
          </a:ln>
        </p:spPr>
        <p:txBody>
          <a:bodyPr anchorCtr="0" anchor="ctr" bIns="81100" lIns="82800" spcFirstLastPara="1" rIns="81100" wrap="square" tIns="81100">
            <a:noAutofit/>
          </a:bodyPr>
          <a:lstStyle/>
          <a:p>
            <a:pPr indent="0" lvl="0" marL="0" marR="0" rtl="0" algn="l">
              <a:lnSpc>
                <a:spcPct val="100000"/>
              </a:lnSpc>
              <a:spcBef>
                <a:spcPts val="0"/>
              </a:spcBef>
              <a:spcAft>
                <a:spcPts val="0"/>
              </a:spcAft>
              <a:buClr>
                <a:srgbClr val="000000"/>
              </a:buClr>
              <a:buSzPts val="710"/>
              <a:buFont typeface="Arial"/>
              <a:buNone/>
            </a:pPr>
            <a:r>
              <a:rPr b="1" i="0" lang="en" sz="710" u="none" cap="none" strike="noStrike">
                <a:solidFill>
                  <a:schemeClr val="dk1"/>
                </a:solidFill>
                <a:latin typeface="Plus Jakarta Sans"/>
                <a:ea typeface="Plus Jakarta Sans"/>
                <a:cs typeface="Plus Jakarta Sans"/>
                <a:sym typeface="Plus Jakarta Sans"/>
              </a:rPr>
              <a:t>                  Semantic Search</a:t>
            </a:r>
            <a:br>
              <a:rPr b="1" i="0" lang="en" sz="710" u="none" cap="none" strike="noStrike">
                <a:solidFill>
                  <a:schemeClr val="dk1"/>
                </a:solidFill>
                <a:latin typeface="Plus Jakarta Sans"/>
                <a:ea typeface="Plus Jakarta Sans"/>
                <a:cs typeface="Plus Jakarta Sans"/>
                <a:sym typeface="Plus Jakarta Sans"/>
              </a:rPr>
            </a:br>
            <a:r>
              <a:rPr b="1" i="0" lang="en" sz="710" u="none" cap="none" strike="noStrike">
                <a:solidFill>
                  <a:schemeClr val="dk1"/>
                </a:solidFill>
                <a:latin typeface="Plus Jakarta Sans"/>
                <a:ea typeface="Plus Jakarta Sans"/>
                <a:cs typeface="Plus Jakarta Sans"/>
                <a:sym typeface="Plus Jakarta Sans"/>
              </a:rPr>
              <a:t>                  Graph-RAG</a:t>
            </a:r>
            <a:endParaRPr b="1" i="0" sz="710" u="none" cap="none" strike="noStrike">
              <a:solidFill>
                <a:schemeClr val="dk1"/>
              </a:solidFill>
              <a:latin typeface="Plus Jakarta Sans"/>
              <a:ea typeface="Plus Jakarta Sans"/>
              <a:cs typeface="Plus Jakarta Sans"/>
              <a:sym typeface="Plus Jakarta Sans"/>
            </a:endParaRPr>
          </a:p>
        </p:txBody>
      </p:sp>
      <p:sp>
        <p:nvSpPr>
          <p:cNvPr id="1511" name="Google Shape;1511;g3f723343625_0_501"/>
          <p:cNvSpPr/>
          <p:nvPr/>
        </p:nvSpPr>
        <p:spPr>
          <a:xfrm>
            <a:off x="4612280" y="792046"/>
            <a:ext cx="1530600" cy="328200"/>
          </a:xfrm>
          <a:prstGeom prst="roundRect">
            <a:avLst>
              <a:gd fmla="val 16667" name="adj"/>
            </a:avLst>
          </a:prstGeom>
          <a:solidFill>
            <a:schemeClr val="lt2"/>
          </a:solidFill>
          <a:ln>
            <a:noFill/>
          </a:ln>
        </p:spPr>
        <p:txBody>
          <a:bodyPr anchorCtr="0" anchor="ctr" bIns="81100" lIns="118800" spcFirstLastPara="1" rIns="81100" wrap="square" tIns="81100">
            <a:noAutofit/>
          </a:bodyPr>
          <a:lstStyle/>
          <a:p>
            <a:pPr indent="0" lvl="0" marL="0" marR="0" rtl="0" algn="l">
              <a:lnSpc>
                <a:spcPct val="100000"/>
              </a:lnSpc>
              <a:spcBef>
                <a:spcPts val="0"/>
              </a:spcBef>
              <a:spcAft>
                <a:spcPts val="0"/>
              </a:spcAft>
              <a:buClr>
                <a:srgbClr val="000000"/>
              </a:buClr>
              <a:buSzPts val="710"/>
              <a:buFont typeface="Arial"/>
              <a:buNone/>
            </a:pPr>
            <a:r>
              <a:rPr b="1" i="0" lang="en" sz="710" u="none" cap="none" strike="noStrike">
                <a:solidFill>
                  <a:schemeClr val="dk1"/>
                </a:solidFill>
                <a:latin typeface="Plus Jakarta Sans"/>
                <a:ea typeface="Plus Jakarta Sans"/>
                <a:cs typeface="Plus Jakarta Sans"/>
                <a:sym typeface="Plus Jakarta Sans"/>
              </a:rPr>
              <a:t>                Agentic Workflows</a:t>
            </a:r>
            <a:br>
              <a:rPr b="1" i="0" lang="en" sz="710" u="none" cap="none" strike="noStrike">
                <a:solidFill>
                  <a:schemeClr val="dk1"/>
                </a:solidFill>
                <a:latin typeface="Plus Jakarta Sans"/>
                <a:ea typeface="Plus Jakarta Sans"/>
                <a:cs typeface="Plus Jakarta Sans"/>
                <a:sym typeface="Plus Jakarta Sans"/>
              </a:rPr>
            </a:br>
            <a:r>
              <a:rPr b="1" i="0" lang="en" sz="710" u="none" cap="none" strike="noStrike">
                <a:solidFill>
                  <a:schemeClr val="dk1"/>
                </a:solidFill>
                <a:latin typeface="Plus Jakarta Sans"/>
                <a:ea typeface="Plus Jakarta Sans"/>
                <a:cs typeface="Plus Jakarta Sans"/>
                <a:sym typeface="Plus Jakarta Sans"/>
              </a:rPr>
              <a:t>                Agent Studio    </a:t>
            </a:r>
            <a:endParaRPr b="1" i="0" sz="710" u="none" cap="none" strike="noStrike">
              <a:solidFill>
                <a:schemeClr val="dk1"/>
              </a:solidFill>
              <a:latin typeface="Plus Jakarta Sans"/>
              <a:ea typeface="Plus Jakarta Sans"/>
              <a:cs typeface="Plus Jakarta Sans"/>
              <a:sym typeface="Plus Jakarta Sans"/>
            </a:endParaRPr>
          </a:p>
        </p:txBody>
      </p:sp>
      <p:sp>
        <p:nvSpPr>
          <p:cNvPr id="1512" name="Google Shape;1512;g3f723343625_0_501"/>
          <p:cNvSpPr/>
          <p:nvPr/>
        </p:nvSpPr>
        <p:spPr>
          <a:xfrm>
            <a:off x="6373951" y="792046"/>
            <a:ext cx="1530600" cy="328200"/>
          </a:xfrm>
          <a:prstGeom prst="roundRect">
            <a:avLst>
              <a:gd fmla="val 16667" name="adj"/>
            </a:avLst>
          </a:prstGeom>
          <a:solidFill>
            <a:schemeClr val="lt2"/>
          </a:solidFill>
          <a:ln>
            <a:noFill/>
          </a:ln>
        </p:spPr>
        <p:txBody>
          <a:bodyPr anchorCtr="0" anchor="ctr" bIns="81100" lIns="118800" spcFirstLastPara="1" rIns="81100" wrap="square" tIns="81100">
            <a:noAutofit/>
          </a:bodyPr>
          <a:lstStyle/>
          <a:p>
            <a:pPr indent="0" lvl="0" marL="0" marR="0" rtl="0" algn="l">
              <a:lnSpc>
                <a:spcPct val="100000"/>
              </a:lnSpc>
              <a:spcBef>
                <a:spcPts val="0"/>
              </a:spcBef>
              <a:spcAft>
                <a:spcPts val="0"/>
              </a:spcAft>
              <a:buClr>
                <a:srgbClr val="000000"/>
              </a:buClr>
              <a:buSzPts val="710"/>
              <a:buFont typeface="Arial"/>
              <a:buNone/>
            </a:pPr>
            <a:r>
              <a:rPr b="1" i="0" lang="en" sz="710" u="none" cap="none" strike="noStrike">
                <a:solidFill>
                  <a:schemeClr val="dk1"/>
                </a:solidFill>
                <a:latin typeface="Plus Jakarta Sans"/>
                <a:ea typeface="Plus Jakarta Sans"/>
                <a:cs typeface="Plus Jakarta Sans"/>
                <a:sym typeface="Plus Jakarta Sans"/>
              </a:rPr>
              <a:t>                 Fraud Ring Detection</a:t>
            </a:r>
            <a:br>
              <a:rPr b="1" i="0" lang="en" sz="710" u="none" cap="none" strike="noStrike">
                <a:solidFill>
                  <a:schemeClr val="dk1"/>
                </a:solidFill>
                <a:latin typeface="Plus Jakarta Sans"/>
                <a:ea typeface="Plus Jakarta Sans"/>
                <a:cs typeface="Plus Jakarta Sans"/>
                <a:sym typeface="Plus Jakarta Sans"/>
              </a:rPr>
            </a:br>
            <a:r>
              <a:rPr b="1" i="0" lang="en" sz="710" u="none" cap="none" strike="noStrike">
                <a:solidFill>
                  <a:schemeClr val="dk1"/>
                </a:solidFill>
                <a:latin typeface="Plus Jakarta Sans"/>
                <a:ea typeface="Plus Jakarta Sans"/>
                <a:cs typeface="Plus Jakarta Sans"/>
                <a:sym typeface="Plus Jakarta Sans"/>
              </a:rPr>
              <a:t>                 AML Screening  </a:t>
            </a:r>
            <a:endParaRPr b="1" i="0" sz="710" u="none" cap="none" strike="noStrike">
              <a:solidFill>
                <a:schemeClr val="dk1"/>
              </a:solidFill>
              <a:latin typeface="Plus Jakarta Sans"/>
              <a:ea typeface="Plus Jakarta Sans"/>
              <a:cs typeface="Plus Jakarta Sans"/>
              <a:sym typeface="Plus Jakarta Sans"/>
            </a:endParaRPr>
          </a:p>
        </p:txBody>
      </p:sp>
      <p:sp>
        <p:nvSpPr>
          <p:cNvPr id="1513" name="Google Shape;1513;g3f723343625_0_501"/>
          <p:cNvSpPr/>
          <p:nvPr/>
        </p:nvSpPr>
        <p:spPr>
          <a:xfrm>
            <a:off x="2368099" y="3884874"/>
            <a:ext cx="2013000" cy="328200"/>
          </a:xfrm>
          <a:prstGeom prst="roundRect">
            <a:avLst>
              <a:gd fmla="val 16667" name="adj"/>
            </a:avLst>
          </a:prstGeom>
          <a:solidFill>
            <a:schemeClr val="lt2"/>
          </a:solidFill>
          <a:ln>
            <a:noFill/>
          </a:ln>
        </p:spPr>
        <p:txBody>
          <a:bodyPr anchorCtr="0" anchor="ctr" bIns="81100" lIns="81100" spcFirstLastPara="1" rIns="81100" wrap="square" tIns="81100">
            <a:noAutofit/>
          </a:bodyPr>
          <a:lstStyle/>
          <a:p>
            <a:pPr indent="0" lvl="0" marL="0" marR="0" rtl="0" algn="ctr">
              <a:lnSpc>
                <a:spcPct val="100000"/>
              </a:lnSpc>
              <a:spcBef>
                <a:spcPts val="0"/>
              </a:spcBef>
              <a:spcAft>
                <a:spcPts val="0"/>
              </a:spcAft>
              <a:buClr>
                <a:srgbClr val="000000"/>
              </a:buClr>
              <a:buSzPts val="621"/>
              <a:buFont typeface="Arial"/>
              <a:buNone/>
            </a:pPr>
            <a:r>
              <a:t/>
            </a:r>
            <a:endParaRPr b="1" i="0" sz="621" u="none" cap="none" strike="noStrike">
              <a:solidFill>
                <a:schemeClr val="accent1"/>
              </a:solidFill>
              <a:latin typeface="Plus Jakarta Sans"/>
              <a:ea typeface="Plus Jakarta Sans"/>
              <a:cs typeface="Plus Jakarta Sans"/>
              <a:sym typeface="Plus Jakarta Sans"/>
            </a:endParaRPr>
          </a:p>
        </p:txBody>
      </p:sp>
      <p:pic>
        <p:nvPicPr>
          <p:cNvPr id="1514" name="Google Shape;1514;g3f723343625_0_501"/>
          <p:cNvPicPr preferRelativeResize="0"/>
          <p:nvPr/>
        </p:nvPicPr>
        <p:blipFill rotWithShape="1">
          <a:blip r:embed="rId9">
            <a:alphaModFix/>
          </a:blip>
          <a:srcRect b="0" l="0" r="0" t="0"/>
          <a:stretch/>
        </p:blipFill>
        <p:spPr>
          <a:xfrm>
            <a:off x="3993383" y="3935643"/>
            <a:ext cx="227100" cy="227100"/>
          </a:xfrm>
          <a:prstGeom prst="rect">
            <a:avLst/>
          </a:prstGeom>
          <a:noFill/>
          <a:ln>
            <a:noFill/>
          </a:ln>
        </p:spPr>
      </p:pic>
      <p:pic>
        <p:nvPicPr>
          <p:cNvPr id="1515" name="Google Shape;1515;g3f723343625_0_501"/>
          <p:cNvPicPr preferRelativeResize="0"/>
          <p:nvPr/>
        </p:nvPicPr>
        <p:blipFill rotWithShape="1">
          <a:blip r:embed="rId10">
            <a:alphaModFix/>
          </a:blip>
          <a:srcRect b="0" l="0" r="0" t="0"/>
          <a:stretch/>
        </p:blipFill>
        <p:spPr>
          <a:xfrm>
            <a:off x="2548029" y="3970509"/>
            <a:ext cx="374774" cy="157367"/>
          </a:xfrm>
          <a:prstGeom prst="rect">
            <a:avLst/>
          </a:prstGeom>
          <a:noFill/>
          <a:ln>
            <a:noFill/>
          </a:ln>
        </p:spPr>
      </p:pic>
      <p:pic>
        <p:nvPicPr>
          <p:cNvPr id="1516" name="Google Shape;1516;g3f723343625_0_501"/>
          <p:cNvPicPr preferRelativeResize="0"/>
          <p:nvPr/>
        </p:nvPicPr>
        <p:blipFill rotWithShape="1">
          <a:blip r:embed="rId11">
            <a:alphaModFix/>
          </a:blip>
          <a:srcRect b="0" l="-1393" r="-254" t="-2596"/>
          <a:stretch/>
        </p:blipFill>
        <p:spPr>
          <a:xfrm>
            <a:off x="3209465" y="3943127"/>
            <a:ext cx="453904" cy="212131"/>
          </a:xfrm>
          <a:prstGeom prst="rect">
            <a:avLst/>
          </a:prstGeom>
          <a:noFill/>
          <a:ln>
            <a:noFill/>
          </a:ln>
        </p:spPr>
      </p:pic>
      <p:sp>
        <p:nvSpPr>
          <p:cNvPr id="1517" name="Google Shape;1517;g3f723343625_0_501"/>
          <p:cNvSpPr/>
          <p:nvPr/>
        </p:nvSpPr>
        <p:spPr>
          <a:xfrm>
            <a:off x="5893975" y="3884875"/>
            <a:ext cx="2045700" cy="328200"/>
          </a:xfrm>
          <a:prstGeom prst="roundRect">
            <a:avLst>
              <a:gd fmla="val 16667" name="adj"/>
            </a:avLst>
          </a:prstGeom>
          <a:solidFill>
            <a:schemeClr val="lt2"/>
          </a:solidFill>
          <a:ln>
            <a:noFill/>
          </a:ln>
        </p:spPr>
        <p:txBody>
          <a:bodyPr anchorCtr="0" anchor="ctr" bIns="81100" lIns="81100" spcFirstLastPara="1" rIns="81100" wrap="square" tIns="81100">
            <a:noAutofit/>
          </a:bodyPr>
          <a:lstStyle/>
          <a:p>
            <a:pPr indent="0" lvl="0" marL="0" marR="0" rtl="0" algn="ctr">
              <a:lnSpc>
                <a:spcPct val="100000"/>
              </a:lnSpc>
              <a:spcBef>
                <a:spcPts val="0"/>
              </a:spcBef>
              <a:spcAft>
                <a:spcPts val="0"/>
              </a:spcAft>
              <a:buClr>
                <a:srgbClr val="000000"/>
              </a:buClr>
              <a:buSzPts val="621"/>
              <a:buFont typeface="Arial"/>
              <a:buNone/>
            </a:pPr>
            <a:r>
              <a:t/>
            </a:r>
            <a:endParaRPr b="1" i="0" sz="621" u="none" cap="none" strike="noStrike">
              <a:solidFill>
                <a:schemeClr val="accent1"/>
              </a:solidFill>
              <a:latin typeface="Plus Jakarta Sans"/>
              <a:ea typeface="Plus Jakarta Sans"/>
              <a:cs typeface="Plus Jakarta Sans"/>
              <a:sym typeface="Plus Jakarta Sans"/>
            </a:endParaRPr>
          </a:p>
        </p:txBody>
      </p:sp>
      <p:pic>
        <p:nvPicPr>
          <p:cNvPr id="1518" name="Google Shape;1518;g3f723343625_0_501"/>
          <p:cNvPicPr preferRelativeResize="0"/>
          <p:nvPr/>
        </p:nvPicPr>
        <p:blipFill rotWithShape="1">
          <a:blip r:embed="rId12">
            <a:alphaModFix/>
          </a:blip>
          <a:srcRect b="130" l="0" r="0" t="130"/>
          <a:stretch/>
        </p:blipFill>
        <p:spPr>
          <a:xfrm>
            <a:off x="6241315" y="3952892"/>
            <a:ext cx="418077" cy="216847"/>
          </a:xfrm>
          <a:prstGeom prst="rect">
            <a:avLst/>
          </a:prstGeom>
          <a:noFill/>
          <a:ln>
            <a:noFill/>
          </a:ln>
        </p:spPr>
      </p:pic>
      <p:pic>
        <p:nvPicPr>
          <p:cNvPr id="1519" name="Google Shape;1519;g3f723343625_0_501"/>
          <p:cNvPicPr preferRelativeResize="0"/>
          <p:nvPr/>
        </p:nvPicPr>
        <p:blipFill rotWithShape="1">
          <a:blip r:embed="rId13">
            <a:alphaModFix/>
          </a:blip>
          <a:srcRect b="0" l="0" r="0" t="0"/>
          <a:stretch/>
        </p:blipFill>
        <p:spPr>
          <a:xfrm>
            <a:off x="7099077" y="3951515"/>
            <a:ext cx="570372" cy="219600"/>
          </a:xfrm>
          <a:prstGeom prst="rect">
            <a:avLst/>
          </a:prstGeom>
          <a:noFill/>
          <a:ln>
            <a:noFill/>
          </a:ln>
        </p:spPr>
      </p:pic>
      <p:cxnSp>
        <p:nvCxnSpPr>
          <p:cNvPr id="1520" name="Google Shape;1520;g3f723343625_0_501"/>
          <p:cNvCxnSpPr>
            <a:stCxn id="1481" idx="1"/>
          </p:cNvCxnSpPr>
          <p:nvPr/>
        </p:nvCxnSpPr>
        <p:spPr>
          <a:xfrm flipH="1" rot="10800000">
            <a:off x="1010276" y="2401374"/>
            <a:ext cx="1874400" cy="1647600"/>
          </a:xfrm>
          <a:prstGeom prst="bentConnector3">
            <a:avLst>
              <a:gd fmla="val -12704" name="adj1"/>
            </a:avLst>
          </a:prstGeom>
          <a:noFill/>
          <a:ln cap="flat" cmpd="sng" w="19050">
            <a:solidFill>
              <a:schemeClr val="accent1"/>
            </a:solidFill>
            <a:prstDash val="solid"/>
            <a:round/>
            <a:headEnd len="sm" w="sm" type="none"/>
            <a:tailEnd len="med" w="med" type="triangle"/>
          </a:ln>
        </p:spPr>
      </p:cxnSp>
      <p:sp>
        <p:nvSpPr>
          <p:cNvPr id="1521" name="Google Shape;1521;g3f723343625_0_501"/>
          <p:cNvSpPr txBox="1"/>
          <p:nvPr>
            <p:ph idx="4294967295" type="title"/>
          </p:nvPr>
        </p:nvSpPr>
        <p:spPr>
          <a:xfrm>
            <a:off x="530350" y="292608"/>
            <a:ext cx="8098200" cy="3282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000"/>
              <a:buNone/>
            </a:pPr>
            <a:r>
              <a:rPr lang="en" sz="2300">
                <a:latin typeface="Plus Jakarta Sans"/>
                <a:ea typeface="Plus Jakarta Sans"/>
                <a:cs typeface="Plus Jakarta Sans"/>
                <a:sym typeface="Plus Jakarta Sans"/>
              </a:rPr>
              <a:t>From Raw Data to AI-enabled Financial Crime Detection</a:t>
            </a:r>
            <a:endParaRPr sz="2300">
              <a:latin typeface="Plus Jakarta Sans"/>
              <a:ea typeface="Plus Jakarta Sans"/>
              <a:cs typeface="Plus Jakarta Sans"/>
              <a:sym typeface="Plus Jakarta Sans"/>
            </a:endParaRPr>
          </a:p>
        </p:txBody>
      </p:sp>
      <p:sp>
        <p:nvSpPr>
          <p:cNvPr id="1522" name="Google Shape;1522;g3f723343625_0_501"/>
          <p:cNvSpPr txBox="1"/>
          <p:nvPr/>
        </p:nvSpPr>
        <p:spPr>
          <a:xfrm>
            <a:off x="872545" y="2105719"/>
            <a:ext cx="1905000" cy="2838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900"/>
              <a:buFont typeface="Arial"/>
              <a:buNone/>
            </a:pPr>
            <a:r>
              <a:rPr b="1" i="0" lang="en" sz="900" u="none" cap="none" strike="noStrike">
                <a:solidFill>
                  <a:schemeClr val="dk1"/>
                </a:solidFill>
                <a:latin typeface="Plus Jakarta Sans"/>
                <a:ea typeface="Plus Jakarta Sans"/>
                <a:cs typeface="Plus Jakarta Sans"/>
                <a:sym typeface="Plus Jakarta Sans"/>
              </a:rPr>
              <a:t>Graph Ingestion Processors</a:t>
            </a:r>
            <a:endParaRPr b="1" i="0" sz="900" u="none" cap="none" strike="noStrike">
              <a:solidFill>
                <a:schemeClr val="dk1"/>
              </a:solidFill>
              <a:latin typeface="Plus Jakarta Sans"/>
              <a:ea typeface="Plus Jakarta Sans"/>
              <a:cs typeface="Plus Jakarta Sans"/>
              <a:sym typeface="Plus Jakarta Sans"/>
            </a:endParaRPr>
          </a:p>
        </p:txBody>
      </p:sp>
      <p:pic>
        <p:nvPicPr>
          <p:cNvPr id="1523" name="Google Shape;1523;g3f723343625_0_501"/>
          <p:cNvPicPr preferRelativeResize="0"/>
          <p:nvPr/>
        </p:nvPicPr>
        <p:blipFill rotWithShape="1">
          <a:blip r:embed="rId8">
            <a:alphaModFix/>
          </a:blip>
          <a:srcRect b="0" l="0" r="0" t="0"/>
          <a:stretch/>
        </p:blipFill>
        <p:spPr>
          <a:xfrm>
            <a:off x="2879286" y="803050"/>
            <a:ext cx="306200" cy="306200"/>
          </a:xfrm>
          <a:prstGeom prst="rect">
            <a:avLst/>
          </a:prstGeom>
          <a:noFill/>
          <a:ln>
            <a:noFill/>
          </a:ln>
        </p:spPr>
      </p:pic>
      <p:pic>
        <p:nvPicPr>
          <p:cNvPr id="1524" name="Google Shape;1524;g3f723343625_0_501"/>
          <p:cNvPicPr preferRelativeResize="0"/>
          <p:nvPr/>
        </p:nvPicPr>
        <p:blipFill rotWithShape="1">
          <a:blip r:embed="rId8">
            <a:alphaModFix/>
          </a:blip>
          <a:srcRect b="0" l="0" r="0" t="0"/>
          <a:stretch/>
        </p:blipFill>
        <p:spPr>
          <a:xfrm>
            <a:off x="4646586" y="803050"/>
            <a:ext cx="306200" cy="306200"/>
          </a:xfrm>
          <a:prstGeom prst="rect">
            <a:avLst/>
          </a:prstGeom>
          <a:noFill/>
          <a:ln>
            <a:noFill/>
          </a:ln>
        </p:spPr>
      </p:pic>
      <p:pic>
        <p:nvPicPr>
          <p:cNvPr id="1525" name="Google Shape;1525;g3f723343625_0_501"/>
          <p:cNvPicPr preferRelativeResize="0"/>
          <p:nvPr/>
        </p:nvPicPr>
        <p:blipFill rotWithShape="1">
          <a:blip r:embed="rId8">
            <a:alphaModFix/>
          </a:blip>
          <a:srcRect b="0" l="0" r="0" t="0"/>
          <a:stretch/>
        </p:blipFill>
        <p:spPr>
          <a:xfrm>
            <a:off x="6413886" y="803050"/>
            <a:ext cx="306200" cy="306200"/>
          </a:xfrm>
          <a:prstGeom prst="rect">
            <a:avLst/>
          </a:prstGeom>
          <a:noFill/>
          <a:ln>
            <a:noFill/>
          </a:ln>
        </p:spPr>
      </p:pic>
      <p:pic>
        <p:nvPicPr>
          <p:cNvPr id="1526" name="Google Shape;1526;g3f723343625_0_501" title="Asset 1.png"/>
          <p:cNvPicPr preferRelativeResize="0"/>
          <p:nvPr/>
        </p:nvPicPr>
        <p:blipFill rotWithShape="1">
          <a:blip r:embed="rId14">
            <a:alphaModFix/>
          </a:blip>
          <a:srcRect b="0" l="0" r="0" t="0"/>
          <a:stretch/>
        </p:blipFill>
        <p:spPr>
          <a:xfrm>
            <a:off x="7549775" y="2888685"/>
            <a:ext cx="306199" cy="302743"/>
          </a:xfrm>
          <a:prstGeom prst="rect">
            <a:avLst/>
          </a:prstGeom>
          <a:noFill/>
          <a:ln>
            <a:noFill/>
          </a:ln>
        </p:spPr>
      </p:pic>
      <p:pic>
        <p:nvPicPr>
          <p:cNvPr id="1527" name="Google Shape;1527;g3f723343625_0_501" title="Asset 1.png"/>
          <p:cNvPicPr preferRelativeResize="0"/>
          <p:nvPr/>
        </p:nvPicPr>
        <p:blipFill rotWithShape="1">
          <a:blip r:embed="rId14">
            <a:alphaModFix/>
          </a:blip>
          <a:srcRect b="0" l="0" r="0" t="0"/>
          <a:stretch/>
        </p:blipFill>
        <p:spPr>
          <a:xfrm>
            <a:off x="7549775" y="3390697"/>
            <a:ext cx="306199" cy="302743"/>
          </a:xfrm>
          <a:prstGeom prst="rect">
            <a:avLst/>
          </a:prstGeom>
          <a:noFill/>
          <a:ln>
            <a:noFill/>
          </a:ln>
        </p:spPr>
      </p:pic>
      <p:pic>
        <p:nvPicPr>
          <p:cNvPr id="1528" name="Google Shape;1528;g3f723343625_0_501" title="Asset 5.png"/>
          <p:cNvPicPr preferRelativeResize="0"/>
          <p:nvPr/>
        </p:nvPicPr>
        <p:blipFill rotWithShape="1">
          <a:blip r:embed="rId15">
            <a:alphaModFix/>
          </a:blip>
          <a:srcRect b="0" l="0" r="0" t="0"/>
          <a:stretch/>
        </p:blipFill>
        <p:spPr>
          <a:xfrm>
            <a:off x="6605149" y="3447435"/>
            <a:ext cx="378076" cy="216396"/>
          </a:xfrm>
          <a:prstGeom prst="rect">
            <a:avLst/>
          </a:prstGeom>
          <a:noFill/>
          <a:ln>
            <a:noFill/>
          </a:ln>
        </p:spPr>
      </p:pic>
      <p:pic>
        <p:nvPicPr>
          <p:cNvPr id="1529" name="Google Shape;1529;g3f723343625_0_501" title="Data lineage@2x.png"/>
          <p:cNvPicPr preferRelativeResize="0"/>
          <p:nvPr/>
        </p:nvPicPr>
        <p:blipFill rotWithShape="1">
          <a:blip r:embed="rId16">
            <a:alphaModFix/>
          </a:blip>
          <a:srcRect b="0" l="0" r="0" t="0"/>
          <a:stretch/>
        </p:blipFill>
        <p:spPr>
          <a:xfrm>
            <a:off x="7122132" y="3428393"/>
            <a:ext cx="288729" cy="256648"/>
          </a:xfrm>
          <a:prstGeom prst="rect">
            <a:avLst/>
          </a:prstGeom>
          <a:noFill/>
          <a:ln>
            <a:noFill/>
          </a:ln>
        </p:spPr>
      </p:pic>
      <p:grpSp>
        <p:nvGrpSpPr>
          <p:cNvPr id="1530" name="Google Shape;1530;g3f723343625_0_501"/>
          <p:cNvGrpSpPr/>
          <p:nvPr/>
        </p:nvGrpSpPr>
        <p:grpSpPr>
          <a:xfrm>
            <a:off x="3905501" y="1391621"/>
            <a:ext cx="1328350" cy="1236075"/>
            <a:chOff x="3900850" y="1375650"/>
            <a:chExt cx="1328350" cy="1236075"/>
          </a:xfrm>
        </p:grpSpPr>
        <p:cxnSp>
          <p:nvCxnSpPr>
            <p:cNvPr id="1531" name="Google Shape;1531;g3f723343625_0_501"/>
            <p:cNvCxnSpPr/>
            <p:nvPr/>
          </p:nvCxnSpPr>
          <p:spPr>
            <a:xfrm flipH="1">
              <a:off x="4250825" y="1375650"/>
              <a:ext cx="291300" cy="327000"/>
            </a:xfrm>
            <a:prstGeom prst="straightConnector1">
              <a:avLst/>
            </a:prstGeom>
            <a:noFill/>
            <a:ln cap="flat" cmpd="sng" w="19050">
              <a:solidFill>
                <a:schemeClr val="accent2"/>
              </a:solidFill>
              <a:prstDash val="solid"/>
              <a:round/>
              <a:headEnd len="sm" w="sm" type="none"/>
              <a:tailEnd len="sm" w="sm" type="none"/>
            </a:ln>
          </p:spPr>
        </p:cxnSp>
        <p:cxnSp>
          <p:nvCxnSpPr>
            <p:cNvPr id="1532" name="Google Shape;1532;g3f723343625_0_501"/>
            <p:cNvCxnSpPr/>
            <p:nvPr/>
          </p:nvCxnSpPr>
          <p:spPr>
            <a:xfrm flipH="1">
              <a:off x="3900850" y="1718775"/>
              <a:ext cx="329100" cy="254400"/>
            </a:xfrm>
            <a:prstGeom prst="straightConnector1">
              <a:avLst/>
            </a:prstGeom>
            <a:noFill/>
            <a:ln cap="flat" cmpd="sng" w="19050">
              <a:solidFill>
                <a:schemeClr val="accent2"/>
              </a:solidFill>
              <a:prstDash val="solid"/>
              <a:round/>
              <a:headEnd len="sm" w="sm" type="none"/>
              <a:tailEnd len="sm" w="sm" type="none"/>
            </a:ln>
          </p:spPr>
        </p:cxnSp>
        <p:cxnSp>
          <p:nvCxnSpPr>
            <p:cNvPr id="1533" name="Google Shape;1533;g3f723343625_0_501"/>
            <p:cNvCxnSpPr/>
            <p:nvPr/>
          </p:nvCxnSpPr>
          <p:spPr>
            <a:xfrm>
              <a:off x="4058125" y="1521875"/>
              <a:ext cx="315300" cy="56100"/>
            </a:xfrm>
            <a:prstGeom prst="straightConnector1">
              <a:avLst/>
            </a:prstGeom>
            <a:noFill/>
            <a:ln cap="flat" cmpd="sng" w="19050">
              <a:solidFill>
                <a:schemeClr val="accent2"/>
              </a:solidFill>
              <a:prstDash val="solid"/>
              <a:round/>
              <a:headEnd len="sm" w="sm" type="none"/>
              <a:tailEnd len="sm" w="sm" type="none"/>
            </a:ln>
          </p:spPr>
        </p:cxnSp>
        <p:cxnSp>
          <p:nvCxnSpPr>
            <p:cNvPr id="1534" name="Google Shape;1534;g3f723343625_0_501"/>
            <p:cNvCxnSpPr/>
            <p:nvPr/>
          </p:nvCxnSpPr>
          <p:spPr>
            <a:xfrm>
              <a:off x="4071850" y="1558150"/>
              <a:ext cx="47100" cy="251100"/>
            </a:xfrm>
            <a:prstGeom prst="straightConnector1">
              <a:avLst/>
            </a:prstGeom>
            <a:noFill/>
            <a:ln cap="flat" cmpd="sng" w="19050">
              <a:solidFill>
                <a:schemeClr val="accent2"/>
              </a:solidFill>
              <a:prstDash val="solid"/>
              <a:round/>
              <a:headEnd len="sm" w="sm" type="none"/>
              <a:tailEnd len="sm" w="sm" type="none"/>
            </a:ln>
          </p:spPr>
        </p:cxnSp>
        <p:cxnSp>
          <p:nvCxnSpPr>
            <p:cNvPr id="1535" name="Google Shape;1535;g3f723343625_0_501"/>
            <p:cNvCxnSpPr/>
            <p:nvPr/>
          </p:nvCxnSpPr>
          <p:spPr>
            <a:xfrm>
              <a:off x="4095400" y="1545175"/>
              <a:ext cx="167400" cy="175800"/>
            </a:xfrm>
            <a:prstGeom prst="straightConnector1">
              <a:avLst/>
            </a:prstGeom>
            <a:noFill/>
            <a:ln cap="flat" cmpd="sng" w="19050">
              <a:solidFill>
                <a:schemeClr val="accent2"/>
              </a:solidFill>
              <a:prstDash val="solid"/>
              <a:round/>
              <a:headEnd len="sm" w="sm" type="none"/>
              <a:tailEnd len="sm" w="sm" type="none"/>
            </a:ln>
          </p:spPr>
        </p:cxnSp>
        <p:cxnSp>
          <p:nvCxnSpPr>
            <p:cNvPr id="1536" name="Google Shape;1536;g3f723343625_0_501"/>
            <p:cNvCxnSpPr/>
            <p:nvPr/>
          </p:nvCxnSpPr>
          <p:spPr>
            <a:xfrm>
              <a:off x="4293575" y="1751925"/>
              <a:ext cx="205800" cy="188100"/>
            </a:xfrm>
            <a:prstGeom prst="straightConnector1">
              <a:avLst/>
            </a:prstGeom>
            <a:noFill/>
            <a:ln cap="flat" cmpd="sng" w="19050">
              <a:solidFill>
                <a:schemeClr val="accent2"/>
              </a:solidFill>
              <a:prstDash val="solid"/>
              <a:round/>
              <a:headEnd len="sm" w="sm" type="none"/>
              <a:tailEnd len="sm" w="sm" type="none"/>
            </a:ln>
          </p:spPr>
        </p:cxnSp>
        <p:cxnSp>
          <p:nvCxnSpPr>
            <p:cNvPr id="1537" name="Google Shape;1537;g3f723343625_0_501"/>
            <p:cNvCxnSpPr/>
            <p:nvPr/>
          </p:nvCxnSpPr>
          <p:spPr>
            <a:xfrm>
              <a:off x="4646575" y="2072625"/>
              <a:ext cx="205800" cy="188100"/>
            </a:xfrm>
            <a:prstGeom prst="straightConnector1">
              <a:avLst/>
            </a:prstGeom>
            <a:noFill/>
            <a:ln cap="flat" cmpd="sng" w="19050">
              <a:solidFill>
                <a:schemeClr val="accent2"/>
              </a:solidFill>
              <a:prstDash val="solid"/>
              <a:round/>
              <a:headEnd len="sm" w="sm" type="none"/>
              <a:tailEnd len="sm" w="sm" type="none"/>
            </a:ln>
          </p:spPr>
        </p:cxnSp>
        <p:cxnSp>
          <p:nvCxnSpPr>
            <p:cNvPr id="1538" name="Google Shape;1538;g3f723343625_0_501"/>
            <p:cNvCxnSpPr/>
            <p:nvPr/>
          </p:nvCxnSpPr>
          <p:spPr>
            <a:xfrm>
              <a:off x="4923625" y="2329450"/>
              <a:ext cx="110100" cy="117900"/>
            </a:xfrm>
            <a:prstGeom prst="straightConnector1">
              <a:avLst/>
            </a:prstGeom>
            <a:noFill/>
            <a:ln cap="flat" cmpd="sng" w="19050">
              <a:solidFill>
                <a:schemeClr val="accent2"/>
              </a:solidFill>
              <a:prstDash val="solid"/>
              <a:round/>
              <a:headEnd len="sm" w="sm" type="none"/>
              <a:tailEnd len="sm" w="sm" type="none"/>
            </a:ln>
          </p:spPr>
        </p:cxnSp>
        <p:cxnSp>
          <p:nvCxnSpPr>
            <p:cNvPr id="1539" name="Google Shape;1539;g3f723343625_0_501"/>
            <p:cNvCxnSpPr/>
            <p:nvPr/>
          </p:nvCxnSpPr>
          <p:spPr>
            <a:xfrm>
              <a:off x="4124525" y="1841850"/>
              <a:ext cx="111300" cy="403200"/>
            </a:xfrm>
            <a:prstGeom prst="straightConnector1">
              <a:avLst/>
            </a:prstGeom>
            <a:noFill/>
            <a:ln cap="flat" cmpd="sng" w="19050">
              <a:solidFill>
                <a:schemeClr val="accent2"/>
              </a:solidFill>
              <a:prstDash val="solid"/>
              <a:round/>
              <a:headEnd len="sm" w="sm" type="none"/>
              <a:tailEnd len="sm" w="sm" type="none"/>
            </a:ln>
          </p:spPr>
        </p:cxnSp>
        <p:cxnSp>
          <p:nvCxnSpPr>
            <p:cNvPr id="1540" name="Google Shape;1540;g3f723343625_0_501"/>
            <p:cNvCxnSpPr/>
            <p:nvPr/>
          </p:nvCxnSpPr>
          <p:spPr>
            <a:xfrm rot="10800000">
              <a:off x="4140025" y="1822450"/>
              <a:ext cx="346800" cy="147000"/>
            </a:xfrm>
            <a:prstGeom prst="straightConnector1">
              <a:avLst/>
            </a:prstGeom>
            <a:noFill/>
            <a:ln cap="flat" cmpd="sng" w="19050">
              <a:solidFill>
                <a:schemeClr val="accent2"/>
              </a:solidFill>
              <a:prstDash val="solid"/>
              <a:round/>
              <a:headEnd len="sm" w="sm" type="none"/>
              <a:tailEnd len="sm" w="sm" type="none"/>
            </a:ln>
          </p:spPr>
        </p:cxnSp>
        <p:cxnSp>
          <p:nvCxnSpPr>
            <p:cNvPr id="1541" name="Google Shape;1541;g3f723343625_0_501"/>
            <p:cNvCxnSpPr/>
            <p:nvPr/>
          </p:nvCxnSpPr>
          <p:spPr>
            <a:xfrm flipH="1" rot="10800000">
              <a:off x="3923350" y="1879775"/>
              <a:ext cx="284100" cy="102900"/>
            </a:xfrm>
            <a:prstGeom prst="straightConnector1">
              <a:avLst/>
            </a:prstGeom>
            <a:noFill/>
            <a:ln cap="flat" cmpd="sng" w="19050">
              <a:solidFill>
                <a:schemeClr val="accent2"/>
              </a:solidFill>
              <a:prstDash val="solid"/>
              <a:round/>
              <a:headEnd len="sm" w="sm" type="none"/>
              <a:tailEnd len="sm" w="sm" type="none"/>
            </a:ln>
          </p:spPr>
        </p:cxnSp>
        <p:cxnSp>
          <p:nvCxnSpPr>
            <p:cNvPr id="1542" name="Google Shape;1542;g3f723343625_0_501"/>
            <p:cNvCxnSpPr/>
            <p:nvPr/>
          </p:nvCxnSpPr>
          <p:spPr>
            <a:xfrm flipH="1">
              <a:off x="4124950" y="1775625"/>
              <a:ext cx="108900" cy="409800"/>
            </a:xfrm>
            <a:prstGeom prst="straightConnector1">
              <a:avLst/>
            </a:prstGeom>
            <a:noFill/>
            <a:ln cap="flat" cmpd="sng" w="19050">
              <a:solidFill>
                <a:schemeClr val="accent2"/>
              </a:solidFill>
              <a:prstDash val="solid"/>
              <a:round/>
              <a:headEnd len="sm" w="sm" type="none"/>
              <a:tailEnd len="sm" w="sm" type="none"/>
            </a:ln>
          </p:spPr>
        </p:cxnSp>
        <p:cxnSp>
          <p:nvCxnSpPr>
            <p:cNvPr id="1543" name="Google Shape;1543;g3f723343625_0_501"/>
            <p:cNvCxnSpPr/>
            <p:nvPr/>
          </p:nvCxnSpPr>
          <p:spPr>
            <a:xfrm>
              <a:off x="3917125" y="2040275"/>
              <a:ext cx="517800" cy="183600"/>
            </a:xfrm>
            <a:prstGeom prst="straightConnector1">
              <a:avLst/>
            </a:prstGeom>
            <a:noFill/>
            <a:ln cap="flat" cmpd="sng" w="19050">
              <a:solidFill>
                <a:schemeClr val="accent2"/>
              </a:solidFill>
              <a:prstDash val="solid"/>
              <a:round/>
              <a:headEnd len="sm" w="sm" type="none"/>
              <a:tailEnd len="sm" w="sm" type="none"/>
            </a:ln>
          </p:spPr>
        </p:cxnSp>
        <p:cxnSp>
          <p:nvCxnSpPr>
            <p:cNvPr id="1544" name="Google Shape;1544;g3f723343625_0_501"/>
            <p:cNvCxnSpPr/>
            <p:nvPr/>
          </p:nvCxnSpPr>
          <p:spPr>
            <a:xfrm>
              <a:off x="4428849" y="2220640"/>
              <a:ext cx="331200" cy="205500"/>
            </a:xfrm>
            <a:prstGeom prst="straightConnector1">
              <a:avLst/>
            </a:prstGeom>
            <a:noFill/>
            <a:ln cap="flat" cmpd="sng" w="19050">
              <a:solidFill>
                <a:schemeClr val="accent2"/>
              </a:solidFill>
              <a:prstDash val="solid"/>
              <a:round/>
              <a:headEnd len="sm" w="sm" type="none"/>
              <a:tailEnd len="sm" w="sm" type="none"/>
            </a:ln>
          </p:spPr>
        </p:cxnSp>
        <p:cxnSp>
          <p:nvCxnSpPr>
            <p:cNvPr id="1545" name="Google Shape;1545;g3f723343625_0_501"/>
            <p:cNvCxnSpPr/>
            <p:nvPr/>
          </p:nvCxnSpPr>
          <p:spPr>
            <a:xfrm flipH="1">
              <a:off x="4155150" y="1610025"/>
              <a:ext cx="583800" cy="456600"/>
            </a:xfrm>
            <a:prstGeom prst="straightConnector1">
              <a:avLst/>
            </a:prstGeom>
            <a:noFill/>
            <a:ln cap="flat" cmpd="sng" w="19050">
              <a:solidFill>
                <a:schemeClr val="accent2"/>
              </a:solidFill>
              <a:prstDash val="solid"/>
              <a:round/>
              <a:headEnd len="sm" w="sm" type="none"/>
              <a:tailEnd len="sm" w="sm" type="none"/>
            </a:ln>
          </p:spPr>
        </p:cxnSp>
        <p:cxnSp>
          <p:nvCxnSpPr>
            <p:cNvPr id="1546" name="Google Shape;1546;g3f723343625_0_501"/>
            <p:cNvCxnSpPr/>
            <p:nvPr/>
          </p:nvCxnSpPr>
          <p:spPr>
            <a:xfrm>
              <a:off x="4404025" y="1592625"/>
              <a:ext cx="308400" cy="201300"/>
            </a:xfrm>
            <a:prstGeom prst="straightConnector1">
              <a:avLst/>
            </a:prstGeom>
            <a:noFill/>
            <a:ln cap="flat" cmpd="sng" w="19050">
              <a:solidFill>
                <a:schemeClr val="accent2"/>
              </a:solidFill>
              <a:prstDash val="solid"/>
              <a:round/>
              <a:headEnd len="sm" w="sm" type="none"/>
              <a:tailEnd len="sm" w="sm" type="none"/>
            </a:ln>
          </p:spPr>
        </p:cxnSp>
        <p:cxnSp>
          <p:nvCxnSpPr>
            <p:cNvPr id="1547" name="Google Shape;1547;g3f723343625_0_501"/>
            <p:cNvCxnSpPr/>
            <p:nvPr/>
          </p:nvCxnSpPr>
          <p:spPr>
            <a:xfrm>
              <a:off x="4709025" y="1792625"/>
              <a:ext cx="511800" cy="179400"/>
            </a:xfrm>
            <a:prstGeom prst="straightConnector1">
              <a:avLst/>
            </a:prstGeom>
            <a:noFill/>
            <a:ln cap="flat" cmpd="sng" w="19050">
              <a:solidFill>
                <a:schemeClr val="accent2"/>
              </a:solidFill>
              <a:prstDash val="solid"/>
              <a:round/>
              <a:headEnd len="sm" w="sm" type="none"/>
              <a:tailEnd len="sm" w="sm" type="none"/>
            </a:ln>
          </p:spPr>
        </p:cxnSp>
        <p:cxnSp>
          <p:nvCxnSpPr>
            <p:cNvPr id="1548" name="Google Shape;1548;g3f723343625_0_501"/>
            <p:cNvCxnSpPr/>
            <p:nvPr/>
          </p:nvCxnSpPr>
          <p:spPr>
            <a:xfrm>
              <a:off x="3919325" y="2048425"/>
              <a:ext cx="195000" cy="152400"/>
            </a:xfrm>
            <a:prstGeom prst="straightConnector1">
              <a:avLst/>
            </a:prstGeom>
            <a:noFill/>
            <a:ln cap="flat" cmpd="sng" w="19050">
              <a:solidFill>
                <a:schemeClr val="accent2"/>
              </a:solidFill>
              <a:prstDash val="solid"/>
              <a:round/>
              <a:headEnd len="sm" w="sm" type="none"/>
              <a:tailEnd len="sm" w="sm" type="none"/>
            </a:ln>
          </p:spPr>
        </p:cxnSp>
        <p:cxnSp>
          <p:nvCxnSpPr>
            <p:cNvPr id="1549" name="Google Shape;1549;g3f723343625_0_501"/>
            <p:cNvCxnSpPr/>
            <p:nvPr/>
          </p:nvCxnSpPr>
          <p:spPr>
            <a:xfrm flipH="1">
              <a:off x="4083350" y="2229475"/>
              <a:ext cx="26700" cy="208200"/>
            </a:xfrm>
            <a:prstGeom prst="straightConnector1">
              <a:avLst/>
            </a:prstGeom>
            <a:noFill/>
            <a:ln cap="flat" cmpd="sng" w="19050">
              <a:solidFill>
                <a:schemeClr val="accent2"/>
              </a:solidFill>
              <a:prstDash val="solid"/>
              <a:round/>
              <a:headEnd len="sm" w="sm" type="none"/>
              <a:tailEnd len="sm" w="sm" type="none"/>
            </a:ln>
          </p:spPr>
        </p:cxnSp>
        <p:cxnSp>
          <p:nvCxnSpPr>
            <p:cNvPr id="1550" name="Google Shape;1550;g3f723343625_0_501"/>
            <p:cNvCxnSpPr/>
            <p:nvPr/>
          </p:nvCxnSpPr>
          <p:spPr>
            <a:xfrm flipH="1" rot="10800000">
              <a:off x="4283150" y="2074275"/>
              <a:ext cx="201900" cy="193500"/>
            </a:xfrm>
            <a:prstGeom prst="straightConnector1">
              <a:avLst/>
            </a:prstGeom>
            <a:noFill/>
            <a:ln cap="flat" cmpd="sng" w="19050">
              <a:solidFill>
                <a:schemeClr val="accent2"/>
              </a:solidFill>
              <a:prstDash val="solid"/>
              <a:round/>
              <a:headEnd len="sm" w="sm" type="none"/>
              <a:tailEnd len="sm" w="sm" type="none"/>
            </a:ln>
          </p:spPr>
        </p:cxnSp>
        <p:cxnSp>
          <p:nvCxnSpPr>
            <p:cNvPr id="1551" name="Google Shape;1551;g3f723343625_0_501"/>
            <p:cNvCxnSpPr/>
            <p:nvPr/>
          </p:nvCxnSpPr>
          <p:spPr>
            <a:xfrm flipH="1" rot="10800000">
              <a:off x="4106425" y="2337350"/>
              <a:ext cx="116100" cy="114600"/>
            </a:xfrm>
            <a:prstGeom prst="straightConnector1">
              <a:avLst/>
            </a:prstGeom>
            <a:noFill/>
            <a:ln cap="flat" cmpd="sng" w="19050">
              <a:solidFill>
                <a:schemeClr val="accent2"/>
              </a:solidFill>
              <a:prstDash val="solid"/>
              <a:round/>
              <a:headEnd len="sm" w="sm" type="none"/>
              <a:tailEnd len="sm" w="sm" type="none"/>
            </a:ln>
          </p:spPr>
        </p:cxnSp>
        <p:cxnSp>
          <p:nvCxnSpPr>
            <p:cNvPr id="1552" name="Google Shape;1552;g3f723343625_0_501"/>
            <p:cNvCxnSpPr/>
            <p:nvPr/>
          </p:nvCxnSpPr>
          <p:spPr>
            <a:xfrm flipH="1" rot="10800000">
              <a:off x="4654413" y="1734150"/>
              <a:ext cx="201900" cy="193500"/>
            </a:xfrm>
            <a:prstGeom prst="straightConnector1">
              <a:avLst/>
            </a:prstGeom>
            <a:noFill/>
            <a:ln cap="flat" cmpd="sng" w="19050">
              <a:solidFill>
                <a:schemeClr val="accent2"/>
              </a:solidFill>
              <a:prstDash val="solid"/>
              <a:round/>
              <a:headEnd len="sm" w="sm" type="none"/>
              <a:tailEnd len="sm" w="sm" type="none"/>
            </a:ln>
          </p:spPr>
        </p:cxnSp>
        <p:cxnSp>
          <p:nvCxnSpPr>
            <p:cNvPr id="1553" name="Google Shape;1553;g3f723343625_0_501"/>
            <p:cNvCxnSpPr/>
            <p:nvPr/>
          </p:nvCxnSpPr>
          <p:spPr>
            <a:xfrm flipH="1" rot="10800000">
              <a:off x="4919400" y="1544075"/>
              <a:ext cx="113400" cy="120000"/>
            </a:xfrm>
            <a:prstGeom prst="straightConnector1">
              <a:avLst/>
            </a:prstGeom>
            <a:noFill/>
            <a:ln cap="flat" cmpd="sng" w="19050">
              <a:solidFill>
                <a:schemeClr val="accent2"/>
              </a:solidFill>
              <a:prstDash val="solid"/>
              <a:round/>
              <a:headEnd len="sm" w="sm" type="none"/>
              <a:tailEnd len="sm" w="sm" type="none"/>
            </a:ln>
          </p:spPr>
        </p:cxnSp>
        <p:cxnSp>
          <p:nvCxnSpPr>
            <p:cNvPr id="1554" name="Google Shape;1554;g3f723343625_0_501"/>
            <p:cNvCxnSpPr/>
            <p:nvPr/>
          </p:nvCxnSpPr>
          <p:spPr>
            <a:xfrm flipH="1">
              <a:off x="4308250" y="1525850"/>
              <a:ext cx="723300" cy="172200"/>
            </a:xfrm>
            <a:prstGeom prst="straightConnector1">
              <a:avLst/>
            </a:prstGeom>
            <a:noFill/>
            <a:ln cap="flat" cmpd="sng" w="19050">
              <a:solidFill>
                <a:schemeClr val="accent2"/>
              </a:solidFill>
              <a:prstDash val="solid"/>
              <a:round/>
              <a:headEnd len="sm" w="sm" type="none"/>
              <a:tailEnd len="sm" w="sm" type="none"/>
            </a:ln>
          </p:spPr>
        </p:cxnSp>
        <p:cxnSp>
          <p:nvCxnSpPr>
            <p:cNvPr id="1555" name="Google Shape;1555;g3f723343625_0_501"/>
            <p:cNvCxnSpPr/>
            <p:nvPr/>
          </p:nvCxnSpPr>
          <p:spPr>
            <a:xfrm rot="10800000">
              <a:off x="4571100" y="1405925"/>
              <a:ext cx="0" cy="1193400"/>
            </a:xfrm>
            <a:prstGeom prst="straightConnector1">
              <a:avLst/>
            </a:prstGeom>
            <a:noFill/>
            <a:ln cap="flat" cmpd="sng" w="19050">
              <a:solidFill>
                <a:schemeClr val="accent2"/>
              </a:solidFill>
              <a:prstDash val="solid"/>
              <a:round/>
              <a:headEnd len="sm" w="sm" type="none"/>
              <a:tailEnd len="sm" w="sm" type="none"/>
            </a:ln>
          </p:spPr>
        </p:cxnSp>
        <p:cxnSp>
          <p:nvCxnSpPr>
            <p:cNvPr id="1556" name="Google Shape;1556;g3f723343625_0_501"/>
            <p:cNvCxnSpPr/>
            <p:nvPr/>
          </p:nvCxnSpPr>
          <p:spPr>
            <a:xfrm flipH="1">
              <a:off x="4404000" y="1962550"/>
              <a:ext cx="561900" cy="432000"/>
            </a:xfrm>
            <a:prstGeom prst="straightConnector1">
              <a:avLst/>
            </a:prstGeom>
            <a:noFill/>
            <a:ln cap="flat" cmpd="sng" w="19050">
              <a:solidFill>
                <a:schemeClr val="accent2"/>
              </a:solidFill>
              <a:prstDash val="solid"/>
              <a:round/>
              <a:headEnd len="sm" w="sm" type="none"/>
              <a:tailEnd len="sm" w="sm" type="none"/>
            </a:ln>
          </p:spPr>
        </p:cxnSp>
        <p:cxnSp>
          <p:nvCxnSpPr>
            <p:cNvPr id="1557" name="Google Shape;1557;g3f723343625_0_501"/>
            <p:cNvCxnSpPr/>
            <p:nvPr/>
          </p:nvCxnSpPr>
          <p:spPr>
            <a:xfrm flipH="1" rot="10800000">
              <a:off x="4124950" y="2304525"/>
              <a:ext cx="698100" cy="166800"/>
            </a:xfrm>
            <a:prstGeom prst="straightConnector1">
              <a:avLst/>
            </a:prstGeom>
            <a:noFill/>
            <a:ln cap="flat" cmpd="sng" w="19050">
              <a:solidFill>
                <a:schemeClr val="accent2"/>
              </a:solidFill>
              <a:prstDash val="solid"/>
              <a:round/>
              <a:headEnd len="sm" w="sm" type="none"/>
              <a:tailEnd len="sm" w="sm" type="none"/>
            </a:ln>
          </p:spPr>
        </p:cxnSp>
        <p:cxnSp>
          <p:nvCxnSpPr>
            <p:cNvPr id="1558" name="Google Shape;1558;g3f723343625_0_501"/>
            <p:cNvCxnSpPr/>
            <p:nvPr/>
          </p:nvCxnSpPr>
          <p:spPr>
            <a:xfrm flipH="1" rot="10800000">
              <a:off x="4613625" y="2349300"/>
              <a:ext cx="224400" cy="260100"/>
            </a:xfrm>
            <a:prstGeom prst="straightConnector1">
              <a:avLst/>
            </a:prstGeom>
            <a:noFill/>
            <a:ln cap="flat" cmpd="sng" w="19050">
              <a:solidFill>
                <a:schemeClr val="accent2"/>
              </a:solidFill>
              <a:prstDash val="solid"/>
              <a:round/>
              <a:headEnd len="sm" w="sm" type="none"/>
              <a:tailEnd len="sm" w="sm" type="none"/>
            </a:ln>
          </p:spPr>
        </p:cxnSp>
        <p:cxnSp>
          <p:nvCxnSpPr>
            <p:cNvPr id="1559" name="Google Shape;1559;g3f723343625_0_501"/>
            <p:cNvCxnSpPr/>
            <p:nvPr/>
          </p:nvCxnSpPr>
          <p:spPr>
            <a:xfrm rot="10800000">
              <a:off x="4392725" y="2441925"/>
              <a:ext cx="130200" cy="169800"/>
            </a:xfrm>
            <a:prstGeom prst="straightConnector1">
              <a:avLst/>
            </a:prstGeom>
            <a:noFill/>
            <a:ln cap="flat" cmpd="sng" w="19050">
              <a:solidFill>
                <a:schemeClr val="accent2"/>
              </a:solidFill>
              <a:prstDash val="solid"/>
              <a:round/>
              <a:headEnd len="sm" w="sm" type="none"/>
              <a:tailEnd len="sm" w="sm" type="none"/>
            </a:ln>
          </p:spPr>
        </p:cxnSp>
        <p:cxnSp>
          <p:nvCxnSpPr>
            <p:cNvPr id="1560" name="Google Shape;1560;g3f723343625_0_501"/>
            <p:cNvCxnSpPr/>
            <p:nvPr/>
          </p:nvCxnSpPr>
          <p:spPr>
            <a:xfrm rot="10800000">
              <a:off x="4283100" y="2338925"/>
              <a:ext cx="73500" cy="77400"/>
            </a:xfrm>
            <a:prstGeom prst="straightConnector1">
              <a:avLst/>
            </a:prstGeom>
            <a:noFill/>
            <a:ln cap="flat" cmpd="sng" w="19050">
              <a:solidFill>
                <a:schemeClr val="accent2"/>
              </a:solidFill>
              <a:prstDash val="solid"/>
              <a:round/>
              <a:headEnd len="sm" w="sm" type="none"/>
              <a:tailEnd len="sm" w="sm" type="none"/>
            </a:ln>
          </p:spPr>
        </p:cxnSp>
        <p:cxnSp>
          <p:nvCxnSpPr>
            <p:cNvPr id="1561" name="Google Shape;1561;g3f723343625_0_501"/>
            <p:cNvCxnSpPr/>
            <p:nvPr/>
          </p:nvCxnSpPr>
          <p:spPr>
            <a:xfrm rot="10800000">
              <a:off x="4136150" y="2212800"/>
              <a:ext cx="66000" cy="47400"/>
            </a:xfrm>
            <a:prstGeom prst="straightConnector1">
              <a:avLst/>
            </a:prstGeom>
            <a:noFill/>
            <a:ln cap="flat" cmpd="sng" w="19050">
              <a:solidFill>
                <a:schemeClr val="accent2"/>
              </a:solidFill>
              <a:prstDash val="solid"/>
              <a:round/>
              <a:headEnd len="sm" w="sm" type="none"/>
              <a:tailEnd len="sm" w="sm" type="none"/>
            </a:ln>
          </p:spPr>
        </p:cxnSp>
        <p:cxnSp>
          <p:nvCxnSpPr>
            <p:cNvPr id="1562" name="Google Shape;1562;g3f723343625_0_501"/>
            <p:cNvCxnSpPr/>
            <p:nvPr/>
          </p:nvCxnSpPr>
          <p:spPr>
            <a:xfrm>
              <a:off x="4677225" y="2042050"/>
              <a:ext cx="347100" cy="126900"/>
            </a:xfrm>
            <a:prstGeom prst="straightConnector1">
              <a:avLst/>
            </a:prstGeom>
            <a:noFill/>
            <a:ln cap="flat" cmpd="sng" w="19050">
              <a:solidFill>
                <a:schemeClr val="accent2"/>
              </a:solidFill>
              <a:prstDash val="solid"/>
              <a:round/>
              <a:headEnd len="sm" w="sm" type="none"/>
              <a:tailEnd len="sm" w="sm" type="none"/>
            </a:ln>
          </p:spPr>
        </p:cxnSp>
        <p:cxnSp>
          <p:nvCxnSpPr>
            <p:cNvPr id="1563" name="Google Shape;1563;g3f723343625_0_501"/>
            <p:cNvCxnSpPr/>
            <p:nvPr/>
          </p:nvCxnSpPr>
          <p:spPr>
            <a:xfrm flipH="1" rot="10800000">
              <a:off x="4941400" y="2034025"/>
              <a:ext cx="262500" cy="103200"/>
            </a:xfrm>
            <a:prstGeom prst="straightConnector1">
              <a:avLst/>
            </a:prstGeom>
            <a:noFill/>
            <a:ln cap="flat" cmpd="sng" w="19050">
              <a:solidFill>
                <a:schemeClr val="accent2"/>
              </a:solidFill>
              <a:prstDash val="solid"/>
              <a:round/>
              <a:headEnd len="sm" w="sm" type="none"/>
              <a:tailEnd len="sm" w="sm" type="none"/>
            </a:ln>
          </p:spPr>
        </p:cxnSp>
        <p:cxnSp>
          <p:nvCxnSpPr>
            <p:cNvPr id="1564" name="Google Shape;1564;g3f723343625_0_501"/>
            <p:cNvCxnSpPr/>
            <p:nvPr/>
          </p:nvCxnSpPr>
          <p:spPr>
            <a:xfrm flipH="1" rot="10800000">
              <a:off x="5064575" y="2052325"/>
              <a:ext cx="147300" cy="112800"/>
            </a:xfrm>
            <a:prstGeom prst="straightConnector1">
              <a:avLst/>
            </a:prstGeom>
            <a:noFill/>
            <a:ln cap="flat" cmpd="sng" w="19050">
              <a:solidFill>
                <a:schemeClr val="accent2"/>
              </a:solidFill>
              <a:prstDash val="solid"/>
              <a:round/>
              <a:headEnd len="sm" w="sm" type="none"/>
              <a:tailEnd len="sm" w="sm" type="none"/>
            </a:ln>
          </p:spPr>
        </p:cxnSp>
        <p:cxnSp>
          <p:nvCxnSpPr>
            <p:cNvPr id="1565" name="Google Shape;1565;g3f723343625_0_501"/>
            <p:cNvCxnSpPr/>
            <p:nvPr/>
          </p:nvCxnSpPr>
          <p:spPr>
            <a:xfrm flipH="1" rot="10800000">
              <a:off x="4940050" y="2209350"/>
              <a:ext cx="59700" cy="42000"/>
            </a:xfrm>
            <a:prstGeom prst="straightConnector1">
              <a:avLst/>
            </a:prstGeom>
            <a:noFill/>
            <a:ln cap="flat" cmpd="sng" w="19050">
              <a:solidFill>
                <a:schemeClr val="accent2"/>
              </a:solidFill>
              <a:prstDash val="solid"/>
              <a:round/>
              <a:headEnd len="sm" w="sm" type="none"/>
              <a:tailEnd len="sm" w="sm" type="none"/>
            </a:ln>
          </p:spPr>
        </p:cxnSp>
        <p:cxnSp>
          <p:nvCxnSpPr>
            <p:cNvPr id="1566" name="Google Shape;1566;g3f723343625_0_501"/>
            <p:cNvCxnSpPr/>
            <p:nvPr/>
          </p:nvCxnSpPr>
          <p:spPr>
            <a:xfrm rot="10800000">
              <a:off x="4907875" y="1767075"/>
              <a:ext cx="109800" cy="389700"/>
            </a:xfrm>
            <a:prstGeom prst="straightConnector1">
              <a:avLst/>
            </a:prstGeom>
            <a:noFill/>
            <a:ln cap="flat" cmpd="sng" w="19050">
              <a:solidFill>
                <a:schemeClr val="accent2"/>
              </a:solidFill>
              <a:prstDash val="solid"/>
              <a:round/>
              <a:headEnd len="sm" w="sm" type="none"/>
              <a:tailEnd len="sm" w="sm" type="none"/>
            </a:ln>
          </p:spPr>
        </p:cxnSp>
        <p:cxnSp>
          <p:nvCxnSpPr>
            <p:cNvPr id="1567" name="Google Shape;1567;g3f723343625_0_501"/>
            <p:cNvCxnSpPr/>
            <p:nvPr/>
          </p:nvCxnSpPr>
          <p:spPr>
            <a:xfrm rot="10800000">
              <a:off x="5029650" y="2230525"/>
              <a:ext cx="31500" cy="204300"/>
            </a:xfrm>
            <a:prstGeom prst="straightConnector1">
              <a:avLst/>
            </a:prstGeom>
            <a:noFill/>
            <a:ln cap="flat" cmpd="sng" w="19050">
              <a:solidFill>
                <a:schemeClr val="accent2"/>
              </a:solidFill>
              <a:prstDash val="solid"/>
              <a:round/>
              <a:headEnd len="sm" w="sm" type="none"/>
              <a:tailEnd len="sm" w="sm" type="none"/>
            </a:ln>
          </p:spPr>
        </p:cxnSp>
        <p:cxnSp>
          <p:nvCxnSpPr>
            <p:cNvPr id="1568" name="Google Shape;1568;g3f723343625_0_501"/>
            <p:cNvCxnSpPr/>
            <p:nvPr/>
          </p:nvCxnSpPr>
          <p:spPr>
            <a:xfrm>
              <a:off x="4930400" y="1741350"/>
              <a:ext cx="298800" cy="222900"/>
            </a:xfrm>
            <a:prstGeom prst="straightConnector1">
              <a:avLst/>
            </a:prstGeom>
            <a:noFill/>
            <a:ln cap="flat" cmpd="sng" w="19050">
              <a:solidFill>
                <a:schemeClr val="accent2"/>
              </a:solidFill>
              <a:prstDash val="solid"/>
              <a:round/>
              <a:headEnd len="sm" w="sm" type="none"/>
              <a:tailEnd len="sm" w="sm" type="none"/>
            </a:ln>
          </p:spPr>
        </p:cxnSp>
        <p:cxnSp>
          <p:nvCxnSpPr>
            <p:cNvPr id="1569" name="Google Shape;1569;g3f723343625_0_501"/>
            <p:cNvCxnSpPr/>
            <p:nvPr/>
          </p:nvCxnSpPr>
          <p:spPr>
            <a:xfrm flipH="1">
              <a:off x="5022500" y="1566175"/>
              <a:ext cx="32700" cy="223500"/>
            </a:xfrm>
            <a:prstGeom prst="straightConnector1">
              <a:avLst/>
            </a:prstGeom>
            <a:noFill/>
            <a:ln cap="flat" cmpd="sng" w="19050">
              <a:solidFill>
                <a:schemeClr val="accent2"/>
              </a:solidFill>
              <a:prstDash val="solid"/>
              <a:round/>
              <a:headEnd len="sm" w="sm" type="none"/>
              <a:tailEnd len="sm" w="sm" type="none"/>
            </a:ln>
          </p:spPr>
        </p:cxnSp>
        <p:cxnSp>
          <p:nvCxnSpPr>
            <p:cNvPr id="1570" name="Google Shape;1570;g3f723343625_0_501"/>
            <p:cNvCxnSpPr/>
            <p:nvPr/>
          </p:nvCxnSpPr>
          <p:spPr>
            <a:xfrm flipH="1">
              <a:off x="4906175" y="1850175"/>
              <a:ext cx="104400" cy="378300"/>
            </a:xfrm>
            <a:prstGeom prst="straightConnector1">
              <a:avLst/>
            </a:prstGeom>
            <a:noFill/>
            <a:ln cap="flat" cmpd="sng" w="19050">
              <a:solidFill>
                <a:schemeClr val="accent2"/>
              </a:solidFill>
              <a:prstDash val="solid"/>
              <a:round/>
              <a:headEnd len="sm" w="sm" type="none"/>
              <a:tailEnd len="sm" w="sm" type="none"/>
            </a:ln>
          </p:spPr>
        </p:cxnSp>
        <p:cxnSp>
          <p:nvCxnSpPr>
            <p:cNvPr id="1571" name="Google Shape;1571;g3f723343625_0_501"/>
            <p:cNvCxnSpPr/>
            <p:nvPr/>
          </p:nvCxnSpPr>
          <p:spPr>
            <a:xfrm>
              <a:off x="4626050" y="1408400"/>
              <a:ext cx="219900" cy="252300"/>
            </a:xfrm>
            <a:prstGeom prst="straightConnector1">
              <a:avLst/>
            </a:prstGeom>
            <a:noFill/>
            <a:ln cap="flat" cmpd="sng" w="19050">
              <a:solidFill>
                <a:schemeClr val="accent2"/>
              </a:solidFill>
              <a:prstDash val="solid"/>
              <a:round/>
              <a:headEnd len="sm" w="sm" type="none"/>
              <a:tailEnd len="sm" w="sm" type="none"/>
            </a:ln>
          </p:spPr>
        </p:cxnSp>
        <p:cxnSp>
          <p:nvCxnSpPr>
            <p:cNvPr id="1572" name="Google Shape;1572;g3f723343625_0_501"/>
            <p:cNvCxnSpPr/>
            <p:nvPr/>
          </p:nvCxnSpPr>
          <p:spPr>
            <a:xfrm>
              <a:off x="4610500" y="1408900"/>
              <a:ext cx="116100" cy="213900"/>
            </a:xfrm>
            <a:prstGeom prst="straightConnector1">
              <a:avLst/>
            </a:prstGeom>
            <a:noFill/>
            <a:ln cap="flat" cmpd="sng" w="19050">
              <a:solidFill>
                <a:schemeClr val="accent2"/>
              </a:solidFill>
              <a:prstDash val="solid"/>
              <a:round/>
              <a:headEnd len="sm" w="sm" type="none"/>
              <a:tailEnd len="sm" w="sm" type="none"/>
            </a:ln>
          </p:spPr>
        </p:cxnSp>
        <p:cxnSp>
          <p:nvCxnSpPr>
            <p:cNvPr id="1573" name="Google Shape;1573;g3f723343625_0_501"/>
            <p:cNvCxnSpPr/>
            <p:nvPr/>
          </p:nvCxnSpPr>
          <p:spPr>
            <a:xfrm>
              <a:off x="4717600" y="1624700"/>
              <a:ext cx="149400" cy="602400"/>
            </a:xfrm>
            <a:prstGeom prst="straightConnector1">
              <a:avLst/>
            </a:prstGeom>
            <a:noFill/>
            <a:ln cap="flat" cmpd="sng" w="19050">
              <a:solidFill>
                <a:schemeClr val="accent2"/>
              </a:solidFill>
              <a:prstDash val="solid"/>
              <a:round/>
              <a:headEnd len="sm" w="sm" type="none"/>
              <a:tailEnd len="sm" w="sm" type="none"/>
            </a:ln>
          </p:spPr>
        </p:cxnSp>
      </p:grpSp>
      <p:sp>
        <p:nvSpPr>
          <p:cNvPr id="1574" name="Google Shape;1574;g3f723343625_0_501"/>
          <p:cNvSpPr/>
          <p:nvPr/>
        </p:nvSpPr>
        <p:spPr>
          <a:xfrm>
            <a:off x="4489534" y="1270560"/>
            <a:ext cx="180300" cy="1803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575" name="Google Shape;1575;g3f723343625_0_501"/>
          <p:cNvSpPr/>
          <p:nvPr/>
        </p:nvSpPr>
        <p:spPr>
          <a:xfrm>
            <a:off x="5186839" y="1924122"/>
            <a:ext cx="180300" cy="1803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576" name="Google Shape;1576;g3f723343625_0_501"/>
          <p:cNvSpPr/>
          <p:nvPr/>
        </p:nvSpPr>
        <p:spPr>
          <a:xfrm>
            <a:off x="4486559" y="2575060"/>
            <a:ext cx="180300" cy="1803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577" name="Google Shape;1577;g3f723343625_0_501"/>
          <p:cNvSpPr/>
          <p:nvPr/>
        </p:nvSpPr>
        <p:spPr>
          <a:xfrm>
            <a:off x="3783951" y="1924122"/>
            <a:ext cx="180300" cy="1803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Plus Jakarta Sans"/>
              <a:ea typeface="Plus Jakarta Sans"/>
              <a:cs typeface="Plus Jakarta Sans"/>
              <a:sym typeface="Plus Jakarta Sans"/>
            </a:endParaRPr>
          </a:p>
        </p:txBody>
      </p:sp>
      <p:sp>
        <p:nvSpPr>
          <p:cNvPr id="1578" name="Google Shape;1578;g3f723343625_0_501"/>
          <p:cNvSpPr/>
          <p:nvPr/>
        </p:nvSpPr>
        <p:spPr>
          <a:xfrm>
            <a:off x="4007584" y="1464372"/>
            <a:ext cx="136800" cy="136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79" name="Google Shape;1579;g3f723343625_0_501"/>
          <p:cNvSpPr/>
          <p:nvPr/>
        </p:nvSpPr>
        <p:spPr>
          <a:xfrm>
            <a:off x="4997341" y="1464372"/>
            <a:ext cx="136800" cy="136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0" name="Google Shape;1580;g3f723343625_0_501"/>
          <p:cNvSpPr/>
          <p:nvPr/>
        </p:nvSpPr>
        <p:spPr>
          <a:xfrm>
            <a:off x="4013709" y="2429222"/>
            <a:ext cx="136800" cy="136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1" name="Google Shape;1581;g3f723343625_0_501"/>
          <p:cNvSpPr/>
          <p:nvPr/>
        </p:nvSpPr>
        <p:spPr>
          <a:xfrm>
            <a:off x="4998109" y="2427735"/>
            <a:ext cx="136800" cy="136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2" name="Google Shape;1582;g3f723343625_0_501"/>
          <p:cNvSpPr/>
          <p:nvPr/>
        </p:nvSpPr>
        <p:spPr>
          <a:xfrm>
            <a:off x="4173634" y="1638635"/>
            <a:ext cx="172800" cy="172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3" name="Google Shape;1583;g3f723343625_0_501"/>
          <p:cNvSpPr/>
          <p:nvPr/>
        </p:nvSpPr>
        <p:spPr>
          <a:xfrm>
            <a:off x="4805959" y="2223797"/>
            <a:ext cx="172800" cy="172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4" name="Google Shape;1584;g3f723343625_0_501"/>
          <p:cNvSpPr/>
          <p:nvPr/>
        </p:nvSpPr>
        <p:spPr>
          <a:xfrm rot="-5400000">
            <a:off x="4173639" y="2223700"/>
            <a:ext cx="172800" cy="172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5" name="Google Shape;1585;g3f723343625_0_501"/>
          <p:cNvSpPr/>
          <p:nvPr/>
        </p:nvSpPr>
        <p:spPr>
          <a:xfrm rot="-5400000">
            <a:off x="4805952" y="1631807"/>
            <a:ext cx="172800" cy="172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6" name="Google Shape;1586;g3f723343625_0_501"/>
          <p:cNvSpPr/>
          <p:nvPr/>
        </p:nvSpPr>
        <p:spPr>
          <a:xfrm rot="-5400000">
            <a:off x="4436301" y="1872550"/>
            <a:ext cx="280800" cy="280800"/>
          </a:xfrm>
          <a:prstGeom prst="ellipse">
            <a:avLst/>
          </a:prstGeom>
          <a:solidFill>
            <a:schemeClr val="accen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7" name="Google Shape;1587;g3f723343625_0_501"/>
          <p:cNvSpPr/>
          <p:nvPr/>
        </p:nvSpPr>
        <p:spPr>
          <a:xfrm>
            <a:off x="4327729" y="1536736"/>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8" name="Google Shape;1588;g3f723343625_0_501"/>
          <p:cNvSpPr/>
          <p:nvPr/>
        </p:nvSpPr>
        <p:spPr>
          <a:xfrm>
            <a:off x="4333969" y="2375383"/>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89" name="Google Shape;1589;g3f723343625_0_501"/>
          <p:cNvSpPr/>
          <p:nvPr/>
        </p:nvSpPr>
        <p:spPr>
          <a:xfrm>
            <a:off x="4068181" y="1770998"/>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90" name="Google Shape;1590;g3f723343625_0_501"/>
          <p:cNvSpPr/>
          <p:nvPr/>
        </p:nvSpPr>
        <p:spPr>
          <a:xfrm>
            <a:off x="4064848" y="2164893"/>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91" name="Google Shape;1591;g3f723343625_0_501"/>
          <p:cNvSpPr/>
          <p:nvPr/>
        </p:nvSpPr>
        <p:spPr>
          <a:xfrm>
            <a:off x="4982587" y="1780420"/>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92" name="Google Shape;1592;g3f723343625_0_501"/>
          <p:cNvSpPr/>
          <p:nvPr/>
        </p:nvSpPr>
        <p:spPr>
          <a:xfrm>
            <a:off x="4987175" y="2153367"/>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93" name="Google Shape;1593;g3f723343625_0_501"/>
          <p:cNvSpPr/>
          <p:nvPr/>
        </p:nvSpPr>
        <p:spPr>
          <a:xfrm>
            <a:off x="4717100" y="1555344"/>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sp>
        <p:nvSpPr>
          <p:cNvPr id="1594" name="Google Shape;1594;g3f723343625_0_501"/>
          <p:cNvSpPr/>
          <p:nvPr/>
        </p:nvSpPr>
        <p:spPr>
          <a:xfrm>
            <a:off x="4724150" y="2391466"/>
            <a:ext cx="100800" cy="100800"/>
          </a:xfrm>
          <a:prstGeom prst="ellipse">
            <a:avLst/>
          </a:prstGeom>
          <a:solidFill>
            <a:schemeClr val="dk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Plus Jakarta Sans"/>
                <a:ea typeface="Plus Jakarta Sans"/>
                <a:cs typeface="Plus Jakarta Sans"/>
                <a:sym typeface="Plus Jakarta Sans"/>
              </a:rPr>
              <a:t> </a:t>
            </a:r>
            <a:endParaRPr b="0" i="0" sz="1400" u="none" cap="none" strike="noStrike">
              <a:solidFill>
                <a:srgbClr val="000000"/>
              </a:solidFill>
              <a:latin typeface="Plus Jakarta Sans"/>
              <a:ea typeface="Plus Jakarta Sans"/>
              <a:cs typeface="Plus Jakarta Sans"/>
              <a:sym typeface="Plus Jakarta Sans"/>
            </a:endParaRPr>
          </a:p>
        </p:txBody>
      </p:sp>
      <p:grpSp>
        <p:nvGrpSpPr>
          <p:cNvPr id="1595" name="Google Shape;1595;g3f723343625_0_501"/>
          <p:cNvGrpSpPr/>
          <p:nvPr/>
        </p:nvGrpSpPr>
        <p:grpSpPr>
          <a:xfrm>
            <a:off x="3231875" y="1274174"/>
            <a:ext cx="3010125" cy="1461126"/>
            <a:chOff x="3231875" y="1260063"/>
            <a:chExt cx="3010125" cy="1461126"/>
          </a:xfrm>
        </p:grpSpPr>
        <p:sp>
          <p:nvSpPr>
            <p:cNvPr id="1596" name="Google Shape;1596;g3f723343625_0_501"/>
            <p:cNvSpPr txBox="1"/>
            <p:nvPr/>
          </p:nvSpPr>
          <p:spPr>
            <a:xfrm>
              <a:off x="5403200" y="1944514"/>
              <a:ext cx="838800" cy="1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COUNTERPARTY</a:t>
              </a:r>
              <a:endParaRPr b="1" i="0" sz="700" u="none" cap="none" strike="noStrike">
                <a:solidFill>
                  <a:schemeClr val="dk1"/>
                </a:solidFill>
                <a:latin typeface="Plus Jakarta Sans"/>
                <a:ea typeface="Plus Jakarta Sans"/>
                <a:cs typeface="Plus Jakarta Sans"/>
                <a:sym typeface="Plus Jakarta Sans"/>
              </a:endParaRPr>
            </a:p>
          </p:txBody>
        </p:sp>
        <p:sp>
          <p:nvSpPr>
            <p:cNvPr id="1597" name="Google Shape;1597;g3f723343625_0_501"/>
            <p:cNvSpPr txBox="1"/>
            <p:nvPr/>
          </p:nvSpPr>
          <p:spPr>
            <a:xfrm>
              <a:off x="5161637" y="2436115"/>
              <a:ext cx="453900" cy="1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ALERT</a:t>
              </a:r>
              <a:endParaRPr b="1" i="0" sz="700" u="none" cap="none" strike="noStrike">
                <a:solidFill>
                  <a:schemeClr val="dk1"/>
                </a:solidFill>
                <a:latin typeface="Plus Jakarta Sans"/>
                <a:ea typeface="Plus Jakarta Sans"/>
                <a:cs typeface="Plus Jakarta Sans"/>
                <a:sym typeface="Plus Jakarta Sans"/>
              </a:endParaRPr>
            </a:p>
          </p:txBody>
        </p:sp>
        <p:sp>
          <p:nvSpPr>
            <p:cNvPr id="1598" name="Google Shape;1598;g3f723343625_0_501"/>
            <p:cNvSpPr txBox="1"/>
            <p:nvPr/>
          </p:nvSpPr>
          <p:spPr>
            <a:xfrm>
              <a:off x="5175183" y="1468463"/>
              <a:ext cx="718800" cy="1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TRANSACTION</a:t>
              </a:r>
              <a:endParaRPr b="1" i="0" sz="700" u="none" cap="none" strike="noStrike">
                <a:solidFill>
                  <a:schemeClr val="dk1"/>
                </a:solidFill>
                <a:latin typeface="Plus Jakarta Sans"/>
                <a:ea typeface="Plus Jakarta Sans"/>
                <a:cs typeface="Plus Jakarta Sans"/>
                <a:sym typeface="Plus Jakarta Sans"/>
              </a:endParaRPr>
            </a:p>
          </p:txBody>
        </p:sp>
        <p:sp>
          <p:nvSpPr>
            <p:cNvPr id="1599" name="Google Shape;1599;g3f723343625_0_501"/>
            <p:cNvSpPr txBox="1"/>
            <p:nvPr/>
          </p:nvSpPr>
          <p:spPr>
            <a:xfrm>
              <a:off x="4705033" y="2620389"/>
              <a:ext cx="306300" cy="1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LINK</a:t>
              </a:r>
              <a:endParaRPr b="1" i="0" sz="700" u="none" cap="none" strike="noStrike">
                <a:solidFill>
                  <a:schemeClr val="dk1"/>
                </a:solidFill>
                <a:latin typeface="Plus Jakarta Sans"/>
                <a:ea typeface="Plus Jakarta Sans"/>
                <a:cs typeface="Plus Jakarta Sans"/>
                <a:sym typeface="Plus Jakarta Sans"/>
              </a:endParaRPr>
            </a:p>
          </p:txBody>
        </p:sp>
        <p:sp>
          <p:nvSpPr>
            <p:cNvPr id="1600" name="Google Shape;1600;g3f723343625_0_501"/>
            <p:cNvSpPr txBox="1"/>
            <p:nvPr/>
          </p:nvSpPr>
          <p:spPr>
            <a:xfrm>
              <a:off x="3525850" y="1464901"/>
              <a:ext cx="513300" cy="136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ACCOUNT</a:t>
              </a:r>
              <a:endParaRPr b="1" i="0" sz="700" u="none" cap="none" strike="noStrike">
                <a:solidFill>
                  <a:schemeClr val="dk1"/>
                </a:solidFill>
                <a:latin typeface="Plus Jakarta Sans"/>
                <a:ea typeface="Plus Jakarta Sans"/>
                <a:cs typeface="Plus Jakarta Sans"/>
                <a:sym typeface="Plus Jakarta Sans"/>
              </a:endParaRPr>
            </a:p>
          </p:txBody>
        </p:sp>
        <p:sp>
          <p:nvSpPr>
            <p:cNvPr id="1601" name="Google Shape;1601;g3f723343625_0_501"/>
            <p:cNvSpPr txBox="1"/>
            <p:nvPr/>
          </p:nvSpPr>
          <p:spPr>
            <a:xfrm>
              <a:off x="3231875" y="1944514"/>
              <a:ext cx="513300" cy="1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MERCHANT</a:t>
              </a:r>
              <a:endParaRPr b="1" i="0" sz="700" u="none" cap="none" strike="noStrike">
                <a:solidFill>
                  <a:schemeClr val="dk1"/>
                </a:solidFill>
                <a:latin typeface="Plus Jakarta Sans"/>
                <a:ea typeface="Plus Jakarta Sans"/>
                <a:cs typeface="Plus Jakarta Sans"/>
                <a:sym typeface="Plus Jakarta Sans"/>
              </a:endParaRPr>
            </a:p>
          </p:txBody>
        </p:sp>
        <p:sp>
          <p:nvSpPr>
            <p:cNvPr id="1602" name="Google Shape;1602;g3f723343625_0_501"/>
            <p:cNvSpPr txBox="1"/>
            <p:nvPr/>
          </p:nvSpPr>
          <p:spPr>
            <a:xfrm>
              <a:off x="3616651" y="2433912"/>
              <a:ext cx="374700" cy="1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DEVICE</a:t>
              </a:r>
              <a:endParaRPr b="1" i="0" sz="700" u="none" cap="none" strike="noStrike">
                <a:solidFill>
                  <a:schemeClr val="dk1"/>
                </a:solidFill>
                <a:latin typeface="Plus Jakarta Sans"/>
                <a:ea typeface="Plus Jakarta Sans"/>
                <a:cs typeface="Plus Jakarta Sans"/>
                <a:sym typeface="Plus Jakarta Sans"/>
              </a:endParaRPr>
            </a:p>
          </p:txBody>
        </p:sp>
        <p:sp>
          <p:nvSpPr>
            <p:cNvPr id="1603" name="Google Shape;1603;g3f723343625_0_501"/>
            <p:cNvSpPr txBox="1"/>
            <p:nvPr/>
          </p:nvSpPr>
          <p:spPr>
            <a:xfrm>
              <a:off x="4705025" y="1260063"/>
              <a:ext cx="570300" cy="100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00000"/>
                </a:buClr>
                <a:buSzPts val="700"/>
                <a:buFont typeface="Arial"/>
                <a:buNone/>
              </a:pPr>
              <a:r>
                <a:rPr b="1" i="0" lang="en" sz="700" u="none" cap="none" strike="noStrike">
                  <a:solidFill>
                    <a:schemeClr val="dk1"/>
                  </a:solidFill>
                  <a:latin typeface="Plus Jakarta Sans"/>
                  <a:ea typeface="Plus Jakarta Sans"/>
                  <a:cs typeface="Plus Jakarta Sans"/>
                  <a:sym typeface="Plus Jakarta Sans"/>
                </a:rPr>
                <a:t>CUSTOMER</a:t>
              </a:r>
              <a:endParaRPr b="1" i="0" sz="700" u="none" cap="none" strike="noStrike">
                <a:solidFill>
                  <a:schemeClr val="dk1"/>
                </a:solidFill>
                <a:latin typeface="Plus Jakarta Sans"/>
                <a:ea typeface="Plus Jakarta Sans"/>
                <a:cs typeface="Plus Jakarta Sans"/>
                <a:sym typeface="Plus Jakarta Sans"/>
              </a:endParaRPr>
            </a:p>
          </p:txBody>
        </p:sp>
      </p:grpSp>
      <p:sp>
        <p:nvSpPr>
          <p:cNvPr id="1604" name="Google Shape;1604;g3f723343625_0_501"/>
          <p:cNvSpPr/>
          <p:nvPr/>
        </p:nvSpPr>
        <p:spPr>
          <a:xfrm>
            <a:off x="1002325" y="4684675"/>
            <a:ext cx="6999900" cy="2499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0" i="1" lang="en" sz="1100" u="none" cap="none" strike="noStrike">
                <a:solidFill>
                  <a:srgbClr val="5A5A72"/>
                </a:solidFill>
                <a:latin typeface="Plus Jakarta Sans"/>
                <a:ea typeface="Plus Jakarta Sans"/>
                <a:cs typeface="Plus Jakarta Sans"/>
                <a:sym typeface="Plus Jakarta Sans"/>
              </a:rPr>
              <a:t>Platform + Applied AI together — this is what raw data → production fincrime AI actually takes.</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609" name="Shape 1609"/>
        <p:cNvGrpSpPr/>
        <p:nvPr/>
      </p:nvGrpSpPr>
      <p:grpSpPr>
        <a:xfrm>
          <a:off x="0" y="0"/>
          <a:ext cx="0" cy="0"/>
          <a:chOff x="0" y="0"/>
          <a:chExt cx="0" cy="0"/>
        </a:xfrm>
      </p:grpSpPr>
      <p:sp>
        <p:nvSpPr>
          <p:cNvPr id="1610" name="Google Shape;1610;p20"/>
          <p:cNvSpPr txBox="1"/>
          <p:nvPr>
            <p:ph type="title"/>
          </p:nvPr>
        </p:nvSpPr>
        <p:spPr>
          <a:xfrm>
            <a:off x="533400" y="292608"/>
            <a:ext cx="81978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Applied AI: Co-Builds the Platform, Not Just the Solutions</a:t>
            </a:r>
            <a:endParaRPr sz="2300">
              <a:latin typeface="Plus Jakarta Sans"/>
              <a:ea typeface="Plus Jakarta Sans"/>
              <a:cs typeface="Plus Jakarta Sans"/>
              <a:sym typeface="Plus Jakarta Sans"/>
            </a:endParaRPr>
          </a:p>
        </p:txBody>
      </p:sp>
      <p:sp>
        <p:nvSpPr>
          <p:cNvPr id="1611" name="Google Shape;1611;p20"/>
          <p:cNvSpPr txBox="1"/>
          <p:nvPr>
            <p:ph idx="4294967295" type="body"/>
          </p:nvPr>
        </p:nvSpPr>
        <p:spPr>
          <a:xfrm>
            <a:off x="533400" y="734285"/>
            <a:ext cx="7080000" cy="38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400"/>
              </a:spcAft>
              <a:buClr>
                <a:schemeClr val="accent2"/>
              </a:buClr>
              <a:buSzPts val="1100"/>
              <a:buFont typeface="Plus Jakarta Sans SemiBold"/>
              <a:buNone/>
            </a:pPr>
            <a:r>
              <a:rPr b="0" i="0" lang="en" sz="1100" u="none" cap="none" strike="noStrike">
                <a:solidFill>
                  <a:schemeClr val="accent2"/>
                </a:solidFill>
                <a:latin typeface="Plus Jakarta Sans Medium"/>
                <a:ea typeface="Plus Jakarta Sans Medium"/>
                <a:cs typeface="Plus Jakarta Sans Medium"/>
                <a:sym typeface="Plus Jakarta Sans Medium"/>
              </a:rPr>
              <a:t>Forward Deployed Engineering — Applied AI engineers work alongside your centralized AI team, on two fronts.</a:t>
            </a:r>
            <a:endParaRPr b="0" i="0" sz="1100" u="none" cap="none" strike="noStrike">
              <a:solidFill>
                <a:schemeClr val="accent2"/>
              </a:solidFill>
              <a:latin typeface="Plus Jakarta Sans Medium"/>
              <a:ea typeface="Plus Jakarta Sans Medium"/>
              <a:cs typeface="Plus Jakarta Sans Medium"/>
              <a:sym typeface="Plus Jakarta Sans Medium"/>
            </a:endParaRPr>
          </a:p>
        </p:txBody>
      </p:sp>
      <p:sp>
        <p:nvSpPr>
          <p:cNvPr id="1612" name="Google Shape;1612;p20"/>
          <p:cNvSpPr/>
          <p:nvPr/>
        </p:nvSpPr>
        <p:spPr>
          <a:xfrm>
            <a:off x="566925" y="1580000"/>
            <a:ext cx="3905000" cy="220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p20"/>
          <p:cNvSpPr/>
          <p:nvPr/>
        </p:nvSpPr>
        <p:spPr>
          <a:xfrm>
            <a:off x="566928" y="1580006"/>
            <a:ext cx="3905000" cy="456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4" name="Google Shape;1614;p20"/>
          <p:cNvSpPr/>
          <p:nvPr/>
        </p:nvSpPr>
        <p:spPr>
          <a:xfrm>
            <a:off x="786925" y="1760000"/>
            <a:ext cx="3465000" cy="3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15154A"/>
                </a:solidFill>
                <a:latin typeface="Plus Jakarta Sans"/>
                <a:ea typeface="Plus Jakarta Sans"/>
                <a:cs typeface="Plus Jakarta Sans"/>
                <a:sym typeface="Plus Jakarta Sans"/>
              </a:rPr>
              <a:t>Business solutions on your data</a:t>
            </a:r>
            <a:endParaRPr b="0" i="0" sz="1400" u="none" cap="none" strike="noStrike">
              <a:solidFill>
                <a:srgbClr val="000000"/>
              </a:solidFill>
              <a:latin typeface="Arial"/>
              <a:ea typeface="Arial"/>
              <a:cs typeface="Arial"/>
              <a:sym typeface="Arial"/>
            </a:endParaRPr>
          </a:p>
        </p:txBody>
      </p:sp>
      <p:sp>
        <p:nvSpPr>
          <p:cNvPr id="1615" name="Google Shape;1615;p20"/>
          <p:cNvSpPr/>
          <p:nvPr/>
        </p:nvSpPr>
        <p:spPr>
          <a:xfrm>
            <a:off x="786925" y="2200000"/>
            <a:ext cx="3465000" cy="146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000"/>
              <a:buFont typeface="Arial"/>
              <a:buNone/>
            </a:pPr>
            <a:r>
              <a:rPr b="1" i="0" lang="en" sz="1000" u="none" cap="none" strike="noStrike">
                <a:solidFill>
                  <a:srgbClr val="EE5A29"/>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Financial crime detection — graph + agents on the lakehouse</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EE5A29"/>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Source of Wealth reporting — 10 days → under 1 hour</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EE5A29"/>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Banking chatbot with memory — on-prem, your data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50"/>
              <a:buFont typeface="Arial"/>
              <a:buNone/>
            </a:pPr>
            <a:r>
              <a:rPr b="0" i="1" lang="en" sz="950" u="none" cap="none" strike="noStrike">
                <a:solidFill>
                  <a:srgbClr val="EE5A29"/>
                </a:solidFill>
                <a:latin typeface="Plus Jakarta Sans"/>
                <a:ea typeface="Plus Jakarta Sans"/>
                <a:cs typeface="Plus Jakarta Sans"/>
                <a:sym typeface="Plus Jakarta Sans"/>
              </a:rPr>
              <a:t>High-ROI problems → deployed Private AI solutions.</a:t>
            </a:r>
            <a:endParaRPr b="0" i="0" sz="1400" u="none" cap="none" strike="noStrike">
              <a:solidFill>
                <a:srgbClr val="000000"/>
              </a:solidFill>
              <a:latin typeface="Arial"/>
              <a:ea typeface="Arial"/>
              <a:cs typeface="Arial"/>
              <a:sym typeface="Arial"/>
            </a:endParaRPr>
          </a:p>
        </p:txBody>
      </p:sp>
      <p:sp>
        <p:nvSpPr>
          <p:cNvPr id="1616" name="Google Shape;1616;p20"/>
          <p:cNvSpPr/>
          <p:nvPr/>
        </p:nvSpPr>
        <p:spPr>
          <a:xfrm>
            <a:off x="4670925" y="1580000"/>
            <a:ext cx="3905000" cy="220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7" name="Google Shape;1617;p20"/>
          <p:cNvSpPr/>
          <p:nvPr/>
        </p:nvSpPr>
        <p:spPr>
          <a:xfrm>
            <a:off x="4670928" y="1580006"/>
            <a:ext cx="3905000" cy="456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8" name="Google Shape;1618;p20"/>
          <p:cNvSpPr/>
          <p:nvPr/>
        </p:nvSpPr>
        <p:spPr>
          <a:xfrm>
            <a:off x="4890925" y="1760000"/>
            <a:ext cx="3465000" cy="35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15154A"/>
                </a:solidFill>
                <a:latin typeface="Plus Jakarta Sans"/>
                <a:ea typeface="Plus Jakarta Sans"/>
                <a:cs typeface="Plus Jakarta Sans"/>
                <a:sym typeface="Plus Jakarta Sans"/>
              </a:rPr>
              <a:t>Platform tooling co-build</a:t>
            </a:r>
            <a:endParaRPr b="0" i="0" sz="1400" u="none" cap="none" strike="noStrike">
              <a:solidFill>
                <a:srgbClr val="000000"/>
              </a:solidFill>
              <a:latin typeface="Arial"/>
              <a:ea typeface="Arial"/>
              <a:cs typeface="Arial"/>
              <a:sym typeface="Arial"/>
            </a:endParaRPr>
          </a:p>
        </p:txBody>
      </p:sp>
      <p:sp>
        <p:nvSpPr>
          <p:cNvPr id="1619" name="Google Shape;1619;p20"/>
          <p:cNvSpPr/>
          <p:nvPr/>
        </p:nvSpPr>
        <p:spPr>
          <a:xfrm>
            <a:off x="4890925" y="2200000"/>
            <a:ext cx="3465000" cy="146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Knowledge &amp; ontology layer</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Centralized vector DB &amp; agent memory</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MCP gateway &amp; new MCP servers</a:t>
            </a:r>
            <a:endParaRPr b="0" i="0" sz="1400" u="none" cap="none" strike="noStrike">
              <a:solidFill>
                <a:srgbClr val="000000"/>
              </a:solidFill>
              <a:latin typeface="Arial"/>
              <a:ea typeface="Arial"/>
              <a:cs typeface="Arial"/>
              <a:sym typeface="Arial"/>
            </a:endParaRPr>
          </a:p>
          <a:p>
            <a:pPr indent="0" lvl="0" marL="0" marR="0" rtl="0" algn="l">
              <a:lnSpc>
                <a:spcPct val="110000"/>
              </a:lnSpc>
              <a:spcBef>
                <a:spcPts val="300"/>
              </a:spcBef>
              <a:spcAft>
                <a:spcPts val="0"/>
              </a:spcAft>
              <a:buClr>
                <a:srgbClr val="000000"/>
              </a:buClr>
              <a:buSzPts val="1000"/>
              <a:buFont typeface="Arial"/>
              <a:buNone/>
            </a:pPr>
            <a:r>
              <a:rPr b="1" i="0" lang="en" sz="1000" u="none" cap="none" strike="noStrike">
                <a:solidFill>
                  <a:srgbClr val="4F4FF5"/>
                </a:solidFill>
                <a:latin typeface="Plus Jakarta Sans"/>
                <a:ea typeface="Plus Jakarta Sans"/>
                <a:cs typeface="Plus Jakarta Sans"/>
                <a:sym typeface="Plus Jakarta Sans"/>
              </a:rPr>
              <a:t>· </a:t>
            </a:r>
            <a:r>
              <a:rPr b="0" i="0" lang="en" sz="1000" u="none" cap="none" strike="noStrike">
                <a:solidFill>
                  <a:srgbClr val="5A5A72"/>
                </a:solidFill>
                <a:latin typeface="Plus Jakarta Sans"/>
                <a:ea typeface="Plus Jakarta Sans"/>
                <a:cs typeface="Plus Jakarta Sans"/>
                <a:sym typeface="Plus Jakarta Sans"/>
              </a:rPr>
              <a:t>Agent self-evolvement tooling</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300"/>
              </a:spcBef>
              <a:spcAft>
                <a:spcPts val="0"/>
              </a:spcAft>
              <a:buClr>
                <a:srgbClr val="000000"/>
              </a:buClr>
              <a:buSzPts val="950"/>
              <a:buFont typeface="Arial"/>
              <a:buNone/>
            </a:pPr>
            <a:r>
              <a:rPr b="0" i="1" lang="en" sz="950" u="none" cap="none" strike="noStrike">
                <a:solidFill>
                  <a:srgbClr val="4F4FF5"/>
                </a:solidFill>
                <a:latin typeface="Plus Jakarta Sans"/>
                <a:ea typeface="Plus Jakarta Sans"/>
                <a:cs typeface="Plus Jakarta Sans"/>
                <a:sym typeface="Plus Jakarta Sans"/>
              </a:rPr>
              <a:t>The frontier pieces DBS IT wants to own.</a:t>
            </a:r>
            <a:endParaRPr b="0" i="0" sz="1400" u="none" cap="none" strike="noStrike">
              <a:solidFill>
                <a:srgbClr val="000000"/>
              </a:solidFill>
              <a:latin typeface="Arial"/>
              <a:ea typeface="Arial"/>
              <a:cs typeface="Arial"/>
              <a:sym typeface="Arial"/>
            </a:endParaRPr>
          </a:p>
        </p:txBody>
      </p:sp>
      <p:sp>
        <p:nvSpPr>
          <p:cNvPr id="1620" name="Google Shape;1620;p20"/>
          <p:cNvSpPr/>
          <p:nvPr/>
        </p:nvSpPr>
        <p:spPr>
          <a:xfrm>
            <a:off x="566928" y="430334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b="0" i="0" lang="en" sz="1100" u="none" cap="none" strike="noStrike">
                <a:solidFill>
                  <a:srgbClr val="15154A"/>
                </a:solidFill>
                <a:latin typeface="Plus Jakarta Sans"/>
                <a:ea typeface="Plus Jakarta Sans"/>
                <a:cs typeface="Plus Jakarta Sans"/>
                <a:sym typeface="Plus Jakarta Sans"/>
              </a:rPr>
              <a:t>When the solution is on your data — and when the infra itself must evolve — Applied AI builds it with you.</a:t>
            </a:r>
            <a:endParaRPr b="0" i="0" sz="11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4" name="Shape 1624"/>
        <p:cNvGrpSpPr/>
        <p:nvPr/>
      </p:nvGrpSpPr>
      <p:grpSpPr>
        <a:xfrm>
          <a:off x="0" y="0"/>
          <a:ext cx="0" cy="0"/>
          <a:chOff x="0" y="0"/>
          <a:chExt cx="0" cy="0"/>
        </a:xfrm>
      </p:grpSpPr>
      <p:sp>
        <p:nvSpPr>
          <p:cNvPr id="1625" name="Google Shape;1625;p17"/>
          <p:cNvSpPr txBox="1"/>
          <p:nvPr>
            <p:ph type="title"/>
          </p:nvPr>
        </p:nvSpPr>
        <p:spPr>
          <a:xfrm>
            <a:off x="533400" y="284253"/>
            <a:ext cx="708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Co-Build 1 — Knowledge &amp; Ontology Layer</a:t>
            </a:r>
            <a:endParaRPr sz="2300">
              <a:latin typeface="Plus Jakarta Sans"/>
              <a:ea typeface="Plus Jakarta Sans"/>
              <a:cs typeface="Plus Jakarta Sans"/>
              <a:sym typeface="Plus Jakarta Sans"/>
            </a:endParaRPr>
          </a:p>
        </p:txBody>
      </p:sp>
      <p:sp>
        <p:nvSpPr>
          <p:cNvPr id="1626" name="Google Shape;1626;p17"/>
          <p:cNvSpPr txBox="1"/>
          <p:nvPr>
            <p:ph idx="4294967295" type="body"/>
          </p:nvPr>
        </p:nvSpPr>
        <p:spPr>
          <a:xfrm>
            <a:off x="533400" y="734285"/>
            <a:ext cx="7080000" cy="38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400"/>
              </a:spcAft>
              <a:buClr>
                <a:schemeClr val="accent2"/>
              </a:buClr>
              <a:buSzPts val="1100"/>
              <a:buFont typeface="Plus Jakarta Sans SemiBold"/>
              <a:buNone/>
            </a:pPr>
            <a:r>
              <a:rPr b="0" i="0" lang="en" sz="1100" u="none" cap="none" strike="noStrike">
                <a:solidFill>
                  <a:schemeClr val="accent2"/>
                </a:solidFill>
                <a:latin typeface="Plus Jakarta Sans Medium"/>
                <a:ea typeface="Plus Jakarta Sans Medium"/>
                <a:cs typeface="Plus Jakarta Sans Medium"/>
                <a:sym typeface="Plus Jakarta Sans Medium"/>
              </a:rPr>
              <a:t>Current state: no built-in ontology, knowledge graph or domain reasoning layer in CAI.</a:t>
            </a:r>
            <a:endParaRPr b="0" i="0" sz="1100" u="none" cap="none" strike="noStrike">
              <a:solidFill>
                <a:schemeClr val="accent2"/>
              </a:solidFill>
              <a:latin typeface="Plus Jakarta Sans Medium"/>
              <a:ea typeface="Plus Jakarta Sans Medium"/>
              <a:cs typeface="Plus Jakarta Sans Medium"/>
              <a:sym typeface="Plus Jakarta Sans Medium"/>
            </a:endParaRPr>
          </a:p>
        </p:txBody>
      </p:sp>
      <p:sp>
        <p:nvSpPr>
          <p:cNvPr id="1627" name="Google Shape;1627;p17"/>
          <p:cNvSpPr/>
          <p:nvPr/>
        </p:nvSpPr>
        <p:spPr>
          <a:xfrm>
            <a:off x="566925" y="1620000"/>
            <a:ext cx="2500000" cy="28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5A5A72"/>
                </a:solidFill>
                <a:latin typeface="Plus Jakarta Sans"/>
                <a:ea typeface="Plus Jakarta Sans"/>
                <a:cs typeface="Plus Jakarta Sans"/>
                <a:sym typeface="Plus Jakarta Sans"/>
              </a:rPr>
              <a:t>TODAY IN CAI</a:t>
            </a:r>
            <a:endParaRPr b="0" i="0" sz="1400" u="none" cap="none" strike="noStrike">
              <a:solidFill>
                <a:srgbClr val="000000"/>
              </a:solidFill>
              <a:latin typeface="Arial"/>
              <a:ea typeface="Arial"/>
              <a:cs typeface="Arial"/>
              <a:sym typeface="Arial"/>
            </a:endParaRPr>
          </a:p>
        </p:txBody>
      </p:sp>
      <p:sp>
        <p:nvSpPr>
          <p:cNvPr id="1628" name="Google Shape;1628;p17"/>
          <p:cNvSpPr/>
          <p:nvPr/>
        </p:nvSpPr>
        <p:spPr>
          <a:xfrm>
            <a:off x="566925" y="1950000"/>
            <a:ext cx="2500000" cy="850000"/>
          </a:xfrm>
          <a:prstGeom prst="roundRect">
            <a:avLst>
              <a:gd fmla="val 5000" name="adj"/>
            </a:avLst>
          </a:prstGeom>
          <a:solidFill>
            <a:srgbClr val="F6F6FB"/>
          </a:solidFill>
          <a:ln>
            <a:noFill/>
          </a:ln>
          <a:effectLst>
            <a:outerShdw blurRad="57150" rotWithShape="0" algn="bl" dir="5400000" dist="19050">
              <a:srgbClr val="000000">
                <a:alpha val="50196"/>
              </a:srgbClr>
            </a:outerShdw>
          </a:effectLst>
        </p:spPr>
        <p:txBody>
          <a:bodyPr anchorCtr="0" anchor="ctr" bIns="0" lIns="91425" spcFirstLastPara="1" rIns="91425" wrap="square" tIns="0">
            <a:noAutofit/>
          </a:bodyPr>
          <a:lstStyle/>
          <a:p>
            <a:pPr indent="0" lvl="0" marL="0" marR="0" rtl="0" algn="ctr">
              <a:lnSpc>
                <a:spcPct val="110000"/>
              </a:lnSpc>
              <a:spcBef>
                <a:spcPts val="0"/>
              </a:spcBef>
              <a:spcAft>
                <a:spcPts val="0"/>
              </a:spcAft>
              <a:buClr>
                <a:srgbClr val="000000"/>
              </a:buClr>
              <a:buSzPts val="1050"/>
              <a:buFont typeface="Arial"/>
              <a:buNone/>
            </a:pPr>
            <a:r>
              <a:rPr i="0" lang="en" sz="1050" u="none" cap="none" strike="noStrike">
                <a:solidFill>
                  <a:srgbClr val="15154A"/>
                </a:solidFill>
                <a:latin typeface="Plus Jakarta Sans Medium"/>
                <a:ea typeface="Plus Jakarta Sans Medium"/>
                <a:cs typeface="Plus Jakarta Sans Medium"/>
                <a:sym typeface="Plus Jakarta Sans Medium"/>
              </a:rPr>
              <a:t>Agents reason over unstructured text only</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29" name="Google Shape;1629;p17"/>
          <p:cNvSpPr/>
          <p:nvPr/>
        </p:nvSpPr>
        <p:spPr>
          <a:xfrm>
            <a:off x="1697900" y="2900000"/>
            <a:ext cx="240000" cy="240000"/>
          </a:xfrm>
          <a:prstGeom prst="downArrow">
            <a:avLst>
              <a:gd fmla="val 50000" name="adj1"/>
              <a:gd fmla="val 50000" name="adj2"/>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0" name="Google Shape;1630;p17"/>
          <p:cNvSpPr/>
          <p:nvPr/>
        </p:nvSpPr>
        <p:spPr>
          <a:xfrm>
            <a:off x="566925" y="3250000"/>
            <a:ext cx="2500000" cy="850000"/>
          </a:xfrm>
          <a:prstGeom prst="roundRect">
            <a:avLst>
              <a:gd fmla="val 5000" name="adj"/>
            </a:avLst>
          </a:prstGeom>
          <a:solidFill>
            <a:srgbClr val="FDEDE8"/>
          </a:solidFill>
          <a:ln>
            <a:noFill/>
          </a:ln>
          <a:effectLst>
            <a:outerShdw blurRad="57150" rotWithShape="0" algn="bl" dir="5400000" dist="19050">
              <a:srgbClr val="000000">
                <a:alpha val="50196"/>
              </a:srgbClr>
            </a:outerShdw>
          </a:effectLst>
        </p:spPr>
        <p:txBody>
          <a:bodyPr anchorCtr="0" anchor="ctr" bIns="0" lIns="91425" spcFirstLastPara="1" rIns="91425" wrap="square" tIns="0">
            <a:noAutofit/>
          </a:bodyPr>
          <a:lstStyle/>
          <a:p>
            <a:pPr indent="0" lvl="0" marL="0" marR="0" rtl="0" algn="ctr">
              <a:lnSpc>
                <a:spcPct val="110000"/>
              </a:lnSpc>
              <a:spcBef>
                <a:spcPts val="0"/>
              </a:spcBef>
              <a:spcAft>
                <a:spcPts val="0"/>
              </a:spcAft>
              <a:buClr>
                <a:srgbClr val="000000"/>
              </a:buClr>
              <a:buSzPts val="1050"/>
              <a:buFont typeface="Arial"/>
              <a:buNone/>
            </a:pPr>
            <a:r>
              <a:rPr i="0" lang="en" sz="1050" u="none" cap="none" strike="noStrike">
                <a:solidFill>
                  <a:srgbClr val="C23A17"/>
                </a:solidFill>
                <a:latin typeface="Plus Jakarta Sans Medium"/>
                <a:ea typeface="Plus Jakarta Sans Medium"/>
                <a:cs typeface="Plus Jakarta Sans Medium"/>
                <a:sym typeface="Plus Jakarta Sans Medium"/>
              </a:rPr>
              <a:t>Guessed entity links · missed regulatory precision</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31" name="Google Shape;1631;p17"/>
          <p:cNvSpPr/>
          <p:nvPr/>
        </p:nvSpPr>
        <p:spPr>
          <a:xfrm>
            <a:off x="3220000" y="2650000"/>
            <a:ext cx="480000" cy="420000"/>
          </a:xfrm>
          <a:prstGeom prst="rightArrow">
            <a:avLst>
              <a:gd fmla="val 50000" name="adj1"/>
              <a:gd fmla="val 50000" name="adj2"/>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2" name="Google Shape;1632;p17"/>
          <p:cNvSpPr/>
          <p:nvPr/>
        </p:nvSpPr>
        <p:spPr>
          <a:xfrm>
            <a:off x="3860000" y="162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3" name="Google Shape;1633;p17"/>
          <p:cNvSpPr/>
          <p:nvPr/>
        </p:nvSpPr>
        <p:spPr>
          <a:xfrm>
            <a:off x="3860000" y="1620000"/>
            <a:ext cx="54900" cy="83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4" name="Google Shape;1634;p17"/>
          <p:cNvSpPr/>
          <p:nvPr/>
        </p:nvSpPr>
        <p:spPr>
          <a:xfrm>
            <a:off x="4020000" y="170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Entity Resolution</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35" name="Google Shape;1635;p17"/>
          <p:cNvSpPr/>
          <p:nvPr/>
        </p:nvSpPr>
        <p:spPr>
          <a:xfrm>
            <a:off x="4020000" y="202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Disambiguate same-name accounts &amp; counterparties across the lakehouse</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36" name="Google Shape;1636;p17"/>
          <p:cNvSpPr/>
          <p:nvPr/>
        </p:nvSpPr>
        <p:spPr>
          <a:xfrm>
            <a:off x="3860000" y="258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7" name="Google Shape;1637;p17"/>
          <p:cNvSpPr/>
          <p:nvPr/>
        </p:nvSpPr>
        <p:spPr>
          <a:xfrm>
            <a:off x="3860000" y="2580000"/>
            <a:ext cx="54900" cy="83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8" name="Google Shape;1638;p17"/>
          <p:cNvSpPr/>
          <p:nvPr/>
        </p:nvSpPr>
        <p:spPr>
          <a:xfrm>
            <a:off x="4020000" y="266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Knowledge Graph</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39" name="Google Shape;1639;p17"/>
          <p:cNvSpPr/>
          <p:nvPr/>
        </p:nvSpPr>
        <p:spPr>
          <a:xfrm>
            <a:off x="4020000" y="298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Map relationships across transactions, entities and alerts</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40" name="Google Shape;1640;p17"/>
          <p:cNvSpPr/>
          <p:nvPr/>
        </p:nvSpPr>
        <p:spPr>
          <a:xfrm>
            <a:off x="3860000" y="354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1" name="Google Shape;1641;p17"/>
          <p:cNvSpPr/>
          <p:nvPr/>
        </p:nvSpPr>
        <p:spPr>
          <a:xfrm>
            <a:off x="3860000" y="3540000"/>
            <a:ext cx="54900" cy="83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42" name="Google Shape;1642;p17"/>
          <p:cNvSpPr/>
          <p:nvPr/>
        </p:nvSpPr>
        <p:spPr>
          <a:xfrm>
            <a:off x="4020000" y="362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Domain Ontology</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43" name="Google Shape;1643;p17"/>
          <p:cNvSpPr/>
          <p:nvPr/>
        </p:nvSpPr>
        <p:spPr>
          <a:xfrm>
            <a:off x="4020000" y="394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Banking / regulatory taxonomy agents query at inference time</a:t>
            </a:r>
            <a:endParaRPr i="0" sz="1400" u="none" cap="none" strike="noStrike">
              <a:solidFill>
                <a:srgbClr val="000000"/>
              </a:solidFill>
              <a:latin typeface="Plus Jakarta Sans Light"/>
              <a:ea typeface="Plus Jakarta Sans Light"/>
              <a:cs typeface="Plus Jakarta Sans Light"/>
              <a:sym typeface="Plus Jakarta Sans Light"/>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7" name="Shape 1647"/>
        <p:cNvGrpSpPr/>
        <p:nvPr/>
      </p:nvGrpSpPr>
      <p:grpSpPr>
        <a:xfrm>
          <a:off x="0" y="0"/>
          <a:ext cx="0" cy="0"/>
          <a:chOff x="0" y="0"/>
          <a:chExt cx="0" cy="0"/>
        </a:xfrm>
      </p:grpSpPr>
      <p:sp>
        <p:nvSpPr>
          <p:cNvPr id="1648" name="Google Shape;1648;p18"/>
          <p:cNvSpPr txBox="1"/>
          <p:nvPr>
            <p:ph type="title"/>
          </p:nvPr>
        </p:nvSpPr>
        <p:spPr>
          <a:xfrm>
            <a:off x="533400" y="284250"/>
            <a:ext cx="84687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Co-Build 2 — Centralized VectorDB &amp; Multimodal Search</a:t>
            </a:r>
            <a:endParaRPr sz="2300">
              <a:latin typeface="Plus Jakarta Sans"/>
              <a:ea typeface="Plus Jakarta Sans"/>
              <a:cs typeface="Plus Jakarta Sans"/>
              <a:sym typeface="Plus Jakarta Sans"/>
            </a:endParaRPr>
          </a:p>
        </p:txBody>
      </p:sp>
      <p:sp>
        <p:nvSpPr>
          <p:cNvPr id="1649" name="Google Shape;1649;p18"/>
          <p:cNvSpPr txBox="1"/>
          <p:nvPr>
            <p:ph idx="4294967295" type="body"/>
          </p:nvPr>
        </p:nvSpPr>
        <p:spPr>
          <a:xfrm>
            <a:off x="533400" y="734285"/>
            <a:ext cx="7080000" cy="38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400"/>
              </a:spcAft>
              <a:buClr>
                <a:schemeClr val="accent2"/>
              </a:buClr>
              <a:buSzPts val="1100"/>
              <a:buFont typeface="Plus Jakarta Sans SemiBold"/>
              <a:buNone/>
            </a:pPr>
            <a:r>
              <a:rPr b="0" i="0" lang="en" sz="1100" u="none" cap="none" strike="noStrike">
                <a:solidFill>
                  <a:schemeClr val="accent2"/>
                </a:solidFill>
                <a:latin typeface="Plus Jakarta Sans Medium"/>
                <a:ea typeface="Plus Jakarta Sans Medium"/>
                <a:cs typeface="Plus Jakarta Sans Medium"/>
                <a:sym typeface="Plus Jakarta Sans Medium"/>
              </a:rPr>
              <a:t>Current state: no centralized vector index or multimodal metadata store across projects.</a:t>
            </a:r>
            <a:endParaRPr b="0" i="0" sz="1100" u="none" cap="none" strike="noStrike">
              <a:solidFill>
                <a:schemeClr val="accent2"/>
              </a:solidFill>
              <a:latin typeface="Plus Jakarta Sans Medium"/>
              <a:ea typeface="Plus Jakarta Sans Medium"/>
              <a:cs typeface="Plus Jakarta Sans Medium"/>
              <a:sym typeface="Plus Jakarta Sans Medium"/>
            </a:endParaRPr>
          </a:p>
        </p:txBody>
      </p:sp>
      <p:sp>
        <p:nvSpPr>
          <p:cNvPr id="1650" name="Google Shape;1650;p18"/>
          <p:cNvSpPr/>
          <p:nvPr/>
        </p:nvSpPr>
        <p:spPr>
          <a:xfrm>
            <a:off x="566925" y="1620000"/>
            <a:ext cx="2500000" cy="28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5A5A72"/>
                </a:solidFill>
                <a:latin typeface="Plus Jakarta Sans"/>
                <a:ea typeface="Plus Jakarta Sans"/>
                <a:cs typeface="Plus Jakarta Sans"/>
                <a:sym typeface="Plus Jakarta Sans"/>
              </a:rPr>
              <a:t>TODAY IN CAI</a:t>
            </a:r>
            <a:endParaRPr b="0" i="0" sz="1400" u="none" cap="none" strike="noStrike">
              <a:solidFill>
                <a:srgbClr val="000000"/>
              </a:solidFill>
              <a:latin typeface="Arial"/>
              <a:ea typeface="Arial"/>
              <a:cs typeface="Arial"/>
              <a:sym typeface="Arial"/>
            </a:endParaRPr>
          </a:p>
        </p:txBody>
      </p:sp>
      <p:sp>
        <p:nvSpPr>
          <p:cNvPr id="1651" name="Google Shape;1651;p18"/>
          <p:cNvSpPr/>
          <p:nvPr/>
        </p:nvSpPr>
        <p:spPr>
          <a:xfrm>
            <a:off x="566925" y="1950000"/>
            <a:ext cx="2500000" cy="850000"/>
          </a:xfrm>
          <a:prstGeom prst="roundRect">
            <a:avLst>
              <a:gd fmla="val 5000" name="adj"/>
            </a:avLst>
          </a:prstGeom>
          <a:solidFill>
            <a:srgbClr val="F6F6FB"/>
          </a:solidFill>
          <a:ln>
            <a:noFill/>
          </a:ln>
          <a:effectLst>
            <a:outerShdw blurRad="57150" rotWithShape="0" algn="bl" dir="5400000" dist="19050">
              <a:srgbClr val="000000">
                <a:alpha val="50196"/>
              </a:srgbClr>
            </a:outerShdw>
          </a:effectLst>
        </p:spPr>
        <p:txBody>
          <a:bodyPr anchorCtr="0" anchor="ctr" bIns="0" lIns="91425" spcFirstLastPara="1" rIns="91425" wrap="square" tIns="0">
            <a:noAutofit/>
          </a:bodyPr>
          <a:lstStyle/>
          <a:p>
            <a:pPr indent="0" lvl="0" marL="0" marR="0" rtl="0" algn="ctr">
              <a:lnSpc>
                <a:spcPct val="110000"/>
              </a:lnSpc>
              <a:spcBef>
                <a:spcPts val="0"/>
              </a:spcBef>
              <a:spcAft>
                <a:spcPts val="0"/>
              </a:spcAft>
              <a:buClr>
                <a:srgbClr val="000000"/>
              </a:buClr>
              <a:buSzPts val="1050"/>
              <a:buFont typeface="Arial"/>
              <a:buNone/>
            </a:pPr>
            <a:r>
              <a:rPr i="0" lang="en" sz="1050" u="none" cap="none" strike="noStrike">
                <a:solidFill>
                  <a:srgbClr val="15154A"/>
                </a:solidFill>
                <a:latin typeface="Plus Jakarta Sans Medium"/>
                <a:ea typeface="Plus Jakarta Sans Medium"/>
                <a:cs typeface="Plus Jakarta Sans Medium"/>
                <a:sym typeface="Plus Jakarta Sans Medium"/>
              </a:rPr>
              <a:t>Each project builds its own RAG store in isolation</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52" name="Google Shape;1652;p18"/>
          <p:cNvSpPr/>
          <p:nvPr/>
        </p:nvSpPr>
        <p:spPr>
          <a:xfrm>
            <a:off x="1697900" y="2900000"/>
            <a:ext cx="240000" cy="240000"/>
          </a:xfrm>
          <a:prstGeom prst="downArrow">
            <a:avLst>
              <a:gd fmla="val 50000" name="adj1"/>
              <a:gd fmla="val 50000" name="adj2"/>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3" name="Google Shape;1653;p18"/>
          <p:cNvSpPr/>
          <p:nvPr/>
        </p:nvSpPr>
        <p:spPr>
          <a:xfrm>
            <a:off x="566925" y="3250000"/>
            <a:ext cx="2500000" cy="850000"/>
          </a:xfrm>
          <a:prstGeom prst="roundRect">
            <a:avLst>
              <a:gd fmla="val 5000" name="adj"/>
            </a:avLst>
          </a:prstGeom>
          <a:solidFill>
            <a:srgbClr val="FDEDE8"/>
          </a:solidFill>
          <a:ln>
            <a:noFill/>
          </a:ln>
          <a:effectLst>
            <a:outerShdw blurRad="57150" rotWithShape="0" algn="bl" dir="5400000" dist="19050">
              <a:srgbClr val="000000">
                <a:alpha val="50196"/>
              </a:srgbClr>
            </a:outerShdw>
          </a:effectLst>
        </p:spPr>
        <p:txBody>
          <a:bodyPr anchorCtr="0" anchor="ctr" bIns="0" lIns="91425" spcFirstLastPara="1" rIns="91425" wrap="square" tIns="0">
            <a:noAutofit/>
          </a:bodyPr>
          <a:lstStyle/>
          <a:p>
            <a:pPr indent="0" lvl="0" marL="0" marR="0" rtl="0" algn="ctr">
              <a:lnSpc>
                <a:spcPct val="110000"/>
              </a:lnSpc>
              <a:spcBef>
                <a:spcPts val="0"/>
              </a:spcBef>
              <a:spcAft>
                <a:spcPts val="0"/>
              </a:spcAft>
              <a:buClr>
                <a:srgbClr val="000000"/>
              </a:buClr>
              <a:buSzPts val="1050"/>
              <a:buFont typeface="Arial"/>
              <a:buNone/>
            </a:pPr>
            <a:r>
              <a:rPr i="0" lang="en" sz="1050" u="none" cap="none" strike="noStrike">
                <a:solidFill>
                  <a:srgbClr val="C23A17"/>
                </a:solidFill>
                <a:latin typeface="Plus Jakarta Sans Medium"/>
                <a:ea typeface="Plus Jakarta Sans Medium"/>
                <a:cs typeface="Plus Jakarta Sans Medium"/>
                <a:sym typeface="Plus Jakarta Sans Medium"/>
              </a:rPr>
              <a:t>No shared embeddings · context lost between sessions</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54" name="Google Shape;1654;p18"/>
          <p:cNvSpPr/>
          <p:nvPr/>
        </p:nvSpPr>
        <p:spPr>
          <a:xfrm>
            <a:off x="3220000" y="2650000"/>
            <a:ext cx="480000" cy="420000"/>
          </a:xfrm>
          <a:prstGeom prst="rightArrow">
            <a:avLst>
              <a:gd fmla="val 50000" name="adj1"/>
              <a:gd fmla="val 50000" name="adj2"/>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5" name="Google Shape;1655;p18"/>
          <p:cNvSpPr/>
          <p:nvPr/>
        </p:nvSpPr>
        <p:spPr>
          <a:xfrm>
            <a:off x="3860000" y="162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6" name="Google Shape;1656;p18"/>
          <p:cNvSpPr/>
          <p:nvPr/>
        </p:nvSpPr>
        <p:spPr>
          <a:xfrm>
            <a:off x="3860000" y="1620000"/>
            <a:ext cx="54900" cy="83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57" name="Google Shape;1657;p18"/>
          <p:cNvSpPr/>
          <p:nvPr/>
        </p:nvSpPr>
        <p:spPr>
          <a:xfrm>
            <a:off x="4020000" y="170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Centralized Vector Index</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58" name="Google Shape;1658;p18"/>
          <p:cNvSpPr/>
          <p:nvPr/>
        </p:nvSpPr>
        <p:spPr>
          <a:xfrm>
            <a:off x="4020000" y="202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One LanceDB-style store shared across all projects</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59" name="Google Shape;1659;p18"/>
          <p:cNvSpPr/>
          <p:nvPr/>
        </p:nvSpPr>
        <p:spPr>
          <a:xfrm>
            <a:off x="3860000" y="258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0" name="Google Shape;1660;p18"/>
          <p:cNvSpPr/>
          <p:nvPr/>
        </p:nvSpPr>
        <p:spPr>
          <a:xfrm>
            <a:off x="3860000" y="2580000"/>
            <a:ext cx="54900" cy="83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1" name="Google Shape;1661;p18"/>
          <p:cNvSpPr/>
          <p:nvPr/>
        </p:nvSpPr>
        <p:spPr>
          <a:xfrm>
            <a:off x="4020000" y="266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Multimodal Embeddings</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62" name="Google Shape;1662;p18"/>
          <p:cNvSpPr/>
          <p:nvPr/>
        </p:nvSpPr>
        <p:spPr>
          <a:xfrm>
            <a:off x="4020000" y="298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Text, image &amp; structured metadata in one queryable index</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63" name="Google Shape;1663;p18"/>
          <p:cNvSpPr/>
          <p:nvPr/>
        </p:nvSpPr>
        <p:spPr>
          <a:xfrm>
            <a:off x="3860000" y="354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4" name="Google Shape;1664;p18"/>
          <p:cNvSpPr/>
          <p:nvPr/>
        </p:nvSpPr>
        <p:spPr>
          <a:xfrm>
            <a:off x="3860000" y="3540000"/>
            <a:ext cx="54900" cy="83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5" name="Google Shape;1665;p18"/>
          <p:cNvSpPr/>
          <p:nvPr/>
        </p:nvSpPr>
        <p:spPr>
          <a:xfrm>
            <a:off x="4020000" y="362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Shared Retrieval API</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66" name="Google Shape;1666;p18"/>
          <p:cNvSpPr/>
          <p:nvPr/>
        </p:nvSpPr>
        <p:spPr>
          <a:xfrm>
            <a:off x="4020000" y="394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Every Agent Studio workflow calls one governed endpoint</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67" name="Google Shape;1667;p18"/>
          <p:cNvSpPr/>
          <p:nvPr/>
        </p:nvSpPr>
        <p:spPr>
          <a:xfrm>
            <a:off x="567003" y="441879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i="0" lang="en" sz="1100" u="none" cap="none" strike="noStrike">
                <a:solidFill>
                  <a:srgbClr val="15154A"/>
                </a:solidFill>
                <a:latin typeface="Plus Jakarta Sans"/>
                <a:ea typeface="Plus Jakarta Sans"/>
                <a:cs typeface="Plus Jakarta Sans"/>
                <a:sym typeface="Plus Jakarta Sans"/>
              </a:rPr>
              <a:t>Applied AI co-build: centralized index + embedding pipeline + retrieval API — no more per-project RAG rebuild.</a:t>
            </a:r>
            <a:endParaRPr i="0" sz="1100" u="none" cap="none" strike="noStrike">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1" name="Shape 1671"/>
        <p:cNvGrpSpPr/>
        <p:nvPr/>
      </p:nvGrpSpPr>
      <p:grpSpPr>
        <a:xfrm>
          <a:off x="0" y="0"/>
          <a:ext cx="0" cy="0"/>
          <a:chOff x="0" y="0"/>
          <a:chExt cx="0" cy="0"/>
        </a:xfrm>
      </p:grpSpPr>
      <p:sp>
        <p:nvSpPr>
          <p:cNvPr id="1672" name="Google Shape;1672;p19"/>
          <p:cNvSpPr txBox="1"/>
          <p:nvPr>
            <p:ph type="title"/>
          </p:nvPr>
        </p:nvSpPr>
        <p:spPr>
          <a:xfrm>
            <a:off x="533400" y="284250"/>
            <a:ext cx="82353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Co-Build 3 — MCP Ecosystem &amp; Agent Context Memory</a:t>
            </a:r>
            <a:endParaRPr sz="2300">
              <a:latin typeface="Plus Jakarta Sans"/>
              <a:ea typeface="Plus Jakarta Sans"/>
              <a:cs typeface="Plus Jakarta Sans"/>
              <a:sym typeface="Plus Jakarta Sans"/>
            </a:endParaRPr>
          </a:p>
        </p:txBody>
      </p:sp>
      <p:sp>
        <p:nvSpPr>
          <p:cNvPr id="1673" name="Google Shape;1673;p19"/>
          <p:cNvSpPr txBox="1"/>
          <p:nvPr>
            <p:ph idx="4294967295" type="body"/>
          </p:nvPr>
        </p:nvSpPr>
        <p:spPr>
          <a:xfrm>
            <a:off x="533400" y="734285"/>
            <a:ext cx="7080000" cy="38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400"/>
              </a:spcAft>
              <a:buClr>
                <a:schemeClr val="accent2"/>
              </a:buClr>
              <a:buSzPts val="1100"/>
              <a:buFont typeface="Plus Jakarta Sans SemiBold"/>
              <a:buNone/>
            </a:pPr>
            <a:r>
              <a:rPr b="0" i="0" lang="en" sz="1100" u="none" cap="none" strike="noStrike">
                <a:solidFill>
                  <a:schemeClr val="accent2"/>
                </a:solidFill>
                <a:latin typeface="Plus Jakarta Sans Medium"/>
                <a:ea typeface="Plus Jakarta Sans Medium"/>
                <a:cs typeface="Plus Jakarta Sans Medium"/>
                <a:sym typeface="Plus Jakarta Sans Medium"/>
              </a:rPr>
              <a:t>Delivered: Iceberg MCP (Preview) · Workbench MCP (~105 tools) · CDV MCP — but no central gateway or enterprise memory.</a:t>
            </a:r>
            <a:endParaRPr b="0" i="0" sz="1100" u="none" cap="none" strike="noStrike">
              <a:solidFill>
                <a:schemeClr val="accent2"/>
              </a:solidFill>
              <a:latin typeface="Plus Jakarta Sans Medium"/>
              <a:ea typeface="Plus Jakarta Sans Medium"/>
              <a:cs typeface="Plus Jakarta Sans Medium"/>
              <a:sym typeface="Plus Jakarta Sans Medium"/>
            </a:endParaRPr>
          </a:p>
        </p:txBody>
      </p:sp>
      <p:sp>
        <p:nvSpPr>
          <p:cNvPr id="1674" name="Google Shape;1674;p19"/>
          <p:cNvSpPr/>
          <p:nvPr/>
        </p:nvSpPr>
        <p:spPr>
          <a:xfrm>
            <a:off x="566925" y="1620000"/>
            <a:ext cx="2500000" cy="2800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5A5A72"/>
                </a:solidFill>
                <a:latin typeface="Plus Jakarta Sans"/>
                <a:ea typeface="Plus Jakarta Sans"/>
                <a:cs typeface="Plus Jakarta Sans"/>
                <a:sym typeface="Plus Jakarta Sans"/>
              </a:rPr>
              <a:t>TODAY IN CAI</a:t>
            </a:r>
            <a:endParaRPr b="0" i="0" sz="1400" u="none" cap="none" strike="noStrike">
              <a:solidFill>
                <a:srgbClr val="000000"/>
              </a:solidFill>
              <a:latin typeface="Arial"/>
              <a:ea typeface="Arial"/>
              <a:cs typeface="Arial"/>
              <a:sym typeface="Arial"/>
            </a:endParaRPr>
          </a:p>
        </p:txBody>
      </p:sp>
      <p:sp>
        <p:nvSpPr>
          <p:cNvPr id="1675" name="Google Shape;1675;p19"/>
          <p:cNvSpPr/>
          <p:nvPr/>
        </p:nvSpPr>
        <p:spPr>
          <a:xfrm>
            <a:off x="566925" y="1950000"/>
            <a:ext cx="2500000" cy="850000"/>
          </a:xfrm>
          <a:prstGeom prst="roundRect">
            <a:avLst>
              <a:gd fmla="val 5000" name="adj"/>
            </a:avLst>
          </a:prstGeom>
          <a:solidFill>
            <a:srgbClr val="F6F6FB"/>
          </a:solidFill>
          <a:ln>
            <a:noFill/>
          </a:ln>
          <a:effectLst>
            <a:outerShdw blurRad="57150" rotWithShape="0" algn="bl" dir="5400000" dist="19050">
              <a:srgbClr val="000000">
                <a:alpha val="50196"/>
              </a:srgbClr>
            </a:outerShdw>
          </a:effectLst>
        </p:spPr>
        <p:txBody>
          <a:bodyPr anchorCtr="0" anchor="ctr" bIns="0" lIns="91425" spcFirstLastPara="1" rIns="0" wrap="square" tIns="0">
            <a:noAutofit/>
          </a:bodyPr>
          <a:lstStyle/>
          <a:p>
            <a:pPr indent="0" lvl="0" marL="0" marR="0" rtl="0" algn="ctr">
              <a:lnSpc>
                <a:spcPct val="110000"/>
              </a:lnSpc>
              <a:spcBef>
                <a:spcPts val="0"/>
              </a:spcBef>
              <a:spcAft>
                <a:spcPts val="0"/>
              </a:spcAft>
              <a:buClr>
                <a:srgbClr val="000000"/>
              </a:buClr>
              <a:buSzPts val="1050"/>
              <a:buFont typeface="Arial"/>
              <a:buNone/>
            </a:pPr>
            <a:r>
              <a:rPr i="0" lang="en" sz="1050" u="none" cap="none" strike="noStrike">
                <a:solidFill>
                  <a:srgbClr val="15154A"/>
                </a:solidFill>
                <a:latin typeface="Plus Jakarta Sans Medium"/>
                <a:ea typeface="Plus Jakarta Sans Medium"/>
                <a:cs typeface="Plus Jakarta Sans Medium"/>
                <a:sym typeface="Plus Jakarta Sans Medium"/>
              </a:rPr>
              <a:t>3 MCP servers; no central gateway</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76" name="Google Shape;1676;p19"/>
          <p:cNvSpPr/>
          <p:nvPr/>
        </p:nvSpPr>
        <p:spPr>
          <a:xfrm>
            <a:off x="1697900" y="2900000"/>
            <a:ext cx="240000" cy="240000"/>
          </a:xfrm>
          <a:prstGeom prst="downArrow">
            <a:avLst>
              <a:gd fmla="val 50000" name="adj1"/>
              <a:gd fmla="val 50000" name="adj2"/>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7" name="Google Shape;1677;p19"/>
          <p:cNvSpPr/>
          <p:nvPr/>
        </p:nvSpPr>
        <p:spPr>
          <a:xfrm>
            <a:off x="566925" y="3250000"/>
            <a:ext cx="2500000" cy="850000"/>
          </a:xfrm>
          <a:prstGeom prst="roundRect">
            <a:avLst>
              <a:gd fmla="val 5000" name="adj"/>
            </a:avLst>
          </a:prstGeom>
          <a:solidFill>
            <a:srgbClr val="FDEDE8"/>
          </a:solidFill>
          <a:ln>
            <a:noFill/>
          </a:ln>
          <a:effectLst>
            <a:outerShdw blurRad="57150" rotWithShape="0" algn="bl" dir="5400000" dist="19050">
              <a:srgbClr val="000000">
                <a:alpha val="50196"/>
              </a:srgbClr>
            </a:outerShdw>
          </a:effectLst>
        </p:spPr>
        <p:txBody>
          <a:bodyPr anchorCtr="0" anchor="ctr" bIns="0" lIns="91425" spcFirstLastPara="1" rIns="0" wrap="square" tIns="0">
            <a:noAutofit/>
          </a:bodyPr>
          <a:lstStyle/>
          <a:p>
            <a:pPr indent="0" lvl="0" marL="0" marR="0" rtl="0" algn="ctr">
              <a:lnSpc>
                <a:spcPct val="110000"/>
              </a:lnSpc>
              <a:spcBef>
                <a:spcPts val="0"/>
              </a:spcBef>
              <a:spcAft>
                <a:spcPts val="0"/>
              </a:spcAft>
              <a:buClr>
                <a:srgbClr val="000000"/>
              </a:buClr>
              <a:buSzPts val="1050"/>
              <a:buFont typeface="Arial"/>
              <a:buNone/>
            </a:pPr>
            <a:r>
              <a:rPr i="0" lang="en" sz="1050" u="none" cap="none" strike="noStrike">
                <a:solidFill>
                  <a:srgbClr val="C23A17"/>
                </a:solidFill>
                <a:latin typeface="Plus Jakarta Sans Medium"/>
                <a:ea typeface="Plus Jakarta Sans Medium"/>
                <a:cs typeface="Plus Jakarta Sans Medium"/>
                <a:sym typeface="Plus Jakarta Sans Medium"/>
              </a:rPr>
              <a:t>LightMem per-workflow only — no governed enterprise memory</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78" name="Google Shape;1678;p19"/>
          <p:cNvSpPr/>
          <p:nvPr/>
        </p:nvSpPr>
        <p:spPr>
          <a:xfrm>
            <a:off x="3220000" y="2650000"/>
            <a:ext cx="480000" cy="420000"/>
          </a:xfrm>
          <a:prstGeom prst="rightArrow">
            <a:avLst>
              <a:gd fmla="val 50000" name="adj1"/>
              <a:gd fmla="val 50000" name="adj2"/>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9" name="Google Shape;1679;p19"/>
          <p:cNvSpPr/>
          <p:nvPr/>
        </p:nvSpPr>
        <p:spPr>
          <a:xfrm>
            <a:off x="3860000" y="162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0" name="Google Shape;1680;p19"/>
          <p:cNvSpPr/>
          <p:nvPr/>
        </p:nvSpPr>
        <p:spPr>
          <a:xfrm>
            <a:off x="3860000" y="1620000"/>
            <a:ext cx="54900" cy="83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1" name="Google Shape;1681;p19"/>
          <p:cNvSpPr/>
          <p:nvPr/>
        </p:nvSpPr>
        <p:spPr>
          <a:xfrm>
            <a:off x="4020000" y="170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New MCP Servers</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82" name="Google Shape;1682;p19"/>
          <p:cNvSpPr/>
          <p:nvPr/>
        </p:nvSpPr>
        <p:spPr>
          <a:xfrm>
            <a:off x="4020000" y="202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Object storage, Kafka, model registry — more governed tool coverage</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83" name="Google Shape;1683;p19"/>
          <p:cNvSpPr/>
          <p:nvPr/>
        </p:nvSpPr>
        <p:spPr>
          <a:xfrm>
            <a:off x="3860000" y="258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4" name="Google Shape;1684;p19"/>
          <p:cNvSpPr/>
          <p:nvPr/>
        </p:nvSpPr>
        <p:spPr>
          <a:xfrm>
            <a:off x="3860000" y="2580000"/>
            <a:ext cx="54900" cy="830000"/>
          </a:xfrm>
          <a:prstGeom prst="rect">
            <a:avLst/>
          </a:prstGeom>
          <a:solidFill>
            <a:srgbClr val="4F4FF5"/>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5" name="Google Shape;1685;p19"/>
          <p:cNvSpPr/>
          <p:nvPr/>
        </p:nvSpPr>
        <p:spPr>
          <a:xfrm>
            <a:off x="4020000" y="266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MCP Gateway</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86" name="Google Shape;1686;p19"/>
          <p:cNvSpPr/>
          <p:nvPr/>
        </p:nvSpPr>
        <p:spPr>
          <a:xfrm>
            <a:off x="4020000" y="298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Centralized auth, rate-limiting &amp; audit for every tool call</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87" name="Google Shape;1687;p19"/>
          <p:cNvSpPr/>
          <p:nvPr/>
        </p:nvSpPr>
        <p:spPr>
          <a:xfrm>
            <a:off x="3860000" y="3540000"/>
            <a:ext cx="4717000" cy="8300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8" name="Google Shape;1688;p19"/>
          <p:cNvSpPr/>
          <p:nvPr/>
        </p:nvSpPr>
        <p:spPr>
          <a:xfrm>
            <a:off x="3860000" y="3540000"/>
            <a:ext cx="54900" cy="830000"/>
          </a:xfrm>
          <a:prstGeom prst="rect">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9" name="Google Shape;1689;p19"/>
          <p:cNvSpPr/>
          <p:nvPr/>
        </p:nvSpPr>
        <p:spPr>
          <a:xfrm>
            <a:off x="4020000" y="3620000"/>
            <a:ext cx="4437000" cy="300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100"/>
              <a:buFont typeface="Arial"/>
              <a:buNone/>
            </a:pPr>
            <a:r>
              <a:rPr i="0" lang="en" sz="1100" u="none" cap="none" strike="noStrike">
                <a:solidFill>
                  <a:srgbClr val="15154A"/>
                </a:solidFill>
                <a:latin typeface="Plus Jakarta Sans SemiBold"/>
                <a:ea typeface="Plus Jakarta Sans SemiBold"/>
                <a:cs typeface="Plus Jakarta Sans SemiBold"/>
                <a:sym typeface="Plus Jakarta Sans SemiBold"/>
              </a:rPr>
              <a:t>Agent Memory Layer</a:t>
            </a:r>
            <a:endParaRPr i="0" sz="1400" u="none" cap="none" strike="noStrike">
              <a:solidFill>
                <a:srgbClr val="000000"/>
              </a:solidFill>
              <a:latin typeface="Plus Jakarta Sans SemiBold"/>
              <a:ea typeface="Plus Jakarta Sans SemiBold"/>
              <a:cs typeface="Plus Jakarta Sans SemiBold"/>
              <a:sym typeface="Plus Jakarta Sans SemiBold"/>
            </a:endParaRPr>
          </a:p>
        </p:txBody>
      </p:sp>
      <p:sp>
        <p:nvSpPr>
          <p:cNvPr id="1690" name="Google Shape;1690;p19"/>
          <p:cNvSpPr/>
          <p:nvPr/>
        </p:nvSpPr>
        <p:spPr>
          <a:xfrm>
            <a:off x="4020000" y="3940000"/>
            <a:ext cx="4417000" cy="350000"/>
          </a:xfrm>
          <a:prstGeom prst="rect">
            <a:avLst/>
          </a:prstGeom>
          <a:noFill/>
          <a:ln>
            <a:noFill/>
          </a:ln>
        </p:spPr>
        <p:txBody>
          <a:bodyPr anchorCtr="0" anchor="t" bIns="0" lIns="0" spcFirstLastPara="1" rIns="0" wrap="square" tIns="0">
            <a:noAutofit/>
          </a:bodyPr>
          <a:lstStyle/>
          <a:p>
            <a:pPr indent="0" lvl="0" marL="0" marR="0" rtl="0" algn="l">
              <a:lnSpc>
                <a:spcPct val="110000"/>
              </a:lnSpc>
              <a:spcBef>
                <a:spcPts val="0"/>
              </a:spcBef>
              <a:spcAft>
                <a:spcPts val="0"/>
              </a:spcAft>
              <a:buClr>
                <a:srgbClr val="000000"/>
              </a:buClr>
              <a:buSzPts val="900"/>
              <a:buFont typeface="Arial"/>
              <a:buNone/>
            </a:pPr>
            <a:r>
              <a:rPr i="0" lang="en" sz="900" u="none" cap="none" strike="noStrike">
                <a:solidFill>
                  <a:srgbClr val="5A5A72"/>
                </a:solidFill>
                <a:latin typeface="Plus Jakarta Sans Light"/>
                <a:ea typeface="Plus Jakarta Sans Light"/>
                <a:cs typeface="Plus Jakarta Sans Light"/>
                <a:sym typeface="Plus Jakarta Sans Light"/>
              </a:rPr>
              <a:t>Session state persists across workflow runs, agents and teams</a:t>
            </a:r>
            <a:endParaRPr i="0" sz="1400" u="none" cap="none" strike="noStrike">
              <a:solidFill>
                <a:srgbClr val="000000"/>
              </a:solidFill>
              <a:latin typeface="Plus Jakarta Sans Light"/>
              <a:ea typeface="Plus Jakarta Sans Light"/>
              <a:cs typeface="Plus Jakarta Sans Light"/>
              <a:sym typeface="Plus Jakarta Sans Light"/>
            </a:endParaRPr>
          </a:p>
        </p:txBody>
      </p:sp>
      <p:sp>
        <p:nvSpPr>
          <p:cNvPr id="1691" name="Google Shape;1691;p19"/>
          <p:cNvSpPr/>
          <p:nvPr/>
        </p:nvSpPr>
        <p:spPr>
          <a:xfrm>
            <a:off x="567003" y="4369999"/>
            <a:ext cx="8010000" cy="3657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200"/>
              <a:buFont typeface="Arial"/>
              <a:buNone/>
            </a:pPr>
            <a:r>
              <a:rPr i="0" lang="en" sz="1100" u="none" cap="none" strike="noStrike">
                <a:solidFill>
                  <a:srgbClr val="15154A"/>
                </a:solidFill>
                <a:latin typeface="Plus Jakarta Sans"/>
                <a:ea typeface="Plus Jakarta Sans"/>
                <a:cs typeface="Plus Jakarta Sans"/>
                <a:sym typeface="Plus Jakarta Sans"/>
              </a:rPr>
              <a:t>Applied AI co-build: new MCP servers + gateway + enterprise memory layer — integrated with SDX governance.</a:t>
            </a:r>
            <a:endParaRPr i="0" sz="1100" u="none" cap="none" strike="noStrike">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5" name="Shape 1695"/>
        <p:cNvGrpSpPr/>
        <p:nvPr/>
      </p:nvGrpSpPr>
      <p:grpSpPr>
        <a:xfrm>
          <a:off x="0" y="0"/>
          <a:ext cx="0" cy="0"/>
          <a:chOff x="0" y="0"/>
          <a:chExt cx="0" cy="0"/>
        </a:xfrm>
      </p:grpSpPr>
      <p:sp>
        <p:nvSpPr>
          <p:cNvPr id="1696" name="Google Shape;1696;p22"/>
          <p:cNvSpPr txBox="1"/>
          <p:nvPr>
            <p:ph type="title"/>
          </p:nvPr>
        </p:nvSpPr>
        <p:spPr>
          <a:xfrm>
            <a:off x="533400" y="284253"/>
            <a:ext cx="7080000" cy="612900"/>
          </a:xfrm>
          <a:prstGeom prst="rect">
            <a:avLst/>
          </a:prstGeom>
          <a:noFill/>
          <a:ln>
            <a:noFill/>
          </a:ln>
        </p:spPr>
        <p:txBody>
          <a:bodyPr anchorCtr="0" anchor="t" bIns="45700" lIns="91425" spcFirstLastPara="1" rIns="91425" wrap="square" tIns="0">
            <a:noAutofit/>
          </a:bodyPr>
          <a:lstStyle/>
          <a:p>
            <a:pPr indent="0" lvl="0" marL="0" rtl="0" algn="l">
              <a:lnSpc>
                <a:spcPct val="100000"/>
              </a:lnSpc>
              <a:spcBef>
                <a:spcPts val="0"/>
              </a:spcBef>
              <a:spcAft>
                <a:spcPts val="0"/>
              </a:spcAft>
              <a:buSzPts val="2100"/>
              <a:buNone/>
            </a:pPr>
            <a:r>
              <a:rPr lang="en" sz="2300">
                <a:latin typeface="Plus Jakarta Sans"/>
                <a:ea typeface="Plus Jakarta Sans"/>
                <a:cs typeface="Plus Jakarta Sans"/>
                <a:sym typeface="Plus Jakarta Sans"/>
              </a:rPr>
              <a:t>The Bigger Picture, Covered</a:t>
            </a:r>
            <a:endParaRPr sz="2300">
              <a:latin typeface="Plus Jakarta Sans"/>
              <a:ea typeface="Plus Jakarta Sans"/>
              <a:cs typeface="Plus Jakarta Sans"/>
              <a:sym typeface="Plus Jakarta Sans"/>
            </a:endParaRPr>
          </a:p>
        </p:txBody>
      </p:sp>
      <p:sp>
        <p:nvSpPr>
          <p:cNvPr id="1697" name="Google Shape;1697;p22"/>
          <p:cNvSpPr txBox="1"/>
          <p:nvPr>
            <p:ph idx="4294967295" type="body"/>
          </p:nvPr>
        </p:nvSpPr>
        <p:spPr>
          <a:xfrm>
            <a:off x="533400" y="734285"/>
            <a:ext cx="7080000" cy="3804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400"/>
              </a:spcAft>
              <a:buClr>
                <a:schemeClr val="accent2"/>
              </a:buClr>
              <a:buSzPts val="1100"/>
              <a:buFont typeface="Plus Jakarta Sans SemiBold"/>
              <a:buNone/>
            </a:pPr>
            <a:r>
              <a:rPr b="0" i="0" lang="en" sz="1100" u="none" cap="none" strike="noStrike">
                <a:solidFill>
                  <a:schemeClr val="accent2"/>
                </a:solidFill>
                <a:latin typeface="Plus Jakarta Sans Medium"/>
                <a:ea typeface="Plus Jakarta Sans Medium"/>
                <a:cs typeface="Plus Jakarta Sans Medium"/>
                <a:sym typeface="Plus Jakarta Sans Medium"/>
              </a:rPr>
              <a:t>Delivered by Cloudera AI · roadmap with partners · co-built with Applied AI — the complete agent-ready platform for  IT a</a:t>
            </a:r>
            <a:r>
              <a:rPr lang="en" sz="1100">
                <a:solidFill>
                  <a:schemeClr val="accent2"/>
                </a:solidFill>
                <a:latin typeface="Plus Jakarta Sans Medium"/>
                <a:ea typeface="Plus Jakarta Sans Medium"/>
                <a:cs typeface="Plus Jakarta Sans Medium"/>
                <a:sym typeface="Plus Jakarta Sans Medium"/>
              </a:rPr>
              <a:t>nd AI Infra Owner</a:t>
            </a:r>
            <a:r>
              <a:rPr b="0" i="0" lang="en" sz="1100" u="none" cap="none" strike="noStrike">
                <a:solidFill>
                  <a:schemeClr val="accent2"/>
                </a:solidFill>
                <a:latin typeface="Plus Jakarta Sans Medium"/>
                <a:ea typeface="Plus Jakarta Sans Medium"/>
                <a:cs typeface="Plus Jakarta Sans Medium"/>
                <a:sym typeface="Plus Jakarta Sans Medium"/>
              </a:rPr>
              <a:t>.</a:t>
            </a:r>
            <a:endParaRPr b="0" i="0" sz="1100" u="none" cap="none" strike="noStrike">
              <a:solidFill>
                <a:schemeClr val="accent2"/>
              </a:solidFill>
              <a:latin typeface="Plus Jakarta Sans Medium"/>
              <a:ea typeface="Plus Jakarta Sans Medium"/>
              <a:cs typeface="Plus Jakarta Sans Medium"/>
              <a:sym typeface="Plus Jakarta Sans Medium"/>
            </a:endParaRPr>
          </a:p>
        </p:txBody>
      </p:sp>
      <p:sp>
        <p:nvSpPr>
          <p:cNvPr id="1698" name="Google Shape;1698;p22"/>
          <p:cNvSpPr/>
          <p:nvPr/>
        </p:nvSpPr>
        <p:spPr>
          <a:xfrm>
            <a:off x="1322000" y="1389775"/>
            <a:ext cx="21000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i="0" lang="en" sz="1050" u="none" cap="none" strike="noStrike">
                <a:solidFill>
                  <a:srgbClr val="1E8449"/>
                </a:solidFill>
                <a:latin typeface="Plus Jakarta Sans Medium"/>
                <a:ea typeface="Plus Jakarta Sans Medium"/>
                <a:cs typeface="Plus Jakarta Sans Medium"/>
                <a:sym typeface="Plus Jakarta Sans Medium"/>
              </a:rPr>
              <a:t>✅  Delivered — GA today</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699" name="Google Shape;1699;p22"/>
          <p:cNvSpPr/>
          <p:nvPr/>
        </p:nvSpPr>
        <p:spPr>
          <a:xfrm>
            <a:off x="3522000" y="1389775"/>
            <a:ext cx="21000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i="0" lang="en" sz="1050" u="none" cap="none" strike="noStrike">
                <a:solidFill>
                  <a:srgbClr val="B7791F"/>
                </a:solidFill>
                <a:latin typeface="Plus Jakarta Sans Medium"/>
                <a:ea typeface="Plus Jakarta Sans Medium"/>
                <a:cs typeface="Plus Jakarta Sans Medium"/>
                <a:sym typeface="Plus Jakarta Sans Medium"/>
              </a:rPr>
              <a:t>🟡  Roadmap &amp; Partners</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700" name="Google Shape;1700;p22"/>
          <p:cNvSpPr/>
          <p:nvPr/>
        </p:nvSpPr>
        <p:spPr>
          <a:xfrm>
            <a:off x="5722000" y="1389775"/>
            <a:ext cx="2100000" cy="3201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1050"/>
              <a:buFont typeface="Arial"/>
              <a:buNone/>
            </a:pPr>
            <a:r>
              <a:rPr i="0" lang="en" sz="1050" u="none" cap="none" strike="noStrike">
                <a:solidFill>
                  <a:srgbClr val="C23A17"/>
                </a:solidFill>
                <a:latin typeface="Plus Jakarta Sans Medium"/>
                <a:ea typeface="Plus Jakarta Sans Medium"/>
                <a:cs typeface="Plus Jakarta Sans Medium"/>
                <a:sym typeface="Plus Jakarta Sans Medium"/>
              </a:rPr>
              <a:t>🔴  Co-Build with Applied AI</a:t>
            </a:r>
            <a:endParaRPr i="0" sz="1400" u="none" cap="none" strike="noStrike">
              <a:solidFill>
                <a:srgbClr val="000000"/>
              </a:solidFill>
              <a:latin typeface="Plus Jakarta Sans Medium"/>
              <a:ea typeface="Plus Jakarta Sans Medium"/>
              <a:cs typeface="Plus Jakarta Sans Medium"/>
              <a:sym typeface="Plus Jakarta Sans Medium"/>
            </a:endParaRPr>
          </a:p>
        </p:txBody>
      </p:sp>
      <p:sp>
        <p:nvSpPr>
          <p:cNvPr id="1701" name="Google Shape;1701;p22"/>
          <p:cNvSpPr/>
          <p:nvPr/>
        </p:nvSpPr>
        <p:spPr>
          <a:xfrm>
            <a:off x="1322000" y="178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2" name="Google Shape;1702;p22"/>
          <p:cNvSpPr/>
          <p:nvPr/>
        </p:nvSpPr>
        <p:spPr>
          <a:xfrm>
            <a:off x="1322000" y="1789775"/>
            <a:ext cx="54900" cy="879900"/>
          </a:xfrm>
          <a:prstGeom prst="rect">
            <a:avLst/>
          </a:prstGeom>
          <a:solidFill>
            <a:srgbClr val="1E84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3" name="Google Shape;1703;p22"/>
          <p:cNvSpPr/>
          <p:nvPr/>
        </p:nvSpPr>
        <p:spPr>
          <a:xfrm>
            <a:off x="1462000" y="186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AI Inference — CAII · NIM · vLLM</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Open Lakehouse — Iceberg</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25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AI Registry → CICD promotion</a:t>
            </a:r>
            <a:endParaRPr i="0" sz="1400" u="none" cap="none" strike="noStrike">
              <a:solidFill>
                <a:srgbClr val="000000"/>
              </a:solidFill>
              <a:latin typeface="Plus Jakarta Sans"/>
              <a:ea typeface="Plus Jakarta Sans"/>
              <a:cs typeface="Plus Jakarta Sans"/>
              <a:sym typeface="Plus Jakarta Sans"/>
            </a:endParaRPr>
          </a:p>
        </p:txBody>
      </p:sp>
      <p:sp>
        <p:nvSpPr>
          <p:cNvPr id="1704" name="Google Shape;1704;p22"/>
          <p:cNvSpPr/>
          <p:nvPr/>
        </p:nvSpPr>
        <p:spPr>
          <a:xfrm>
            <a:off x="3522000" y="178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5" name="Google Shape;1705;p22"/>
          <p:cNvSpPr/>
          <p:nvPr/>
        </p:nvSpPr>
        <p:spPr>
          <a:xfrm>
            <a:off x="3522000" y="1789775"/>
            <a:ext cx="54900" cy="879900"/>
          </a:xfrm>
          <a:prstGeom prst="rect">
            <a:avLst/>
          </a:prstGeom>
          <a:solidFill>
            <a:srgbClr val="B7791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6" name="Google Shape;1706;p22"/>
          <p:cNvSpPr/>
          <p:nvPr/>
        </p:nvSpPr>
        <p:spPr>
          <a:xfrm>
            <a:off x="3662000" y="186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00"/>
              <a:buFont typeface="Arial"/>
              <a:buNone/>
            </a:pPr>
            <a:r>
              <a:rPr i="0" lang="en" sz="900" u="none" cap="none" strike="noStrike">
                <a:solidFill>
                  <a:srgbClr val="B7791F"/>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NVIDIA co-engineering (36× inference)</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250"/>
              </a:spcAft>
              <a:buClr>
                <a:srgbClr val="000000"/>
              </a:buClr>
              <a:buSzPts val="900"/>
              <a:buFont typeface="Arial"/>
              <a:buNone/>
            </a:pPr>
            <a:r>
              <a:rPr i="0" lang="en" sz="900" u="none" cap="none" strike="noStrike">
                <a:solidFill>
                  <a:srgbClr val="B7791F"/>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Iceberg MCP — Preview</a:t>
            </a:r>
            <a:endParaRPr i="0" sz="1400" u="none" cap="none" strike="noStrike">
              <a:solidFill>
                <a:srgbClr val="000000"/>
              </a:solidFill>
              <a:latin typeface="Plus Jakarta Sans"/>
              <a:ea typeface="Plus Jakarta Sans"/>
              <a:cs typeface="Plus Jakarta Sans"/>
              <a:sym typeface="Plus Jakarta Sans"/>
            </a:endParaRPr>
          </a:p>
        </p:txBody>
      </p:sp>
      <p:sp>
        <p:nvSpPr>
          <p:cNvPr id="1707" name="Google Shape;1707;p22"/>
          <p:cNvSpPr/>
          <p:nvPr/>
        </p:nvSpPr>
        <p:spPr>
          <a:xfrm>
            <a:off x="5722000" y="178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8" name="Google Shape;1708;p22"/>
          <p:cNvSpPr/>
          <p:nvPr/>
        </p:nvSpPr>
        <p:spPr>
          <a:xfrm>
            <a:off x="5722000" y="1789775"/>
            <a:ext cx="54900" cy="879900"/>
          </a:xfrm>
          <a:prstGeom prst="rect">
            <a:avLst/>
          </a:prstGeom>
          <a:solidFill>
            <a:srgbClr val="C23A17"/>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9" name="Google Shape;1709;p22"/>
          <p:cNvSpPr/>
          <p:nvPr/>
        </p:nvSpPr>
        <p:spPr>
          <a:xfrm>
            <a:off x="5862000" y="186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250"/>
              </a:spcAft>
              <a:buClr>
                <a:srgbClr val="000000"/>
              </a:buClr>
              <a:buSzPts val="900"/>
              <a:buFont typeface="Arial"/>
              <a:buNone/>
            </a:pPr>
            <a:r>
              <a:rPr i="0" lang="en" sz="900" u="none" cap="none" strike="noStrike">
                <a:solidFill>
                  <a:srgbClr val="C23A17"/>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Custom model onboarding &amp; serving wrappers</a:t>
            </a:r>
            <a:endParaRPr i="0" sz="1400" u="none" cap="none" strike="noStrike">
              <a:solidFill>
                <a:srgbClr val="000000"/>
              </a:solidFill>
              <a:latin typeface="Plus Jakarta Sans"/>
              <a:ea typeface="Plus Jakarta Sans"/>
              <a:cs typeface="Plus Jakarta Sans"/>
              <a:sym typeface="Plus Jakarta Sans"/>
            </a:endParaRPr>
          </a:p>
        </p:txBody>
      </p:sp>
      <p:sp>
        <p:nvSpPr>
          <p:cNvPr id="1710" name="Google Shape;1710;p22"/>
          <p:cNvSpPr/>
          <p:nvPr/>
        </p:nvSpPr>
        <p:spPr>
          <a:xfrm>
            <a:off x="1322000" y="276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1" name="Google Shape;1711;p22"/>
          <p:cNvSpPr/>
          <p:nvPr/>
        </p:nvSpPr>
        <p:spPr>
          <a:xfrm>
            <a:off x="1322000" y="2769775"/>
            <a:ext cx="54900" cy="879900"/>
          </a:xfrm>
          <a:prstGeom prst="rect">
            <a:avLst/>
          </a:prstGeom>
          <a:solidFill>
            <a:srgbClr val="1E84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2" name="Google Shape;1712;p22"/>
          <p:cNvSpPr/>
          <p:nvPr/>
        </p:nvSpPr>
        <p:spPr>
          <a:xfrm>
            <a:off x="1462000" y="2849775"/>
            <a:ext cx="19371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Agent Studio 3.0 — low-code builder</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Studios: RAG · Synthetic Data</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25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Deploy-as-endpoint</a:t>
            </a:r>
            <a:endParaRPr i="0" sz="1400" u="none" cap="none" strike="noStrike">
              <a:solidFill>
                <a:srgbClr val="000000"/>
              </a:solidFill>
              <a:latin typeface="Plus Jakarta Sans"/>
              <a:ea typeface="Plus Jakarta Sans"/>
              <a:cs typeface="Plus Jakarta Sans"/>
              <a:sym typeface="Plus Jakarta Sans"/>
            </a:endParaRPr>
          </a:p>
        </p:txBody>
      </p:sp>
      <p:sp>
        <p:nvSpPr>
          <p:cNvPr id="1713" name="Google Shape;1713;p22"/>
          <p:cNvSpPr/>
          <p:nvPr/>
        </p:nvSpPr>
        <p:spPr>
          <a:xfrm>
            <a:off x="3522000" y="276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4" name="Google Shape;1714;p22"/>
          <p:cNvSpPr/>
          <p:nvPr/>
        </p:nvSpPr>
        <p:spPr>
          <a:xfrm>
            <a:off x="3522000" y="2769775"/>
            <a:ext cx="54900" cy="879900"/>
          </a:xfrm>
          <a:prstGeom prst="rect">
            <a:avLst/>
          </a:prstGeom>
          <a:solidFill>
            <a:srgbClr val="B7791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5" name="Google Shape;1715;p22"/>
          <p:cNvSpPr/>
          <p:nvPr/>
        </p:nvSpPr>
        <p:spPr>
          <a:xfrm>
            <a:off x="3662000" y="284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250"/>
              </a:spcAft>
              <a:buClr>
                <a:srgbClr val="000000"/>
              </a:buClr>
              <a:buSzPts val="900"/>
              <a:buFont typeface="Arial"/>
              <a:buNone/>
            </a:pPr>
            <a:r>
              <a:rPr i="0" lang="en" sz="900" u="none" cap="none" strike="noStrike">
                <a:solidFill>
                  <a:srgbClr val="B7791F"/>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MCP servers of Platform: Workbench · CDV · Atlas· Taikun · &amp; More</a:t>
            </a:r>
            <a:endParaRPr i="0" sz="1400" u="none" cap="none" strike="noStrike">
              <a:solidFill>
                <a:srgbClr val="000000"/>
              </a:solidFill>
              <a:latin typeface="Plus Jakarta Sans"/>
              <a:ea typeface="Plus Jakarta Sans"/>
              <a:cs typeface="Plus Jakarta Sans"/>
              <a:sym typeface="Plus Jakarta Sans"/>
            </a:endParaRPr>
          </a:p>
        </p:txBody>
      </p:sp>
      <p:sp>
        <p:nvSpPr>
          <p:cNvPr id="1716" name="Google Shape;1716;p22"/>
          <p:cNvSpPr/>
          <p:nvPr/>
        </p:nvSpPr>
        <p:spPr>
          <a:xfrm>
            <a:off x="5722000" y="276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7" name="Google Shape;1717;p22"/>
          <p:cNvSpPr/>
          <p:nvPr/>
        </p:nvSpPr>
        <p:spPr>
          <a:xfrm>
            <a:off x="5722000" y="2769775"/>
            <a:ext cx="54900" cy="879900"/>
          </a:xfrm>
          <a:prstGeom prst="rect">
            <a:avLst/>
          </a:prstGeom>
          <a:solidFill>
            <a:srgbClr val="C23A17"/>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8" name="Google Shape;1718;p22"/>
          <p:cNvSpPr/>
          <p:nvPr/>
        </p:nvSpPr>
        <p:spPr>
          <a:xfrm>
            <a:off x="5862000" y="284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00"/>
              <a:buFont typeface="Arial"/>
              <a:buNone/>
            </a:pPr>
            <a:r>
              <a:rPr i="0" lang="en" sz="900" u="none" cap="none" strike="noStrike">
                <a:solidFill>
                  <a:srgbClr val="C23A17"/>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Knowledge &amp; ontology layer</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0"/>
              </a:spcAft>
              <a:buClr>
                <a:srgbClr val="000000"/>
              </a:buClr>
              <a:buSzPts val="900"/>
              <a:buFont typeface="Arial"/>
              <a:buNone/>
            </a:pPr>
            <a:r>
              <a:rPr i="0" lang="en" sz="900" u="none" cap="none" strike="noStrike">
                <a:solidFill>
                  <a:srgbClr val="C23A17"/>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Centralized vector search &amp; API</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250"/>
              </a:spcAft>
              <a:buClr>
                <a:srgbClr val="000000"/>
              </a:buClr>
              <a:buSzPts val="900"/>
              <a:buFont typeface="Arial"/>
              <a:buNone/>
            </a:pPr>
            <a:r>
              <a:rPr i="0" lang="en" sz="900" u="none" cap="none" strike="noStrike">
                <a:solidFill>
                  <a:srgbClr val="C23A17"/>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Agent marketplace UX &amp; governance</a:t>
            </a:r>
            <a:endParaRPr i="0" sz="1400" u="none" cap="none" strike="noStrike">
              <a:solidFill>
                <a:srgbClr val="000000"/>
              </a:solidFill>
              <a:latin typeface="Plus Jakarta Sans"/>
              <a:ea typeface="Plus Jakarta Sans"/>
              <a:cs typeface="Plus Jakarta Sans"/>
              <a:sym typeface="Plus Jakarta Sans"/>
            </a:endParaRPr>
          </a:p>
        </p:txBody>
      </p:sp>
      <p:sp>
        <p:nvSpPr>
          <p:cNvPr id="1719" name="Google Shape;1719;p22"/>
          <p:cNvSpPr/>
          <p:nvPr/>
        </p:nvSpPr>
        <p:spPr>
          <a:xfrm>
            <a:off x="1322000" y="374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0" name="Google Shape;1720;p22"/>
          <p:cNvSpPr/>
          <p:nvPr/>
        </p:nvSpPr>
        <p:spPr>
          <a:xfrm>
            <a:off x="1322000" y="3749775"/>
            <a:ext cx="54900" cy="879900"/>
          </a:xfrm>
          <a:prstGeom prst="rect">
            <a:avLst/>
          </a:prstGeom>
          <a:solidFill>
            <a:srgbClr val="1E844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1" name="Google Shape;1721;p22"/>
          <p:cNvSpPr/>
          <p:nvPr/>
        </p:nvSpPr>
        <p:spPr>
          <a:xfrm>
            <a:off x="1462000" y="382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SDX — Ranger access · Atlas lineage</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CAI Eval · Phoenix / OTEL tracing</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500"/>
              </a:spcBef>
              <a:spcAft>
                <a:spcPts val="250"/>
              </a:spcAft>
              <a:buClr>
                <a:srgbClr val="000000"/>
              </a:buClr>
              <a:buSzPts val="900"/>
              <a:buFont typeface="Arial"/>
              <a:buNone/>
            </a:pPr>
            <a:r>
              <a:rPr i="0" lang="en" sz="900" u="none" cap="none" strike="noStrike">
                <a:solidFill>
                  <a:srgbClr val="1E8449"/>
                </a:solidFill>
                <a:latin typeface="Plus Jakarta Sans"/>
                <a:ea typeface="Plus Jakarta Sans"/>
                <a:cs typeface="Plus Jakarta Sans"/>
                <a:sym typeface="Plus Jakarta Sans"/>
              </a:rPr>
              <a:t>·</a:t>
            </a:r>
            <a:r>
              <a:rPr i="0" lang="en" sz="900" u="none" cap="none" strike="noStrike">
                <a:solidFill>
                  <a:srgbClr val="15154A"/>
                </a:solidFill>
                <a:latin typeface="Plus Jakarta Sans"/>
                <a:ea typeface="Plus Jakarta Sans"/>
                <a:cs typeface="Plus Jakarta Sans"/>
                <a:sym typeface="Plus Jakarta Sans"/>
              </a:rPr>
              <a:t> Agent Studio guardrails</a:t>
            </a:r>
            <a:endParaRPr i="0" sz="1400" u="none" cap="none" strike="noStrike">
              <a:solidFill>
                <a:srgbClr val="000000"/>
              </a:solidFill>
              <a:latin typeface="Plus Jakarta Sans"/>
              <a:ea typeface="Plus Jakarta Sans"/>
              <a:cs typeface="Plus Jakarta Sans"/>
              <a:sym typeface="Plus Jakarta Sans"/>
            </a:endParaRPr>
          </a:p>
        </p:txBody>
      </p:sp>
      <p:sp>
        <p:nvSpPr>
          <p:cNvPr id="1722" name="Google Shape;1722;p22"/>
          <p:cNvSpPr/>
          <p:nvPr/>
        </p:nvSpPr>
        <p:spPr>
          <a:xfrm>
            <a:off x="3522000" y="374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3" name="Google Shape;1723;p22"/>
          <p:cNvSpPr/>
          <p:nvPr/>
        </p:nvSpPr>
        <p:spPr>
          <a:xfrm>
            <a:off x="3522000" y="3749775"/>
            <a:ext cx="54900" cy="879900"/>
          </a:xfrm>
          <a:prstGeom prst="rect">
            <a:avLst/>
          </a:prstGeom>
          <a:solidFill>
            <a:srgbClr val="B7791F"/>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4" name="Google Shape;1724;p22"/>
          <p:cNvSpPr/>
          <p:nvPr/>
        </p:nvSpPr>
        <p:spPr>
          <a:xfrm>
            <a:off x="3662000" y="382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00"/>
              <a:buFont typeface="Arial"/>
              <a:buNone/>
            </a:pPr>
            <a:r>
              <a:rPr i="0" lang="en" sz="900" u="none" cap="none" strike="noStrike">
                <a:solidFill>
                  <a:srgbClr val="B7791F"/>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Galileo.AI — Eval · Observe · Protect</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250"/>
              </a:spcAft>
              <a:buClr>
                <a:srgbClr val="000000"/>
              </a:buClr>
              <a:buSzPts val="900"/>
              <a:buFont typeface="Arial"/>
              <a:buNone/>
            </a:pPr>
            <a:r>
              <a:rPr i="0" lang="en" sz="900" u="none" cap="none" strike="noStrike">
                <a:solidFill>
                  <a:srgbClr val="B7791F"/>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Galileo Protect — real-time firewall</a:t>
            </a:r>
            <a:endParaRPr i="0" sz="900" u="none" cap="none" strike="noStrike">
              <a:solidFill>
                <a:srgbClr val="B7791F"/>
              </a:solidFill>
              <a:latin typeface="Plus Jakarta Sans"/>
              <a:ea typeface="Plus Jakarta Sans"/>
              <a:cs typeface="Plus Jakarta Sans"/>
              <a:sym typeface="Plus Jakarta Sans"/>
            </a:endParaRPr>
          </a:p>
        </p:txBody>
      </p:sp>
      <p:sp>
        <p:nvSpPr>
          <p:cNvPr id="1725" name="Google Shape;1725;p22"/>
          <p:cNvSpPr/>
          <p:nvPr/>
        </p:nvSpPr>
        <p:spPr>
          <a:xfrm>
            <a:off x="5722000" y="3749775"/>
            <a:ext cx="2100000" cy="879900"/>
          </a:xfrm>
          <a:prstGeom prst="roundRect">
            <a:avLst>
              <a:gd fmla="val 3600" name="adj"/>
            </a:avLst>
          </a:prstGeom>
          <a:solidFill>
            <a:srgbClr val="FFFFFF"/>
          </a:solidFill>
          <a:ln cap="flat" cmpd="sng" w="12700">
            <a:solidFill>
              <a:srgbClr val="E2E2EC"/>
            </a:solidFill>
            <a:prstDash val="solid"/>
            <a:round/>
            <a:headEnd len="sm" w="sm" type="none"/>
            <a:tailEnd len="sm" w="sm" type="none"/>
          </a:ln>
          <a:effectLst>
            <a:outerShdw blurRad="88900" rotWithShape="0" algn="bl" dir="8100000" dist="25400">
              <a:srgbClr val="000000">
                <a:alpha val="10196"/>
              </a:srgbClr>
            </a:outerShdw>
          </a:effectLst>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6" name="Google Shape;1726;p22"/>
          <p:cNvSpPr/>
          <p:nvPr/>
        </p:nvSpPr>
        <p:spPr>
          <a:xfrm>
            <a:off x="5722000" y="3749775"/>
            <a:ext cx="54900" cy="879900"/>
          </a:xfrm>
          <a:prstGeom prst="rect">
            <a:avLst/>
          </a:prstGeom>
          <a:solidFill>
            <a:srgbClr val="C23A17"/>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27" name="Google Shape;1727;p22"/>
          <p:cNvSpPr/>
          <p:nvPr/>
        </p:nvSpPr>
        <p:spPr>
          <a:xfrm>
            <a:off x="5862000" y="3829775"/>
            <a:ext cx="1860000" cy="720000"/>
          </a:xfrm>
          <a:prstGeom prst="rect">
            <a:avLst/>
          </a:prstGeom>
          <a:noFill/>
          <a:ln>
            <a:noFill/>
          </a:ln>
        </p:spPr>
        <p:txBody>
          <a:bodyPr anchorCtr="0" anchor="t" bIns="0" lIns="0" spcFirstLastPara="1" rIns="0" wrap="square" tIns="0">
            <a:noAutofit/>
          </a:bodyPr>
          <a:lstStyle/>
          <a:p>
            <a:pPr indent="0" lvl="0" marL="0" marR="0" rtl="0" algn="l">
              <a:lnSpc>
                <a:spcPct val="105000"/>
              </a:lnSpc>
              <a:spcBef>
                <a:spcPts val="0"/>
              </a:spcBef>
              <a:spcAft>
                <a:spcPts val="0"/>
              </a:spcAft>
              <a:buClr>
                <a:srgbClr val="000000"/>
              </a:buClr>
              <a:buSzPts val="900"/>
              <a:buFont typeface="Arial"/>
              <a:buNone/>
            </a:pPr>
            <a:r>
              <a:rPr i="0" lang="en" sz="900" u="none" cap="none" strike="noStrike">
                <a:solidFill>
                  <a:srgbClr val="C23A17"/>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MCP gateway — auth · rate-limit · audit</a:t>
            </a:r>
            <a:endParaRPr i="0" sz="1400" u="none" cap="none" strike="noStrike">
              <a:solidFill>
                <a:srgbClr val="000000"/>
              </a:solidFill>
              <a:latin typeface="Plus Jakarta Sans"/>
              <a:ea typeface="Plus Jakarta Sans"/>
              <a:cs typeface="Plus Jakarta Sans"/>
              <a:sym typeface="Plus Jakarta Sans"/>
            </a:endParaRPr>
          </a:p>
          <a:p>
            <a:pPr indent="0" lvl="0" marL="0" marR="0" rtl="0" algn="l">
              <a:lnSpc>
                <a:spcPct val="105000"/>
              </a:lnSpc>
              <a:spcBef>
                <a:spcPts val="250"/>
              </a:spcBef>
              <a:spcAft>
                <a:spcPts val="250"/>
              </a:spcAft>
              <a:buClr>
                <a:srgbClr val="000000"/>
              </a:buClr>
              <a:buSzPts val="900"/>
              <a:buFont typeface="Arial"/>
              <a:buNone/>
            </a:pPr>
            <a:r>
              <a:rPr i="0" lang="en" sz="900" u="none" cap="none" strike="noStrike">
                <a:solidFill>
                  <a:srgbClr val="C23A17"/>
                </a:solidFill>
                <a:latin typeface="Plus Jakarta Sans"/>
                <a:ea typeface="Plus Jakarta Sans"/>
                <a:cs typeface="Plus Jakarta Sans"/>
                <a:sym typeface="Plus Jakarta Sans"/>
              </a:rPr>
              <a:t>· </a:t>
            </a:r>
            <a:r>
              <a:rPr i="0" lang="en" sz="900" u="none" cap="none" strike="noStrike">
                <a:solidFill>
                  <a:srgbClr val="15154A"/>
                </a:solidFill>
                <a:latin typeface="Plus Jakarta Sans"/>
                <a:ea typeface="Plus Jakarta Sans"/>
                <a:cs typeface="Plus Jakarta Sans"/>
                <a:sym typeface="Plus Jakarta Sans"/>
              </a:rPr>
              <a:t>Enterprise memory · self-evolvement</a:t>
            </a:r>
            <a:endParaRPr i="0" sz="1400" u="none" cap="none" strike="noStrike">
              <a:solidFill>
                <a:srgbClr val="000000"/>
              </a:solidFill>
              <a:latin typeface="Plus Jakarta Sans"/>
              <a:ea typeface="Plus Jakarta Sans"/>
              <a:cs typeface="Plus Jakarta Sans"/>
              <a:sym typeface="Plus Jakarta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2" name="Shape 1732"/>
        <p:cNvGrpSpPr/>
        <p:nvPr/>
      </p:nvGrpSpPr>
      <p:grpSpPr>
        <a:xfrm>
          <a:off x="0" y="0"/>
          <a:ext cx="0" cy="0"/>
          <a:chOff x="0" y="0"/>
          <a:chExt cx="0" cy="0"/>
        </a:xfrm>
      </p:grpSpPr>
      <p:sp>
        <p:nvSpPr>
          <p:cNvPr id="1733" name="Google Shape;1733;p23"/>
          <p:cNvSpPr txBox="1"/>
          <p:nvPr>
            <p:ph idx="4294967295" type="title"/>
          </p:nvPr>
        </p:nvSpPr>
        <p:spPr>
          <a:xfrm>
            <a:off x="812500" y="1200000"/>
            <a:ext cx="7518900" cy="1680300"/>
          </a:xfrm>
          <a:prstGeom prst="rect">
            <a:avLst/>
          </a:prstGeom>
          <a:noFill/>
          <a:ln>
            <a:noFill/>
          </a:ln>
        </p:spPr>
        <p:txBody>
          <a:bodyPr anchorCtr="0" anchor="t" bIns="45700" lIns="91425" spcFirstLastPara="1" rIns="91425" wrap="square" tIns="0">
            <a:spAutoFit/>
          </a:bodyPr>
          <a:lstStyle/>
          <a:p>
            <a:pPr indent="0" lvl="0" marL="0" rtl="0" algn="ctr">
              <a:lnSpc>
                <a:spcPct val="100000"/>
              </a:lnSpc>
              <a:spcBef>
                <a:spcPts val="0"/>
              </a:spcBef>
              <a:spcAft>
                <a:spcPts val="0"/>
              </a:spcAft>
              <a:buSzPts val="2100"/>
              <a:buNone/>
            </a:pPr>
            <a:r>
              <a:rPr b="1" lang="en" sz="4100">
                <a:solidFill>
                  <a:schemeClr val="lt1"/>
                </a:solidFill>
                <a:latin typeface="Plus Jakarta Sans"/>
                <a:ea typeface="Plus Jakarta Sans"/>
                <a:cs typeface="Plus Jakarta Sans"/>
                <a:sym typeface="Plus Jakarta Sans"/>
              </a:rPr>
              <a:t>Thank You</a:t>
            </a:r>
            <a:endParaRPr b="1" sz="4100">
              <a:solidFill>
                <a:schemeClr val="lt1"/>
              </a:solidFill>
              <a:latin typeface="Plus Jakarta Sans"/>
              <a:ea typeface="Plus Jakarta Sans"/>
              <a:cs typeface="Plus Jakarta Sans"/>
              <a:sym typeface="Plus Jakarta Sans"/>
            </a:endParaRPr>
          </a:p>
          <a:p>
            <a:pPr indent="0" lvl="0" marL="0" rtl="0" algn="ctr">
              <a:lnSpc>
                <a:spcPct val="100000"/>
              </a:lnSpc>
              <a:spcBef>
                <a:spcPts val="800"/>
              </a:spcBef>
              <a:spcAft>
                <a:spcPts val="0"/>
              </a:spcAft>
              <a:buSzPts val="2000"/>
              <a:buNone/>
            </a:pPr>
            <a:r>
              <a:rPr b="0" lang="en" sz="1600">
                <a:solidFill>
                  <a:schemeClr val="lt1"/>
                </a:solidFill>
                <a:latin typeface="Plus Jakarta Sans"/>
                <a:ea typeface="Plus Jakarta Sans"/>
                <a:cs typeface="Plus Jakarta Sans"/>
                <a:sym typeface="Plus Jakarta Sans"/>
              </a:rPr>
              <a:t>Cloudera AI: the AI-ready data foundation + Agent Studio harness for your centralized Private-AI platform.</a:t>
            </a:r>
            <a:endParaRPr b="0" sz="1600">
              <a:solidFill>
                <a:schemeClr val="lt1"/>
              </a:solidFill>
              <a:latin typeface="Plus Jakarta Sans"/>
              <a:ea typeface="Plus Jakarta Sans"/>
              <a:cs typeface="Plus Jakarta Sans"/>
              <a:sym typeface="Plus Jakarta Sans"/>
            </a:endParaRPr>
          </a:p>
          <a:p>
            <a:pPr indent="0" lvl="0" marL="0" rtl="0" algn="ctr">
              <a:lnSpc>
                <a:spcPct val="100000"/>
              </a:lnSpc>
              <a:spcBef>
                <a:spcPts val="300"/>
              </a:spcBef>
              <a:spcAft>
                <a:spcPts val="0"/>
              </a:spcAft>
              <a:buSzPts val="2000"/>
              <a:buNone/>
            </a:pPr>
            <a:r>
              <a:rPr b="0" i="1" lang="en" sz="1200">
                <a:solidFill>
                  <a:srgbClr val="C9C9E6"/>
                </a:solidFill>
                <a:latin typeface="Plus Jakarta Sans"/>
                <a:ea typeface="Plus Jakarta Sans"/>
                <a:cs typeface="Plus Jakarta Sans"/>
                <a:sym typeface="Plus Jakarta Sans"/>
              </a:rPr>
              <a:t>Applied AI co-builds the frontier pieces with you: ontology, agent memory, AI gateway, agent self-evolvement.</a:t>
            </a:r>
            <a:endParaRPr b="0" sz="1200">
              <a:solidFill>
                <a:srgbClr val="C9C9E6"/>
              </a:solidFill>
              <a:latin typeface="Plus Jakarta Sans"/>
              <a:ea typeface="Plus Jakarta Sans"/>
              <a:cs typeface="Plus Jakarta Sans"/>
              <a:sym typeface="Plus Jakarta Sans"/>
            </a:endParaRP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57" name="Google Shape;657;g3fa8f2e1bf4_0_0"/>
          <p:cNvSpPr txBox="1"/>
          <p:nvPr>
            <p:ph type="title"/>
          </p:nvPr>
        </p:nvSpPr>
        <p:spPr>
          <a:xfrm>
            <a:off x="533400" y="284253"/>
            <a:ext cx="7620000" cy="500100"/>
          </a:xfrm>
          <a:prstGeom prst="rect">
            <a:avLst/>
          </a:prstGeom>
          <a:noFill/>
          <a:ln>
            <a:noFill/>
          </a:ln>
        </p:spPr>
        <p:txBody>
          <a:bodyPr anchorCtr="0" anchor="t" bIns="45700" lIns="91400" spcFirstLastPara="1" rIns="91400" wrap="square" tIns="0">
            <a:noAutofit/>
          </a:bodyPr>
          <a:lstStyle/>
          <a:p>
            <a:pPr indent="0" lvl="0" marL="0" rtl="0" algn="l">
              <a:lnSpc>
                <a:spcPct val="100000"/>
              </a:lnSpc>
              <a:spcBef>
                <a:spcPts val="0"/>
              </a:spcBef>
              <a:spcAft>
                <a:spcPts val="0"/>
              </a:spcAft>
              <a:buSzPts val="2100"/>
              <a:buNone/>
            </a:pPr>
            <a:r>
              <a:rPr lang="en">
                <a:latin typeface="Plus Jakarta Sans"/>
                <a:ea typeface="Plus Jakarta Sans"/>
                <a:cs typeface="Plus Jakarta Sans"/>
                <a:sym typeface="Plus Jakarta Sans"/>
              </a:rPr>
              <a:t>Autonomous Gate Review on Your Data</a:t>
            </a:r>
            <a:r>
              <a:rPr lang="en">
                <a:solidFill>
                  <a:srgbClr val="171242"/>
                </a:solidFill>
                <a:latin typeface="Plus Jakarta Sans"/>
                <a:ea typeface="Plus Jakarta Sans"/>
                <a:cs typeface="Plus Jakarta Sans"/>
                <a:sym typeface="Plus Jakarta Sans"/>
              </a:rPr>
              <a:t> (R&amp;D Example)</a:t>
            </a:r>
            <a:endParaRPr>
              <a:latin typeface="Plus Jakarta Sans"/>
              <a:ea typeface="Plus Jakarta Sans"/>
              <a:cs typeface="Plus Jakarta Sans"/>
              <a:sym typeface="Plus Jakarta Sans"/>
            </a:endParaRPr>
          </a:p>
        </p:txBody>
      </p:sp>
      <p:sp>
        <p:nvSpPr>
          <p:cNvPr id="658" name="Google Shape;658;g3fa8f2e1bf4_0_0"/>
          <p:cNvSpPr txBox="1"/>
          <p:nvPr>
            <p:ph idx="1" type="body"/>
          </p:nvPr>
        </p:nvSpPr>
        <p:spPr>
          <a:xfrm>
            <a:off x="533400" y="734285"/>
            <a:ext cx="7350000" cy="3657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
                <a:solidFill>
                  <a:srgbClr val="5555F9"/>
                </a:solidFill>
                <a:latin typeface="Plus Jakarta Sans Medium"/>
                <a:ea typeface="Plus Jakarta Sans Medium"/>
                <a:cs typeface="Plus Jakarta Sans Medium"/>
                <a:sym typeface="Plus Jakarta Sans Medium"/>
              </a:rPr>
              <a:t>Example: From a program at release gate to an auditable PASS / CONDITIONAL / FAIL decision—all on your data, with no egress.</a:t>
            </a:r>
            <a:endParaRPr>
              <a:solidFill>
                <a:srgbClr val="5555F9"/>
              </a:solidFill>
              <a:latin typeface="Plus Jakarta Sans Medium"/>
              <a:ea typeface="Plus Jakarta Sans Medium"/>
              <a:cs typeface="Plus Jakarta Sans Medium"/>
              <a:sym typeface="Plus Jakarta Sans Medium"/>
            </a:endParaRPr>
          </a:p>
        </p:txBody>
      </p:sp>
      <p:sp>
        <p:nvSpPr>
          <p:cNvPr id="659" name="Google Shape;659;g3fa8f2e1bf4_0_0"/>
          <p:cNvSpPr/>
          <p:nvPr/>
        </p:nvSpPr>
        <p:spPr>
          <a:xfrm>
            <a:off x="180000" y="1220000"/>
            <a:ext cx="18000" cy="2859900"/>
          </a:xfrm>
          <a:prstGeom prst="rect">
            <a:avLst/>
          </a:prstGeom>
          <a:solidFill>
            <a:srgbClr val="F3F3F3"/>
          </a:solidFill>
          <a:ln cap="flat" cmpd="sng" w="9525">
            <a:solidFill>
              <a:srgbClr val="F3F3F3"/>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0" name="Google Shape;660;g3fa8f2e1bf4_0_0"/>
          <p:cNvSpPr/>
          <p:nvPr/>
        </p:nvSpPr>
        <p:spPr>
          <a:xfrm rot="10800000">
            <a:off x="125100" y="4010100"/>
            <a:ext cx="129900" cy="129900"/>
          </a:xfrm>
          <a:prstGeom prst="triangle">
            <a:avLst>
              <a:gd fmla="val 50000" name="adj"/>
            </a:avLst>
          </a:prstGeom>
          <a:solidFill>
            <a:srgbClr val="EE5A29"/>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1" name="Google Shape;661;g3fa8f2e1bf4_0_0"/>
          <p:cNvSpPr txBox="1"/>
          <p:nvPr/>
        </p:nvSpPr>
        <p:spPr>
          <a:xfrm rot="-5400000">
            <a:off x="-960050" y="2499950"/>
            <a:ext cx="2300100" cy="300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Clr>
                <a:srgbClr val="000000"/>
              </a:buClr>
              <a:buSzPts val="800"/>
              <a:buFont typeface="Arial"/>
              <a:buNone/>
            </a:pPr>
            <a:r>
              <a:rPr lang="en" sz="800">
                <a:solidFill>
                  <a:srgbClr val="5A5A72"/>
                </a:solidFill>
                <a:latin typeface="Plus Jakarta Sans Medium"/>
                <a:ea typeface="Plus Jakarta Sans Medium"/>
                <a:cs typeface="Plus Jakarta Sans Medium"/>
                <a:sym typeface="Plus Jakarta Sans Medium"/>
              </a:rPr>
              <a:t>GATE REVIEW</a:t>
            </a:r>
            <a:r>
              <a:rPr b="0" i="0" lang="en" sz="800" u="none" cap="none" strike="noStrike">
                <a:solidFill>
                  <a:srgbClr val="5A5A72"/>
                </a:solidFill>
                <a:latin typeface="Plus Jakarta Sans Medium"/>
                <a:ea typeface="Plus Jakarta Sans Medium"/>
                <a:cs typeface="Plus Jakarta Sans Medium"/>
                <a:sym typeface="Plus Jakarta Sans Medium"/>
              </a:rPr>
              <a:t>FLOW</a:t>
            </a:r>
            <a:endParaRPr b="0" i="0" sz="800" u="none" cap="none" strike="noStrike">
              <a:solidFill>
                <a:srgbClr val="5A5A72"/>
              </a:solidFill>
              <a:latin typeface="Plus Jakarta Sans Medium"/>
              <a:ea typeface="Plus Jakarta Sans Medium"/>
              <a:cs typeface="Plus Jakarta Sans Medium"/>
              <a:sym typeface="Plus Jakarta Sans Medium"/>
            </a:endParaRPr>
          </a:p>
        </p:txBody>
      </p:sp>
      <p:sp>
        <p:nvSpPr>
          <p:cNvPr id="662" name="Google Shape;662;g3fa8f2e1bf4_0_0"/>
          <p:cNvSpPr/>
          <p:nvPr/>
        </p:nvSpPr>
        <p:spPr>
          <a:xfrm>
            <a:off x="566925" y="1220000"/>
            <a:ext cx="8082900" cy="489900"/>
          </a:xfrm>
          <a:prstGeom prst="roundRect">
            <a:avLst>
              <a:gd fmla="val 7000" name="adj"/>
            </a:avLst>
          </a:prstGeom>
          <a:solidFill>
            <a:schemeClr val="lt1"/>
          </a:solidFill>
          <a:ln cap="flat" cmpd="sng" w="9525">
            <a:solidFill>
              <a:schemeClr val="accent3"/>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g3fa8f2e1bf4_0_0"/>
          <p:cNvSpPr txBox="1"/>
          <p:nvPr/>
        </p:nvSpPr>
        <p:spPr>
          <a:xfrm>
            <a:off x="746925" y="1220000"/>
            <a:ext cx="2049900" cy="48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chemeClr val="accent3"/>
                </a:solidFill>
                <a:latin typeface="Plus Jakarta Sans Medium"/>
                <a:ea typeface="Plus Jakarta Sans Medium"/>
                <a:cs typeface="Plus Jakarta Sans Medium"/>
                <a:sym typeface="Plus Jakarta Sans Medium"/>
              </a:rPr>
              <a:t>01 · INGEST</a:t>
            </a:r>
            <a:endParaRPr b="0" i="0" sz="1400" u="none" cap="none" strike="noStrike">
              <a:solidFill>
                <a:schemeClr val="accent3"/>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lang="en" sz="1100">
                <a:solidFill>
                  <a:srgbClr val="15154A"/>
                </a:solidFill>
                <a:latin typeface="Plus Jakarta Sans"/>
                <a:ea typeface="Plus Jakarta Sans"/>
                <a:cs typeface="Plus Jakarta Sans"/>
                <a:sym typeface="Plus Jakarta Sans"/>
              </a:rPr>
              <a:t>Program enters gate</a:t>
            </a:r>
            <a:endParaRPr sz="1100">
              <a:solidFill>
                <a:srgbClr val="15154A"/>
              </a:solidFill>
              <a:latin typeface="Plus Jakarta Sans"/>
              <a:ea typeface="Plus Jakarta Sans"/>
              <a:cs typeface="Plus Jakarta Sans"/>
              <a:sym typeface="Plus Jakarta Sans"/>
            </a:endParaRPr>
          </a:p>
        </p:txBody>
      </p:sp>
      <p:sp>
        <p:nvSpPr>
          <p:cNvPr id="664" name="Google Shape;664;g3fa8f2e1bf4_0_0"/>
          <p:cNvSpPr/>
          <p:nvPr/>
        </p:nvSpPr>
        <p:spPr>
          <a:xfrm>
            <a:off x="2920000" y="1290000"/>
            <a:ext cx="12900" cy="3501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5" name="Google Shape;665;g3fa8f2e1bf4_0_0"/>
          <p:cNvSpPr txBox="1"/>
          <p:nvPr/>
        </p:nvSpPr>
        <p:spPr>
          <a:xfrm>
            <a:off x="3070000" y="1220000"/>
            <a:ext cx="5400000" cy="4899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lang="en" sz="950">
                <a:solidFill>
                  <a:srgbClr val="5A5A72"/>
                </a:solidFill>
                <a:latin typeface="Plus Jakarta Sans"/>
                <a:ea typeface="Plus Jakarta Sans"/>
                <a:cs typeface="Plus Jakarta Sans"/>
                <a:sym typeface="Plus Jakarta Sans"/>
              </a:rPr>
              <a:t>The PACK-ATLAS-01 battery-pack program enters the release gate, triggering a five-agent review</a:t>
            </a:r>
            <a:endParaRPr sz="950">
              <a:solidFill>
                <a:srgbClr val="5A5A72"/>
              </a:solidFill>
              <a:latin typeface="Plus Jakarta Sans"/>
              <a:ea typeface="Plus Jakarta Sans"/>
              <a:cs typeface="Plus Jakarta Sans"/>
              <a:sym typeface="Plus Jakarta Sans"/>
            </a:endParaRPr>
          </a:p>
        </p:txBody>
      </p:sp>
      <p:sp>
        <p:nvSpPr>
          <p:cNvPr id="666" name="Google Shape;666;g3fa8f2e1bf4_0_0"/>
          <p:cNvSpPr/>
          <p:nvPr/>
        </p:nvSpPr>
        <p:spPr>
          <a:xfrm>
            <a:off x="566925" y="1780000"/>
            <a:ext cx="8082900" cy="489900"/>
          </a:xfrm>
          <a:prstGeom prst="roundRect">
            <a:avLst>
              <a:gd fmla="val 7000" name="adj"/>
            </a:avLst>
          </a:prstGeom>
          <a:solidFill>
            <a:schemeClr val="lt1"/>
          </a:solidFill>
          <a:ln cap="flat" cmpd="sng" w="9525">
            <a:solidFill>
              <a:schemeClr val="accent1"/>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7" name="Google Shape;667;g3fa8f2e1bf4_0_0"/>
          <p:cNvSpPr txBox="1"/>
          <p:nvPr/>
        </p:nvSpPr>
        <p:spPr>
          <a:xfrm>
            <a:off x="746925" y="1780000"/>
            <a:ext cx="2049900" cy="48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EE5A29"/>
                </a:solidFill>
                <a:latin typeface="Plus Jakarta Sans Medium"/>
                <a:ea typeface="Plus Jakarta Sans Medium"/>
                <a:cs typeface="Plus Jakarta Sans Medium"/>
                <a:sym typeface="Plus Jakarta Sans Medium"/>
              </a:rPr>
              <a:t>02 · </a:t>
            </a:r>
            <a:r>
              <a:rPr b="1" lang="en" sz="800">
                <a:solidFill>
                  <a:srgbClr val="EE5A29"/>
                </a:solidFill>
                <a:latin typeface="Plus Jakarta Sans Medium"/>
                <a:ea typeface="Plus Jakarta Sans Medium"/>
                <a:cs typeface="Plus Jakarta Sans Medium"/>
                <a:sym typeface="Plus Jakarta Sans Medium"/>
              </a:rPr>
              <a:t>ENGINEERING AGENT</a:t>
            </a:r>
            <a:endParaRPr b="1" sz="800">
              <a:solidFill>
                <a:srgbClr val="EE5A29"/>
              </a:solidFill>
              <a:latin typeface="Plus Jakarta Sans Medium"/>
              <a:ea typeface="Plus Jakarta Sans Medium"/>
              <a:cs typeface="Plus Jakarta Sans Medium"/>
              <a:sym typeface="Plus Jakarta Sans Medium"/>
            </a:endParaRPr>
          </a:p>
          <a:p>
            <a:pPr indent="0" lvl="0" marL="0" marR="0" rtl="0" algn="l">
              <a:lnSpc>
                <a:spcPct val="100000"/>
              </a:lnSpc>
              <a:spcBef>
                <a:spcPts val="0"/>
              </a:spcBef>
              <a:spcAft>
                <a:spcPts val="0"/>
              </a:spcAft>
              <a:buClr>
                <a:srgbClr val="000000"/>
              </a:buClr>
              <a:buSzPts val="1100"/>
              <a:buFont typeface="Arial"/>
              <a:buNone/>
            </a:pPr>
            <a:r>
              <a:rPr lang="en" sz="1100">
                <a:solidFill>
                  <a:srgbClr val="15154A"/>
                </a:solidFill>
                <a:latin typeface="Plus Jakarta Sans"/>
                <a:ea typeface="Plus Jakarta Sans"/>
                <a:cs typeface="Plus Jakarta Sans"/>
                <a:sym typeface="Plus Jakarta Sans"/>
              </a:rPr>
              <a:t>Coverage &amp; test verdicts</a:t>
            </a:r>
            <a:endParaRPr sz="1100">
              <a:solidFill>
                <a:srgbClr val="15154A"/>
              </a:solidFill>
              <a:latin typeface="Plus Jakarta Sans"/>
              <a:ea typeface="Plus Jakarta Sans"/>
              <a:cs typeface="Plus Jakarta Sans"/>
              <a:sym typeface="Plus Jakarta Sans"/>
            </a:endParaRPr>
          </a:p>
        </p:txBody>
      </p:sp>
      <p:sp>
        <p:nvSpPr>
          <p:cNvPr id="668" name="Google Shape;668;g3fa8f2e1bf4_0_0"/>
          <p:cNvSpPr/>
          <p:nvPr/>
        </p:nvSpPr>
        <p:spPr>
          <a:xfrm>
            <a:off x="2920000" y="1850000"/>
            <a:ext cx="12900" cy="3501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9" name="Google Shape;669;g3fa8f2e1bf4_0_0"/>
          <p:cNvSpPr txBox="1"/>
          <p:nvPr/>
        </p:nvSpPr>
        <p:spPr>
          <a:xfrm>
            <a:off x="3070000" y="1780000"/>
            <a:ext cx="5400000" cy="4899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lang="en" sz="950">
                <a:solidFill>
                  <a:srgbClr val="5A5A72"/>
                </a:solidFill>
                <a:latin typeface="Plus Jakarta Sans"/>
                <a:ea typeface="Plus Jakarta Sans"/>
                <a:cs typeface="Plus Jakarta Sans"/>
                <a:sym typeface="Plus Jakarta Sans"/>
              </a:rPr>
              <a:t>Builds the traceability matrix—one requirement lacks a test plan; thermal test is MARGINAL at +3% margin</a:t>
            </a:r>
            <a:endParaRPr sz="950">
              <a:solidFill>
                <a:srgbClr val="5A5A72"/>
              </a:solidFill>
              <a:latin typeface="Plus Jakarta Sans"/>
              <a:ea typeface="Plus Jakarta Sans"/>
              <a:cs typeface="Plus Jakarta Sans"/>
              <a:sym typeface="Plus Jakarta Sans"/>
            </a:endParaRPr>
          </a:p>
        </p:txBody>
      </p:sp>
      <p:sp>
        <p:nvSpPr>
          <p:cNvPr id="670" name="Google Shape;670;g3fa8f2e1bf4_0_0"/>
          <p:cNvSpPr/>
          <p:nvPr/>
        </p:nvSpPr>
        <p:spPr>
          <a:xfrm>
            <a:off x="566925" y="2340000"/>
            <a:ext cx="8082900" cy="489900"/>
          </a:xfrm>
          <a:prstGeom prst="roundRect">
            <a:avLst>
              <a:gd fmla="val 7000" name="adj"/>
            </a:avLst>
          </a:prstGeom>
          <a:solidFill>
            <a:schemeClr val="lt1"/>
          </a:solidFill>
          <a:ln cap="flat" cmpd="sng" w="9525">
            <a:solidFill>
              <a:schemeClr val="accent2"/>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g3fa8f2e1bf4_0_0"/>
          <p:cNvSpPr txBox="1"/>
          <p:nvPr/>
        </p:nvSpPr>
        <p:spPr>
          <a:xfrm>
            <a:off x="746925" y="2340000"/>
            <a:ext cx="2049900" cy="48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lang="en" sz="800">
                <a:solidFill>
                  <a:schemeClr val="accent2"/>
                </a:solidFill>
                <a:latin typeface="Plus Jakarta Sans Medium"/>
                <a:ea typeface="Plus Jakarta Sans Medium"/>
                <a:cs typeface="Plus Jakarta Sans Medium"/>
                <a:sym typeface="Plus Jakarta Sans Medium"/>
              </a:rPr>
              <a:t>03 · RISK &amp; COMPLIANCE</a:t>
            </a:r>
            <a:endParaRPr b="1" sz="800">
              <a:solidFill>
                <a:schemeClr val="accent2"/>
              </a:solidFill>
              <a:latin typeface="Plus Jakarta Sans Medium"/>
              <a:ea typeface="Plus Jakarta Sans Medium"/>
              <a:cs typeface="Plus Jakarta Sans Medium"/>
              <a:sym typeface="Plus Jakarta Sans Medium"/>
            </a:endParaRPr>
          </a:p>
          <a:p>
            <a:pPr indent="0" lvl="0" marL="0" marR="0" rtl="0" algn="l">
              <a:lnSpc>
                <a:spcPct val="100000"/>
              </a:lnSpc>
              <a:spcBef>
                <a:spcPts val="0"/>
              </a:spcBef>
              <a:spcAft>
                <a:spcPts val="0"/>
              </a:spcAft>
              <a:buClr>
                <a:srgbClr val="000000"/>
              </a:buClr>
              <a:buSzPts val="1100"/>
              <a:buFont typeface="Arial"/>
              <a:buNone/>
            </a:pPr>
            <a:r>
              <a:rPr lang="en" sz="1100">
                <a:solidFill>
                  <a:srgbClr val="15154A"/>
                </a:solidFill>
                <a:latin typeface="Plus Jakarta Sans"/>
                <a:ea typeface="Plus Jakarta Sans"/>
                <a:cs typeface="Plus Jakarta Sans"/>
                <a:sym typeface="Plus Jakarta Sans"/>
              </a:rPr>
              <a:t>Scores &amp; standards</a:t>
            </a:r>
            <a:endParaRPr sz="1100">
              <a:solidFill>
                <a:srgbClr val="15154A"/>
              </a:solidFill>
              <a:latin typeface="Plus Jakarta Sans"/>
              <a:ea typeface="Plus Jakarta Sans"/>
              <a:cs typeface="Plus Jakarta Sans"/>
              <a:sym typeface="Plus Jakarta Sans"/>
            </a:endParaRPr>
          </a:p>
        </p:txBody>
      </p:sp>
      <p:sp>
        <p:nvSpPr>
          <p:cNvPr id="672" name="Google Shape;672;g3fa8f2e1bf4_0_0"/>
          <p:cNvSpPr/>
          <p:nvPr/>
        </p:nvSpPr>
        <p:spPr>
          <a:xfrm>
            <a:off x="2920000" y="2410000"/>
            <a:ext cx="12900" cy="3501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3" name="Google Shape;673;g3fa8f2e1bf4_0_0"/>
          <p:cNvSpPr txBox="1"/>
          <p:nvPr/>
        </p:nvSpPr>
        <p:spPr>
          <a:xfrm>
            <a:off x="3070000" y="2340000"/>
            <a:ext cx="5400000" cy="4899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lang="en" sz="950">
                <a:solidFill>
                  <a:srgbClr val="5A5A72"/>
                </a:solidFill>
                <a:latin typeface="Plus Jakarta Sans"/>
                <a:ea typeface="Plus Jakarta Sans"/>
                <a:cs typeface="Plus Jakarta Sans"/>
                <a:sym typeface="Plus Jakarta Sans"/>
              </a:rPr>
              <a:t>The design-risk model flags thermal as HIGH; checks coverage for UN 38.3 · GB 38031 · IEC 62660</a:t>
            </a:r>
            <a:endParaRPr sz="950">
              <a:solidFill>
                <a:srgbClr val="5A5A72"/>
              </a:solidFill>
              <a:latin typeface="Plus Jakarta Sans"/>
              <a:ea typeface="Plus Jakarta Sans"/>
              <a:cs typeface="Plus Jakarta Sans"/>
              <a:sym typeface="Plus Jakarta Sans"/>
            </a:endParaRPr>
          </a:p>
        </p:txBody>
      </p:sp>
      <p:sp>
        <p:nvSpPr>
          <p:cNvPr id="674" name="Google Shape;674;g3fa8f2e1bf4_0_0"/>
          <p:cNvSpPr/>
          <p:nvPr/>
        </p:nvSpPr>
        <p:spPr>
          <a:xfrm>
            <a:off x="566925" y="2900000"/>
            <a:ext cx="8082900" cy="620100"/>
          </a:xfrm>
          <a:prstGeom prst="roundRect">
            <a:avLst>
              <a:gd fmla="val 5500" name="adj"/>
            </a:avLst>
          </a:prstGeom>
          <a:solidFill>
            <a:schemeClr val="lt1"/>
          </a:solidFill>
          <a:ln cap="flat" cmpd="sng" w="9525">
            <a:solidFill>
              <a:schemeClr val="accent6"/>
            </a:solidFill>
            <a:prstDash val="solid"/>
            <a:round/>
            <a:headEnd len="sm" w="sm" type="none"/>
            <a:tailEnd len="sm" w="sm" type="none"/>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5" name="Google Shape;675;g3fa8f2e1bf4_0_0"/>
          <p:cNvSpPr txBox="1"/>
          <p:nvPr/>
        </p:nvSpPr>
        <p:spPr>
          <a:xfrm>
            <a:off x="746925" y="2900000"/>
            <a:ext cx="2049900" cy="6201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lang="en" sz="800">
                <a:solidFill>
                  <a:srgbClr val="EE5A29"/>
                </a:solidFill>
                <a:latin typeface="Plus Jakarta Sans Medium"/>
                <a:ea typeface="Plus Jakarta Sans Medium"/>
                <a:cs typeface="Plus Jakarta Sans Medium"/>
                <a:sym typeface="Plus Jakarta Sans Medium"/>
              </a:rPr>
              <a:t>04 · KNOWLEDGE REUSE</a:t>
            </a:r>
            <a:endParaRPr b="1" sz="800">
              <a:solidFill>
                <a:srgbClr val="EE5A29"/>
              </a:solidFill>
              <a:latin typeface="Plus Jakarta Sans Medium"/>
              <a:ea typeface="Plus Jakarta Sans Medium"/>
              <a:cs typeface="Plus Jakarta Sans Medium"/>
              <a:sym typeface="Plus Jakarta Sans Medium"/>
            </a:endParaRPr>
          </a:p>
          <a:p>
            <a:pPr indent="0" lvl="0" marL="0" marR="0" rtl="0" algn="l">
              <a:lnSpc>
                <a:spcPct val="100000"/>
              </a:lnSpc>
              <a:spcBef>
                <a:spcPts val="0"/>
              </a:spcBef>
              <a:spcAft>
                <a:spcPts val="0"/>
              </a:spcAft>
              <a:buClr>
                <a:srgbClr val="000000"/>
              </a:buClr>
              <a:buSzPts val="1100"/>
              <a:buFont typeface="Arial"/>
              <a:buNone/>
            </a:pPr>
            <a:r>
              <a:rPr lang="en" sz="1100">
                <a:solidFill>
                  <a:srgbClr val="15154A"/>
                </a:solidFill>
                <a:latin typeface="Plus Jakarta Sans"/>
                <a:ea typeface="Plus Jakarta Sans"/>
                <a:cs typeface="Plus Jakarta Sans"/>
                <a:sym typeface="Plus Jakarta Sans"/>
              </a:rPr>
              <a:t>Historical validation</a:t>
            </a:r>
            <a:endParaRPr sz="1100">
              <a:solidFill>
                <a:srgbClr val="15154A"/>
              </a:solidFill>
              <a:latin typeface="Plus Jakarta Sans"/>
              <a:ea typeface="Plus Jakarta Sans"/>
              <a:cs typeface="Plus Jakarta Sans"/>
              <a:sym typeface="Plus Jakarta Sans"/>
            </a:endParaRPr>
          </a:p>
        </p:txBody>
      </p:sp>
      <p:sp>
        <p:nvSpPr>
          <p:cNvPr id="676" name="Google Shape;676;g3fa8f2e1bf4_0_0"/>
          <p:cNvSpPr/>
          <p:nvPr/>
        </p:nvSpPr>
        <p:spPr>
          <a:xfrm>
            <a:off x="2920000" y="2960000"/>
            <a:ext cx="12900" cy="500100"/>
          </a:xfrm>
          <a:prstGeom prst="rect">
            <a:avLst/>
          </a:prstGeom>
          <a:solidFill>
            <a:srgbClr val="E2E2EC"/>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7" name="Google Shape;677;g3fa8f2e1bf4_0_0"/>
          <p:cNvSpPr txBox="1"/>
          <p:nvPr/>
        </p:nvSpPr>
        <p:spPr>
          <a:xfrm>
            <a:off x="3070000" y="2900000"/>
            <a:ext cx="5400000" cy="620100"/>
          </a:xfrm>
          <a:prstGeom prst="rect">
            <a:avLst/>
          </a:prstGeom>
          <a:noFill/>
          <a:ln>
            <a:noFill/>
          </a:ln>
        </p:spPr>
        <p:txBody>
          <a:bodyPr anchorCtr="0" anchor="ctr" bIns="0" lIns="91425" spcFirstLastPara="1" rIns="0" wrap="square" tIns="0">
            <a:noAutofit/>
          </a:bodyPr>
          <a:lstStyle/>
          <a:p>
            <a:pPr indent="-160000" lvl="0" marL="160000" marR="0" rtl="0" algn="l">
              <a:lnSpc>
                <a:spcPct val="100000"/>
              </a:lnSpc>
              <a:spcBef>
                <a:spcPts val="0"/>
              </a:spcBef>
              <a:spcAft>
                <a:spcPts val="0"/>
              </a:spcAft>
              <a:buClr>
                <a:srgbClr val="C0392B"/>
              </a:buClr>
              <a:buSzPts val="950"/>
              <a:buFont typeface="Plus Jakarta Sans"/>
              <a:buChar char="•"/>
            </a:pPr>
            <a:r>
              <a:rPr lang="en" sz="950">
                <a:solidFill>
                  <a:srgbClr val="5A5A72"/>
                </a:solidFill>
                <a:latin typeface="Plus Jakarta Sans"/>
                <a:ea typeface="Plus Jakarta Sans"/>
                <a:cs typeface="Plus Jakarta Sans"/>
                <a:sym typeface="Plus Jakarta Sans"/>
              </a:rPr>
              <a:t>Retrieves PACK-ORION-00 thermal design image + test report (historical FAIL)</a:t>
            </a:r>
            <a:endParaRPr sz="950">
              <a:solidFill>
                <a:srgbClr val="5A5A72"/>
              </a:solidFill>
              <a:latin typeface="Plus Jakarta Sans"/>
              <a:ea typeface="Plus Jakarta Sans"/>
              <a:cs typeface="Plus Jakarta Sans"/>
              <a:sym typeface="Plus Jakarta Sans"/>
            </a:endParaRPr>
          </a:p>
          <a:p>
            <a:pPr indent="-160000" lvl="0" marL="160000" marR="0" rtl="0" algn="l">
              <a:lnSpc>
                <a:spcPct val="100000"/>
              </a:lnSpc>
              <a:spcBef>
                <a:spcPts val="100"/>
              </a:spcBef>
              <a:spcAft>
                <a:spcPts val="0"/>
              </a:spcAft>
              <a:buClr>
                <a:srgbClr val="34D399"/>
              </a:buClr>
              <a:buSzPts val="950"/>
              <a:buFont typeface="Plus Jakarta Sans"/>
              <a:buChar char="•"/>
            </a:pPr>
            <a:r>
              <a:rPr lang="en" sz="950">
                <a:solidFill>
                  <a:srgbClr val="5A5A72"/>
                </a:solidFill>
                <a:latin typeface="Plus Jakarta Sans"/>
                <a:ea typeface="Plus Jakarta Sans"/>
                <a:cs typeface="Plus Jakarta Sans"/>
                <a:sym typeface="Plus Jakarta Sans"/>
              </a:rPr>
              <a:t>That failure corroborates HIGH risk + MARGINAL testing—confirming the concern</a:t>
            </a:r>
            <a:endParaRPr sz="950">
              <a:solidFill>
                <a:srgbClr val="5A5A72"/>
              </a:solidFill>
              <a:latin typeface="Plus Jakarta Sans"/>
              <a:ea typeface="Plus Jakarta Sans"/>
              <a:cs typeface="Plus Jakarta Sans"/>
              <a:sym typeface="Plus Jakarta Sans"/>
            </a:endParaRPr>
          </a:p>
        </p:txBody>
      </p:sp>
      <p:sp>
        <p:nvSpPr>
          <p:cNvPr id="678" name="Google Shape;678;g3fa8f2e1bf4_0_0"/>
          <p:cNvSpPr/>
          <p:nvPr/>
        </p:nvSpPr>
        <p:spPr>
          <a:xfrm>
            <a:off x="566925" y="3610000"/>
            <a:ext cx="8082900" cy="489900"/>
          </a:xfrm>
          <a:prstGeom prst="roundRect">
            <a:avLst>
              <a:gd fmla="val 7000" name="adj"/>
            </a:avLst>
          </a:prstGeom>
          <a:solidFill>
            <a:srgbClr val="15154A"/>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g3fa8f2e1bf4_0_0"/>
          <p:cNvSpPr txBox="1"/>
          <p:nvPr/>
        </p:nvSpPr>
        <p:spPr>
          <a:xfrm>
            <a:off x="746925" y="3610000"/>
            <a:ext cx="2049900" cy="489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EE5A29"/>
                </a:solidFill>
                <a:latin typeface="Plus Jakarta Sans Medium"/>
                <a:ea typeface="Plus Jakarta Sans Medium"/>
                <a:cs typeface="Plus Jakarta Sans Medium"/>
                <a:sym typeface="Plus Jakarta Sans Medium"/>
              </a:rPr>
              <a:t>RESULT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lang="en" sz="1100">
                <a:solidFill>
                  <a:srgbClr val="FFFFFF"/>
                </a:solidFill>
                <a:latin typeface="Plus Jakarta Sans"/>
                <a:ea typeface="Plus Jakarta Sans"/>
                <a:cs typeface="Plus Jakarta Sans"/>
                <a:sym typeface="Plus Jakarta Sans"/>
              </a:rPr>
              <a:t>Recommendation + evidence</a:t>
            </a:r>
            <a:endParaRPr sz="1100">
              <a:solidFill>
                <a:srgbClr val="FFFFFF"/>
              </a:solidFill>
              <a:latin typeface="Plus Jakarta Sans"/>
              <a:ea typeface="Plus Jakarta Sans"/>
              <a:cs typeface="Plus Jakarta Sans"/>
              <a:sym typeface="Plus Jakarta Sans"/>
            </a:endParaRPr>
          </a:p>
        </p:txBody>
      </p:sp>
      <p:sp>
        <p:nvSpPr>
          <p:cNvPr id="680" name="Google Shape;680;g3fa8f2e1bf4_0_0"/>
          <p:cNvSpPr/>
          <p:nvPr/>
        </p:nvSpPr>
        <p:spPr>
          <a:xfrm>
            <a:off x="2920000" y="3680000"/>
            <a:ext cx="12900" cy="350100"/>
          </a:xfrm>
          <a:prstGeom prst="rect">
            <a:avLst/>
          </a:prstGeom>
          <a:solidFill>
            <a:srgbClr val="3A3A66"/>
          </a:solid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g3fa8f2e1bf4_0_0"/>
          <p:cNvSpPr txBox="1"/>
          <p:nvPr/>
        </p:nvSpPr>
        <p:spPr>
          <a:xfrm>
            <a:off x="3070000" y="3610000"/>
            <a:ext cx="5400000" cy="489900"/>
          </a:xfrm>
          <a:prstGeom prst="rect">
            <a:avLst/>
          </a:prstGeom>
          <a:noFill/>
          <a:ln>
            <a:noFill/>
          </a:ln>
        </p:spPr>
        <p:txBody>
          <a:bodyPr anchorCtr="0" anchor="ctr" bIns="0" lIns="91425" spcFirstLastPara="1" rIns="0" wrap="square" tIns="0">
            <a:noAutofit/>
          </a:bodyPr>
          <a:lstStyle/>
          <a:p>
            <a:pPr indent="0" lvl="0" marL="0" marR="0" rtl="0" algn="l">
              <a:lnSpc>
                <a:spcPct val="100000"/>
              </a:lnSpc>
              <a:spcBef>
                <a:spcPts val="0"/>
              </a:spcBef>
              <a:spcAft>
                <a:spcPts val="0"/>
              </a:spcAft>
              <a:buClr>
                <a:srgbClr val="000000"/>
              </a:buClr>
              <a:buSzPts val="950"/>
              <a:buFont typeface="Arial"/>
              <a:buNone/>
            </a:pPr>
            <a:r>
              <a:rPr b="1" lang="en" sz="950">
                <a:solidFill>
                  <a:srgbClr val="FFFFFF"/>
                </a:solidFill>
                <a:latin typeface="Plus Jakarta Sans"/>
                <a:ea typeface="Plus Jakarta Sans"/>
                <a:cs typeface="Plus Jakarta Sans"/>
                <a:sym typeface="Plus Jakarta Sans"/>
              </a:rPr>
              <a:t>CONDITIONAL—computed by traceability.decide(); findings form an evidence chain for human review.</a:t>
            </a:r>
            <a:endParaRPr b="1" sz="950">
              <a:solidFill>
                <a:srgbClr val="FFFFFF"/>
              </a:solidFill>
              <a:latin typeface="Plus Jakarta Sans"/>
              <a:ea typeface="Plus Jakarta Sans"/>
              <a:cs typeface="Plus Jakarta Sans"/>
              <a:sym typeface="Plus Jakarta Sans"/>
            </a:endParaRPr>
          </a:p>
        </p:txBody>
      </p:sp>
      <p:sp>
        <p:nvSpPr>
          <p:cNvPr id="682" name="Google Shape;682;g3fa8f2e1bf4_0_0"/>
          <p:cNvSpPr/>
          <p:nvPr/>
        </p:nvSpPr>
        <p:spPr>
          <a:xfrm>
            <a:off x="0" y="4186700"/>
            <a:ext cx="9144000" cy="399900"/>
          </a:xfrm>
          <a:prstGeom prst="rect">
            <a:avLst/>
          </a:prstGeom>
          <a:noFill/>
          <a:ln>
            <a:noFill/>
          </a:ln>
        </p:spPr>
        <p:txBody>
          <a:bodyPr anchorCtr="0" anchor="ctr" bIns="0" lIns="533400" spcFirstLastPara="1" rIns="533400" wrap="square" tIns="0">
            <a:noAutofit/>
          </a:bodyPr>
          <a:lstStyle/>
          <a:p>
            <a:pPr indent="0" lvl="0" marL="0" marR="0" rtl="0" algn="ctr">
              <a:lnSpc>
                <a:spcPct val="100000"/>
              </a:lnSpc>
              <a:spcBef>
                <a:spcPts val="0"/>
              </a:spcBef>
              <a:spcAft>
                <a:spcPts val="0"/>
              </a:spcAft>
              <a:buClr>
                <a:srgbClr val="000000"/>
              </a:buClr>
              <a:buSzPts val="1100"/>
              <a:buFont typeface="Arial"/>
              <a:buNone/>
            </a:pPr>
            <a:r>
              <a:rPr b="1" lang="en" sz="1100">
                <a:solidFill>
                  <a:schemeClr val="accent3"/>
                </a:solidFill>
                <a:latin typeface="Plus Jakarta Sans"/>
                <a:ea typeface="Plus Jakarta Sans"/>
                <a:cs typeface="Plus Jakarta Sans"/>
                <a:sym typeface="Plus Jakarta Sans"/>
              </a:rPr>
              <a:t>A deterministic core plus a connected knowledge layer turns raw program data into</a:t>
            </a:r>
            <a:r>
              <a:rPr b="1" i="0" lang="en" sz="1100" u="none" cap="none" strike="noStrike">
                <a:solidFill>
                  <a:schemeClr val="accent3"/>
                </a:solidFill>
                <a:latin typeface="Plus Jakarta Sans"/>
                <a:ea typeface="Plus Jakarta Sans"/>
                <a:cs typeface="Plus Jakarta Sans"/>
                <a:sym typeface="Plus Jakarta Sans"/>
              </a:rPr>
              <a:t> </a:t>
            </a:r>
            <a:r>
              <a:rPr b="1" lang="en" sz="1100">
                <a:solidFill>
                  <a:schemeClr val="accent1"/>
                </a:solidFill>
                <a:latin typeface="Plus Jakarta Sans"/>
                <a:ea typeface="Plus Jakarta Sans"/>
                <a:cs typeface="Plus Jakarta Sans"/>
                <a:sym typeface="Plus Jakarta Sans"/>
              </a:rPr>
              <a:t>a trusted, auditable gate decision—on your data.</a:t>
            </a:r>
            <a:endParaRPr b="1" i="0" sz="1100" u="none" cap="none" strike="noStrike">
              <a:solidFill>
                <a:schemeClr val="accent3"/>
              </a:solidFill>
              <a:latin typeface="Plus Jakarta Sans"/>
              <a:ea typeface="Plus Jakarta Sans"/>
              <a:cs typeface="Plus Jakarta Sans"/>
              <a:sym typeface="Plus Jakarta Sans"/>
            </a:endParaRP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87" name="Google Shape;687;g409c8fc2ecc_0_48"/>
          <p:cNvSpPr txBox="1"/>
          <p:nvPr/>
        </p:nvSpPr>
        <p:spPr>
          <a:xfrm>
            <a:off x="530352" y="283464"/>
            <a:ext cx="7607700" cy="354000"/>
          </a:xfrm>
          <a:prstGeom prst="rect">
            <a:avLst/>
          </a:prstGeom>
          <a:noFill/>
          <a:ln>
            <a:noFill/>
          </a:ln>
        </p:spPr>
        <p:txBody>
          <a:bodyPr anchorCtr="0" anchor="t" bIns="0" lIns="91425" spcFirstLastPara="1" rIns="91425" wrap="square" tIns="0">
            <a:spAutoFit/>
          </a:bodyPr>
          <a:lstStyle/>
          <a:p>
            <a:pPr indent="0" lvl="0" marL="0" marR="0" rtl="0" algn="l">
              <a:lnSpc>
                <a:spcPct val="105000"/>
              </a:lnSpc>
              <a:spcBef>
                <a:spcPts val="0"/>
              </a:spcBef>
              <a:spcAft>
                <a:spcPts val="0"/>
              </a:spcAft>
              <a:buNone/>
            </a:pPr>
            <a:r>
              <a:rPr b="0" i="0" lang="en" sz="2300" u="none" cap="none" strike="noStrike">
                <a:solidFill>
                  <a:srgbClr val="171242"/>
                </a:solidFill>
                <a:latin typeface="Plus Jakarta Sans"/>
                <a:ea typeface="Plus Jakarta Sans"/>
                <a:cs typeface="Plus Jakarta Sans"/>
                <a:sym typeface="Plus Jakarta Sans"/>
              </a:rPr>
              <a:t>Can the New Battery Design Pass the Gate Review</a:t>
            </a:r>
            <a:r>
              <a:rPr lang="en" sz="2300">
                <a:solidFill>
                  <a:srgbClr val="171242"/>
                </a:solidFill>
                <a:latin typeface="Plus Jakarta Sans"/>
                <a:ea typeface="Plus Jakarta Sans"/>
                <a:cs typeface="Plus Jakarta Sans"/>
                <a:sym typeface="Plus Jakarta Sans"/>
              </a:rPr>
              <a:t>?</a:t>
            </a:r>
            <a:endParaRPr/>
          </a:p>
        </p:txBody>
      </p:sp>
      <p:sp>
        <p:nvSpPr>
          <p:cNvPr id="688" name="Google Shape;688;g409c8fc2ecc_0_48"/>
          <p:cNvSpPr txBox="1"/>
          <p:nvPr/>
        </p:nvSpPr>
        <p:spPr>
          <a:xfrm>
            <a:off x="530352" y="731520"/>
            <a:ext cx="7607700" cy="347100"/>
          </a:xfrm>
          <a:prstGeom prst="rect">
            <a:avLst/>
          </a:prstGeom>
          <a:noFill/>
          <a:ln>
            <a:noFill/>
          </a:ln>
        </p:spPr>
        <p:txBody>
          <a:bodyPr anchorCtr="0" anchor="t" bIns="0" lIns="91425" spcFirstLastPara="1" rIns="0" wrap="square" tIns="0">
            <a:spAutoFit/>
          </a:bodyPr>
          <a:lstStyle/>
          <a:p>
            <a:pPr indent="0" lvl="0" marL="0" marR="0" rtl="0" algn="l">
              <a:lnSpc>
                <a:spcPct val="105000"/>
              </a:lnSpc>
              <a:spcBef>
                <a:spcPts val="0"/>
              </a:spcBef>
              <a:spcAft>
                <a:spcPts val="0"/>
              </a:spcAft>
              <a:buNone/>
            </a:pPr>
            <a:r>
              <a:rPr b="0" i="0" lang="en" sz="1100" u="none" cap="none" strike="noStrike">
                <a:solidFill>
                  <a:srgbClr val="5B50F6"/>
                </a:solidFill>
                <a:latin typeface="Plus Jakarta Sans Medium"/>
                <a:ea typeface="Plus Jakarta Sans Medium"/>
                <a:cs typeface="Plus Jakarta Sans Medium"/>
                <a:sym typeface="Plus Jakarta Sans Medium"/>
              </a:rPr>
              <a:t>A vehicle NPI prototype built and running in Cloudera AI Workbench, turning engineering data, ML risk and historical knowledge into auditable materials for human review.</a:t>
            </a:r>
            <a:endParaRPr/>
          </a:p>
        </p:txBody>
      </p:sp>
      <p:pic>
        <p:nvPicPr>
          <p:cNvPr descr="image.png" id="689" name="Google Shape;689;g409c8fc2ecc_0_48"/>
          <p:cNvPicPr preferRelativeResize="0"/>
          <p:nvPr/>
        </p:nvPicPr>
        <p:blipFill rotWithShape="1">
          <a:blip r:embed="rId2">
            <a:alphaModFix/>
          </a:blip>
          <a:srcRect b="0" l="0" r="0" t="0"/>
          <a:stretch/>
        </p:blipFill>
        <p:spPr>
          <a:xfrm>
            <a:off x="8302752" y="0"/>
            <a:ext cx="841248" cy="1781325"/>
          </a:xfrm>
          <a:prstGeom prst="rect">
            <a:avLst/>
          </a:prstGeom>
          <a:noFill/>
          <a:ln>
            <a:noFill/>
          </a:ln>
        </p:spPr>
      </p:pic>
      <p:sp>
        <p:nvSpPr>
          <p:cNvPr id="690" name="Google Shape;690;g409c8fc2ecc_0_48"/>
          <p:cNvSpPr/>
          <p:nvPr/>
        </p:nvSpPr>
        <p:spPr>
          <a:xfrm>
            <a:off x="530350" y="1271098"/>
            <a:ext cx="8064900" cy="411600"/>
          </a:xfrm>
          <a:prstGeom prst="roundRect">
            <a:avLst>
              <a:gd fmla="val 16667" name="adj"/>
            </a:avLst>
          </a:prstGeom>
          <a:solidFill>
            <a:srgbClr val="171242"/>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1" name="Google Shape;691;g409c8fc2ecc_0_48"/>
          <p:cNvSpPr txBox="1"/>
          <p:nvPr/>
        </p:nvSpPr>
        <p:spPr>
          <a:xfrm>
            <a:off x="927182" y="1364296"/>
            <a:ext cx="749700" cy="2154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i="0" lang="en" u="none" cap="none" strike="noStrike">
                <a:solidFill>
                  <a:srgbClr val="BEB8FF"/>
                </a:solidFill>
                <a:latin typeface="Plus Jakarta Sans"/>
                <a:ea typeface="Plus Jakarta Sans"/>
                <a:cs typeface="Plus Jakarta Sans"/>
                <a:sym typeface="Plus Jakarta Sans"/>
              </a:rPr>
              <a:t>BUSINESS QUESTION</a:t>
            </a:r>
            <a:endParaRPr>
              <a:latin typeface="Plus Jakarta Sans"/>
              <a:ea typeface="Plus Jakarta Sans"/>
              <a:cs typeface="Plus Jakarta Sans"/>
              <a:sym typeface="Plus Jakarta Sans"/>
            </a:endParaRPr>
          </a:p>
        </p:txBody>
      </p:sp>
      <p:sp>
        <p:nvSpPr>
          <p:cNvPr id="692" name="Google Shape;692;g409c8fc2ecc_0_48"/>
          <p:cNvSpPr txBox="1"/>
          <p:nvPr/>
        </p:nvSpPr>
        <p:spPr>
          <a:xfrm>
            <a:off x="2089428" y="1369671"/>
            <a:ext cx="4663500" cy="1848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i="0" lang="en" sz="1200" u="none" cap="none" strike="noStrike">
                <a:solidFill>
                  <a:srgbClr val="FFFFFF"/>
                </a:solidFill>
                <a:latin typeface="Plus Jakarta Sans"/>
                <a:ea typeface="Plus Jakarta Sans"/>
                <a:cs typeface="Plus Jakarta Sans"/>
                <a:sym typeface="Plus Jakarta Sans"/>
              </a:rPr>
              <a:t>Can PACK-ATLAS-01 be released?</a:t>
            </a:r>
            <a:endParaRPr sz="1200">
              <a:latin typeface="Plus Jakarta Sans"/>
              <a:ea typeface="Plus Jakarta Sans"/>
              <a:cs typeface="Plus Jakarta Sans"/>
              <a:sym typeface="Plus Jakarta Sans"/>
            </a:endParaRPr>
          </a:p>
        </p:txBody>
      </p:sp>
      <p:sp>
        <p:nvSpPr>
          <p:cNvPr id="693" name="Google Shape;693;g409c8fc2ecc_0_48"/>
          <p:cNvSpPr/>
          <p:nvPr/>
        </p:nvSpPr>
        <p:spPr>
          <a:xfrm>
            <a:off x="530352" y="1865376"/>
            <a:ext cx="2487168" cy="2103120"/>
          </a:xfrm>
          <a:prstGeom prst="roundRect">
            <a:avLst>
              <a:gd fmla="val 16667" name="adj"/>
            </a:avLst>
          </a:prstGeom>
          <a:solidFill>
            <a:srgbClr val="FFFFFF"/>
          </a:solidFill>
          <a:ln cap="flat" cmpd="sng" w="10150">
            <a:solidFill>
              <a:schemeClr val="accent2"/>
            </a:solidFill>
            <a:prstDash val="solid"/>
            <a:round/>
            <a:headEnd len="sm" w="sm" type="none"/>
            <a:tailEnd len="sm" w="sm" type="none"/>
          </a:ln>
          <a:effectLst>
            <a:outerShdw blurRad="85725" rotWithShape="0" dir="54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4" name="Google Shape;694;g409c8fc2ecc_0_48"/>
          <p:cNvSpPr txBox="1"/>
          <p:nvPr/>
        </p:nvSpPr>
        <p:spPr>
          <a:xfrm>
            <a:off x="694944" y="2077367"/>
            <a:ext cx="749700" cy="115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 sz="750" u="none" cap="none" strike="noStrike">
                <a:solidFill>
                  <a:srgbClr val="5B50F6"/>
                </a:solidFill>
                <a:latin typeface="Plus Jakarta Sans Light"/>
                <a:ea typeface="Plus Jakarta Sans Light"/>
                <a:cs typeface="Plus Jakarta Sans Light"/>
                <a:sym typeface="Plus Jakarta Sans Light"/>
              </a:rPr>
              <a:t>01  INPUT</a:t>
            </a:r>
            <a:endParaRPr/>
          </a:p>
        </p:txBody>
      </p:sp>
      <p:sp>
        <p:nvSpPr>
          <p:cNvPr id="695" name="Google Shape;695;g409c8fc2ecc_0_48"/>
          <p:cNvSpPr txBox="1"/>
          <p:nvPr/>
        </p:nvSpPr>
        <p:spPr>
          <a:xfrm>
            <a:off x="694944" y="2423160"/>
            <a:ext cx="2121408" cy="3291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1250" u="none" cap="none" strike="noStrike">
                <a:solidFill>
                  <a:srgbClr val="171242"/>
                </a:solidFill>
                <a:latin typeface="Plus Jakarta Sans"/>
                <a:ea typeface="Plus Jakarta Sans"/>
                <a:cs typeface="Plus Jakarta Sans"/>
                <a:sym typeface="Plus Jakarta Sans"/>
              </a:rPr>
              <a:t>Program facts</a:t>
            </a:r>
            <a:endParaRPr/>
          </a:p>
        </p:txBody>
      </p:sp>
      <p:sp>
        <p:nvSpPr>
          <p:cNvPr id="696" name="Google Shape;696;g409c8fc2ecc_0_48"/>
          <p:cNvSpPr txBox="1"/>
          <p:nvPr/>
        </p:nvSpPr>
        <p:spPr>
          <a:xfrm>
            <a:off x="694944" y="2816352"/>
            <a:ext cx="2121408" cy="960120"/>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0" lang="en" sz="819" u="none" cap="none" strike="noStrike">
                <a:solidFill>
                  <a:srgbClr val="202136"/>
                </a:solidFill>
                <a:latin typeface="Plus Jakarta Sans Light"/>
                <a:ea typeface="Plus Jakarta Sans Light"/>
                <a:cs typeface="Plus Jakarta Sans Light"/>
                <a:sym typeface="Plus Jakarta Sans Light"/>
              </a:rPr>
              <a:t>• Design requirements &amp; parameters</a:t>
            </a:r>
            <a:endParaRPr/>
          </a:p>
          <a:p>
            <a:pPr indent="0" lvl="0" marL="0" marR="0" rtl="0" algn="l">
              <a:lnSpc>
                <a:spcPct val="118000"/>
              </a:lnSpc>
              <a:spcBef>
                <a:spcPts val="0"/>
              </a:spcBef>
              <a:spcAft>
                <a:spcPts val="0"/>
              </a:spcAft>
              <a:buNone/>
            </a:pPr>
            <a:r>
              <a:rPr b="0" i="0" lang="en" sz="819" u="none" cap="none" strike="noStrike">
                <a:solidFill>
                  <a:srgbClr val="202136"/>
                </a:solidFill>
                <a:latin typeface="Plus Jakarta Sans Light"/>
                <a:ea typeface="Plus Jakarta Sans Light"/>
                <a:cs typeface="Plus Jakarta Sans Light"/>
                <a:sym typeface="Plus Jakarta Sans Light"/>
              </a:rPr>
              <a:t>• BOM &amp; supplier data</a:t>
            </a:r>
            <a:endParaRPr/>
          </a:p>
          <a:p>
            <a:pPr indent="0" lvl="0" marL="0" marR="0" rtl="0" algn="l">
              <a:lnSpc>
                <a:spcPct val="118000"/>
              </a:lnSpc>
              <a:spcBef>
                <a:spcPts val="0"/>
              </a:spcBef>
              <a:spcAft>
                <a:spcPts val="0"/>
              </a:spcAft>
              <a:buNone/>
            </a:pPr>
            <a:r>
              <a:rPr b="0" i="0" lang="en" sz="819" u="none" cap="none" strike="noStrike">
                <a:solidFill>
                  <a:srgbClr val="202136"/>
                </a:solidFill>
                <a:latin typeface="Plus Jakarta Sans Light"/>
                <a:ea typeface="Plus Jakarta Sans Light"/>
                <a:cs typeface="Plus Jakarta Sans Light"/>
                <a:sym typeface="Plus Jakarta Sans Light"/>
              </a:rPr>
              <a:t>• Current &amp; historical DVP&amp;R results</a:t>
            </a:r>
            <a:endParaRPr/>
          </a:p>
          <a:p>
            <a:pPr indent="0" lvl="0" marL="0" marR="0" rtl="0" algn="l">
              <a:lnSpc>
                <a:spcPct val="118000"/>
              </a:lnSpc>
              <a:spcBef>
                <a:spcPts val="0"/>
              </a:spcBef>
              <a:spcAft>
                <a:spcPts val="0"/>
              </a:spcAft>
              <a:buNone/>
            </a:pPr>
            <a:r>
              <a:rPr b="0" i="0" lang="en" sz="819" u="none" cap="none" strike="noStrike">
                <a:solidFill>
                  <a:srgbClr val="202136"/>
                </a:solidFill>
                <a:latin typeface="Plus Jakarta Sans Light"/>
                <a:ea typeface="Plus Jakarta Sans Light"/>
                <a:cs typeface="Plus Jakarta Sans Light"/>
                <a:sym typeface="Plus Jakarta Sans Light"/>
              </a:rPr>
              <a:t>• Historical design images &amp; reports</a:t>
            </a:r>
            <a:endParaRPr/>
          </a:p>
        </p:txBody>
      </p:sp>
      <p:sp>
        <p:nvSpPr>
          <p:cNvPr id="697" name="Google Shape;697;g409c8fc2ecc_0_48"/>
          <p:cNvSpPr/>
          <p:nvPr/>
        </p:nvSpPr>
        <p:spPr>
          <a:xfrm>
            <a:off x="3246120" y="1865376"/>
            <a:ext cx="2487168" cy="2103120"/>
          </a:xfrm>
          <a:prstGeom prst="roundRect">
            <a:avLst>
              <a:gd fmla="val 16667" name="adj"/>
            </a:avLst>
          </a:prstGeom>
          <a:solidFill>
            <a:srgbClr val="FFFFFF"/>
          </a:solidFill>
          <a:ln cap="flat" cmpd="sng" w="10150">
            <a:solidFill>
              <a:schemeClr val="accent1"/>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98" name="Google Shape;698;g409c8fc2ecc_0_48"/>
          <p:cNvSpPr txBox="1"/>
          <p:nvPr/>
        </p:nvSpPr>
        <p:spPr>
          <a:xfrm>
            <a:off x="3410712" y="2072936"/>
            <a:ext cx="749700" cy="115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 sz="750" u="none" cap="none" strike="noStrike">
                <a:solidFill>
                  <a:srgbClr val="FF5A1F"/>
                </a:solidFill>
                <a:latin typeface="Plus Jakarta Sans Light"/>
                <a:ea typeface="Plus Jakarta Sans Light"/>
                <a:cs typeface="Plus Jakarta Sans Light"/>
                <a:sym typeface="Plus Jakarta Sans Light"/>
              </a:rPr>
              <a:t>02  ANALYSIS</a:t>
            </a:r>
            <a:endParaRPr/>
          </a:p>
        </p:txBody>
      </p:sp>
      <p:sp>
        <p:nvSpPr>
          <p:cNvPr id="699" name="Google Shape;699;g409c8fc2ecc_0_48"/>
          <p:cNvSpPr txBox="1"/>
          <p:nvPr/>
        </p:nvSpPr>
        <p:spPr>
          <a:xfrm>
            <a:off x="3410712" y="2423160"/>
            <a:ext cx="2121408" cy="3291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1250" u="none" cap="none" strike="noStrike">
                <a:solidFill>
                  <a:srgbClr val="171242"/>
                </a:solidFill>
                <a:latin typeface="Plus Jakarta Sans"/>
                <a:ea typeface="Plus Jakarta Sans"/>
                <a:cs typeface="Plus Jakarta Sans"/>
                <a:sym typeface="Plus Jakarta Sans"/>
              </a:rPr>
              <a:t>ML + Agentic AI</a:t>
            </a:r>
            <a:endParaRPr/>
          </a:p>
        </p:txBody>
      </p:sp>
      <p:sp>
        <p:nvSpPr>
          <p:cNvPr id="700" name="Google Shape;700;g409c8fc2ecc_0_48"/>
          <p:cNvSpPr txBox="1"/>
          <p:nvPr/>
        </p:nvSpPr>
        <p:spPr>
          <a:xfrm>
            <a:off x="3410712" y="2816352"/>
            <a:ext cx="2121408" cy="960120"/>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0" lang="en" sz="819" u="none" cap="none" strike="noStrike">
                <a:solidFill>
                  <a:srgbClr val="202136"/>
                </a:solidFill>
                <a:latin typeface="Plus Jakarta Sans Light"/>
                <a:ea typeface="Plus Jakarta Sans Light"/>
                <a:cs typeface="Plus Jakarta Sans Light"/>
                <a:sym typeface="Plus Jakarta Sans Light"/>
              </a:rPr>
              <a:t>• Deterministic test bench &amp; traceability</a:t>
            </a:r>
            <a:endParaRPr/>
          </a:p>
          <a:p>
            <a:pPr indent="0" lvl="0" marL="0" marR="0" rtl="0" algn="l">
              <a:lnSpc>
                <a:spcPct val="118000"/>
              </a:lnSpc>
              <a:spcBef>
                <a:spcPts val="0"/>
              </a:spcBef>
              <a:spcAft>
                <a:spcPts val="0"/>
              </a:spcAft>
              <a:buNone/>
            </a:pPr>
            <a:r>
              <a:rPr b="0" i="0" lang="en" sz="819" u="none" cap="none" strike="noStrike">
                <a:solidFill>
                  <a:srgbClr val="202136"/>
                </a:solidFill>
                <a:latin typeface="Plus Jakarta Sans Light"/>
                <a:ea typeface="Plus Jakarta Sans Light"/>
                <a:cs typeface="Plus Jakarta Sans Light"/>
                <a:sym typeface="Plus Jakarta Sans Light"/>
              </a:rPr>
              <a:t>• GBM design-risk scoring</a:t>
            </a:r>
            <a:endParaRPr/>
          </a:p>
          <a:p>
            <a:pPr indent="0" lvl="0" marL="0" marR="0" rtl="0" algn="l">
              <a:lnSpc>
                <a:spcPct val="118000"/>
              </a:lnSpc>
              <a:spcBef>
                <a:spcPts val="0"/>
              </a:spcBef>
              <a:spcAft>
                <a:spcPts val="0"/>
              </a:spcAft>
              <a:buNone/>
            </a:pPr>
            <a:r>
              <a:rPr b="0" i="0" lang="en" sz="819" u="none" cap="none" strike="noStrike">
                <a:solidFill>
                  <a:srgbClr val="202136"/>
                </a:solidFill>
                <a:latin typeface="Plus Jakarta Sans Light"/>
                <a:ea typeface="Plus Jakarta Sans Light"/>
                <a:cs typeface="Plus Jakarta Sans Light"/>
                <a:sym typeface="Plus Jakarta Sans Light"/>
              </a:rPr>
              <a:t>• 5 specialist agents gather evidence in parallel</a:t>
            </a:r>
            <a:endParaRPr/>
          </a:p>
          <a:p>
            <a:pPr indent="0" lvl="0" marL="0" marR="0" rtl="0" algn="l">
              <a:lnSpc>
                <a:spcPct val="118000"/>
              </a:lnSpc>
              <a:spcBef>
                <a:spcPts val="0"/>
              </a:spcBef>
              <a:spcAft>
                <a:spcPts val="0"/>
              </a:spcAft>
              <a:buNone/>
            </a:pPr>
            <a:r>
              <a:rPr b="0" i="0" lang="en" sz="819" u="none" cap="none" strike="noStrike">
                <a:solidFill>
                  <a:srgbClr val="202136"/>
                </a:solidFill>
                <a:latin typeface="Plus Jakarta Sans Light"/>
                <a:ea typeface="Plus Jakarta Sans Light"/>
                <a:cs typeface="Plus Jakarta Sans Light"/>
                <a:sym typeface="Plus Jakarta Sans Light"/>
              </a:rPr>
              <a:t>• Lance multimodal knowledge retrieval</a:t>
            </a:r>
            <a:endParaRPr/>
          </a:p>
        </p:txBody>
      </p:sp>
      <p:sp>
        <p:nvSpPr>
          <p:cNvPr id="701" name="Google Shape;701;g409c8fc2ecc_0_48"/>
          <p:cNvSpPr/>
          <p:nvPr/>
        </p:nvSpPr>
        <p:spPr>
          <a:xfrm>
            <a:off x="5961888" y="1865376"/>
            <a:ext cx="2487168" cy="2103120"/>
          </a:xfrm>
          <a:prstGeom prst="roundRect">
            <a:avLst>
              <a:gd fmla="val 16667" name="adj"/>
            </a:avLst>
          </a:prstGeom>
          <a:solidFill>
            <a:srgbClr val="FFFFFF"/>
          </a:solidFill>
          <a:ln cap="flat" cmpd="sng" w="10150">
            <a:solidFill>
              <a:srgbClr val="1E8449"/>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2" name="Google Shape;702;g409c8fc2ecc_0_48"/>
          <p:cNvSpPr txBox="1"/>
          <p:nvPr/>
        </p:nvSpPr>
        <p:spPr>
          <a:xfrm>
            <a:off x="6126479" y="2072936"/>
            <a:ext cx="749700" cy="115500"/>
          </a:xfrm>
          <a:prstGeom prst="rect">
            <a:avLst/>
          </a:prstGeom>
          <a:noFill/>
          <a:ln>
            <a:noFill/>
          </a:ln>
        </p:spPr>
        <p:txBody>
          <a:bodyPr anchorCtr="0" anchor="ctr" bIns="0" lIns="0" spcFirstLastPara="1" rIns="0" wrap="square" tIns="0">
            <a:spAutoFit/>
          </a:bodyPr>
          <a:lstStyle/>
          <a:p>
            <a:pPr indent="0" lvl="0" marL="0" marR="0" rtl="0" algn="l">
              <a:lnSpc>
                <a:spcPct val="105000"/>
              </a:lnSpc>
              <a:spcBef>
                <a:spcPts val="0"/>
              </a:spcBef>
              <a:spcAft>
                <a:spcPts val="0"/>
              </a:spcAft>
              <a:buNone/>
            </a:pPr>
            <a:r>
              <a:rPr b="0" i="0" lang="en" sz="750" u="none" cap="none" strike="noStrike">
                <a:solidFill>
                  <a:srgbClr val="38761D"/>
                </a:solidFill>
                <a:latin typeface="Plus Jakarta Sans Light"/>
                <a:ea typeface="Plus Jakarta Sans Light"/>
                <a:cs typeface="Plus Jakarta Sans Light"/>
                <a:sym typeface="Plus Jakarta Sans Light"/>
              </a:rPr>
              <a:t>03  OUTPUT</a:t>
            </a:r>
            <a:endParaRPr>
              <a:solidFill>
                <a:srgbClr val="38761D"/>
              </a:solidFill>
            </a:endParaRPr>
          </a:p>
        </p:txBody>
      </p:sp>
      <p:sp>
        <p:nvSpPr>
          <p:cNvPr id="703" name="Google Shape;703;g409c8fc2ecc_0_48"/>
          <p:cNvSpPr txBox="1"/>
          <p:nvPr/>
        </p:nvSpPr>
        <p:spPr>
          <a:xfrm>
            <a:off x="6126479" y="2423160"/>
            <a:ext cx="2121408" cy="329184"/>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1250" u="none" cap="none" strike="noStrike">
                <a:solidFill>
                  <a:srgbClr val="171242"/>
                </a:solidFill>
                <a:latin typeface="Plus Jakarta Sans"/>
                <a:ea typeface="Plus Jakarta Sans"/>
                <a:cs typeface="Plus Jakarta Sans"/>
                <a:sym typeface="Plus Jakarta Sans"/>
              </a:rPr>
              <a:t>Auditable review package</a:t>
            </a:r>
            <a:endParaRPr/>
          </a:p>
        </p:txBody>
      </p:sp>
      <p:sp>
        <p:nvSpPr>
          <p:cNvPr id="704" name="Google Shape;704;g409c8fc2ecc_0_48"/>
          <p:cNvSpPr txBox="1"/>
          <p:nvPr/>
        </p:nvSpPr>
        <p:spPr>
          <a:xfrm>
            <a:off x="6126479" y="2816352"/>
            <a:ext cx="2121408" cy="960120"/>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pPr>
            <a:r>
              <a:rPr b="0" i="0" lang="en" sz="819" u="none" cap="none" strike="noStrike">
                <a:solidFill>
                  <a:srgbClr val="202136"/>
                </a:solidFill>
                <a:latin typeface="Plus Jakarta Sans Light"/>
                <a:ea typeface="Plus Jakarta Sans Light"/>
                <a:cs typeface="Plus Jakarta Sans Light"/>
                <a:sym typeface="Plus Jakarta Sans Light"/>
              </a:rPr>
              <a:t>• PASS / CONDITIONAL / FAIL</a:t>
            </a:r>
            <a:endParaRPr/>
          </a:p>
          <a:p>
            <a:pPr indent="0" lvl="0" marL="0" marR="0" rtl="0" algn="l">
              <a:lnSpc>
                <a:spcPct val="118000"/>
              </a:lnSpc>
              <a:spcBef>
                <a:spcPts val="0"/>
              </a:spcBef>
              <a:spcAft>
                <a:spcPts val="0"/>
              </a:spcAft>
              <a:buNone/>
            </a:pPr>
            <a:r>
              <a:rPr b="0" i="0" lang="en" sz="819" u="none" cap="none" strike="noStrike">
                <a:solidFill>
                  <a:srgbClr val="202136"/>
                </a:solidFill>
                <a:latin typeface="Plus Jakarta Sans Light"/>
                <a:ea typeface="Plus Jakarta Sans Light"/>
                <a:cs typeface="Plus Jakarta Sans Light"/>
                <a:sym typeface="Plus Jakarta Sans Light"/>
              </a:rPr>
              <a:t>• Risks, gaps &amp; standards coverage</a:t>
            </a:r>
            <a:endParaRPr/>
          </a:p>
          <a:p>
            <a:pPr indent="0" lvl="0" marL="0" marR="0" rtl="0" algn="l">
              <a:lnSpc>
                <a:spcPct val="118000"/>
              </a:lnSpc>
              <a:spcBef>
                <a:spcPts val="0"/>
              </a:spcBef>
              <a:spcAft>
                <a:spcPts val="0"/>
              </a:spcAft>
              <a:buNone/>
            </a:pPr>
            <a:r>
              <a:rPr b="0" i="0" lang="en" sz="819" u="none" cap="none" strike="noStrike">
                <a:solidFill>
                  <a:srgbClr val="202136"/>
                </a:solidFill>
                <a:latin typeface="Plus Jakarta Sans Light"/>
                <a:ea typeface="Plus Jakarta Sans Light"/>
                <a:cs typeface="Plus Jakarta Sans Light"/>
                <a:sym typeface="Plus Jakarta Sans Light"/>
              </a:rPr>
              <a:t>• Cited evidence &amp; narrative summary</a:t>
            </a:r>
            <a:endParaRPr/>
          </a:p>
          <a:p>
            <a:pPr indent="0" lvl="0" marL="0" marR="0" rtl="0" algn="l">
              <a:lnSpc>
                <a:spcPct val="118000"/>
              </a:lnSpc>
              <a:spcBef>
                <a:spcPts val="0"/>
              </a:spcBef>
              <a:spcAft>
                <a:spcPts val="0"/>
              </a:spcAft>
              <a:buNone/>
            </a:pPr>
            <a:r>
              <a:rPr b="0" i="0" lang="en" sz="819" u="none" cap="none" strike="noStrike">
                <a:solidFill>
                  <a:srgbClr val="202136"/>
                </a:solidFill>
                <a:latin typeface="Plus Jakarta Sans Light"/>
                <a:ea typeface="Plus Jakarta Sans Light"/>
                <a:cs typeface="Plus Jakarta Sans Light"/>
                <a:sym typeface="Plus Jakarta Sans Light"/>
              </a:rPr>
              <a:t>• Human approve / condition / reject</a:t>
            </a:r>
            <a:endParaRPr/>
          </a:p>
        </p:txBody>
      </p:sp>
      <p:cxnSp>
        <p:nvCxnSpPr>
          <p:cNvPr id="705" name="Google Shape;705;g409c8fc2ecc_0_48"/>
          <p:cNvCxnSpPr/>
          <p:nvPr/>
        </p:nvCxnSpPr>
        <p:spPr>
          <a:xfrm>
            <a:off x="3017520" y="2907792"/>
            <a:ext cx="182880" cy="0"/>
          </a:xfrm>
          <a:prstGeom prst="straightConnector1">
            <a:avLst/>
          </a:prstGeom>
          <a:noFill/>
          <a:ln cap="flat" cmpd="sng" w="27925">
            <a:solidFill>
              <a:schemeClr val="accent3"/>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706" name="Google Shape;706;g409c8fc2ecc_0_48"/>
          <p:cNvCxnSpPr/>
          <p:nvPr/>
        </p:nvCxnSpPr>
        <p:spPr>
          <a:xfrm>
            <a:off x="5733288" y="2907792"/>
            <a:ext cx="183000" cy="0"/>
          </a:xfrm>
          <a:prstGeom prst="straightConnector1">
            <a:avLst/>
          </a:prstGeom>
          <a:noFill/>
          <a:ln cap="flat" cmpd="sng" w="27925">
            <a:solidFill>
              <a:schemeClr val="accent3"/>
            </a:solidFill>
            <a:prstDash val="solid"/>
            <a:round/>
            <a:headEnd len="sm" w="sm" type="none"/>
            <a:tailEnd len="med" w="med" type="triangle"/>
          </a:ln>
          <a:effectLst>
            <a:outerShdw blurRad="40000" rotWithShape="0" dir="5400000" dist="20000">
              <a:srgbClr val="000000">
                <a:alpha val="38040"/>
              </a:srgbClr>
            </a:outerShdw>
          </a:effectLst>
        </p:spPr>
      </p:cxnSp>
      <p:sp>
        <p:nvSpPr>
          <p:cNvPr id="707" name="Google Shape;707;g409c8fc2ecc_0_48"/>
          <p:cNvSpPr/>
          <p:nvPr/>
        </p:nvSpPr>
        <p:spPr>
          <a:xfrm>
            <a:off x="3680470" y="4233678"/>
            <a:ext cx="1618500" cy="255900"/>
          </a:xfrm>
          <a:prstGeom prst="roundRect">
            <a:avLst>
              <a:gd fmla="val 16667" name="adj"/>
            </a:avLst>
          </a:prstGeom>
          <a:solidFill>
            <a:schemeClr val="lt1"/>
          </a:solidFill>
          <a:ln cap="flat" cmpd="sng" w="9525">
            <a:solidFill>
              <a:schemeClr val="accent1"/>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08" name="Google Shape;708;g409c8fc2ecc_0_48"/>
          <p:cNvSpPr txBox="1"/>
          <p:nvPr/>
        </p:nvSpPr>
        <p:spPr>
          <a:xfrm>
            <a:off x="3680475" y="4303934"/>
            <a:ext cx="1618500" cy="115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 sz="750" u="none" cap="none" strike="noStrike">
                <a:solidFill>
                  <a:srgbClr val="FF5A1F"/>
                </a:solidFill>
                <a:latin typeface="Plus Jakarta Sans Light"/>
                <a:ea typeface="Plus Jakarta Sans Light"/>
                <a:cs typeface="Plus Jakarta Sans Light"/>
                <a:sym typeface="Plus Jakarta Sans Light"/>
              </a:rPr>
              <a:t>Code decides. The LLM narrates.</a:t>
            </a:r>
            <a:endParaRPr/>
          </a:p>
        </p:txBody>
      </p:sp>
      <p:sp>
        <p:nvSpPr>
          <p:cNvPr id="709" name="Google Shape;709;g409c8fc2ecc_0_48"/>
          <p:cNvSpPr/>
          <p:nvPr/>
        </p:nvSpPr>
        <p:spPr>
          <a:xfrm>
            <a:off x="0" y="5065776"/>
            <a:ext cx="9144000" cy="73152"/>
          </a:xfrm>
          <a:prstGeom prst="rect">
            <a:avLst/>
          </a:prstGeom>
          <a:solidFill>
            <a:srgbClr val="FF5A1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710" name="Google Shape;710;g409c8fc2ecc_0_48"/>
          <p:cNvPicPr preferRelativeResize="0"/>
          <p:nvPr/>
        </p:nvPicPr>
        <p:blipFill rotWithShape="1">
          <a:blip r:embed="rId3">
            <a:alphaModFix/>
          </a:blip>
          <a:srcRect b="0" l="0" r="0" t="0"/>
          <a:stretch/>
        </p:blipFill>
        <p:spPr>
          <a:xfrm>
            <a:off x="7562088" y="4754880"/>
            <a:ext cx="1115568" cy="140029"/>
          </a:xfrm>
          <a:prstGeom prst="rect">
            <a:avLst/>
          </a:prstGeom>
          <a:noFill/>
          <a:ln>
            <a:noFill/>
          </a:ln>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16" name="Google Shape;716;g409c8fc2ecc_0_78"/>
          <p:cNvSpPr txBox="1"/>
          <p:nvPr/>
        </p:nvSpPr>
        <p:spPr>
          <a:xfrm>
            <a:off x="530352" y="283464"/>
            <a:ext cx="7607700" cy="354000"/>
          </a:xfrm>
          <a:prstGeom prst="rect">
            <a:avLst/>
          </a:prstGeom>
          <a:noFill/>
          <a:ln>
            <a:noFill/>
          </a:ln>
        </p:spPr>
        <p:txBody>
          <a:bodyPr anchorCtr="0" anchor="t" bIns="0" lIns="91425" spcFirstLastPara="1" rIns="0" wrap="square" tIns="0">
            <a:spAutoFit/>
          </a:bodyPr>
          <a:lstStyle/>
          <a:p>
            <a:pPr indent="0" lvl="0" marL="0" marR="0" rtl="0" algn="l">
              <a:lnSpc>
                <a:spcPct val="105000"/>
              </a:lnSpc>
              <a:spcBef>
                <a:spcPts val="0"/>
              </a:spcBef>
              <a:spcAft>
                <a:spcPts val="0"/>
              </a:spcAft>
              <a:buNone/>
            </a:pPr>
            <a:r>
              <a:rPr b="0" i="0" lang="en" sz="2300" u="none" cap="none" strike="noStrike">
                <a:solidFill>
                  <a:srgbClr val="171242"/>
                </a:solidFill>
                <a:latin typeface="Plus Jakarta Sans"/>
                <a:ea typeface="Plus Jakarta Sans"/>
                <a:cs typeface="Plus Jakarta Sans"/>
                <a:sym typeface="Plus Jakarta Sans"/>
              </a:rPr>
              <a:t>End-to-End Architecture | Two Paths, One Decision</a:t>
            </a:r>
            <a:endParaRPr/>
          </a:p>
        </p:txBody>
      </p:sp>
      <p:sp>
        <p:nvSpPr>
          <p:cNvPr id="717" name="Google Shape;717;g409c8fc2ecc_0_78"/>
          <p:cNvSpPr txBox="1"/>
          <p:nvPr/>
        </p:nvSpPr>
        <p:spPr>
          <a:xfrm>
            <a:off x="530352" y="731520"/>
            <a:ext cx="7607700" cy="169200"/>
          </a:xfrm>
          <a:prstGeom prst="rect">
            <a:avLst/>
          </a:prstGeom>
          <a:noFill/>
          <a:ln>
            <a:noFill/>
          </a:ln>
        </p:spPr>
        <p:txBody>
          <a:bodyPr anchorCtr="0" anchor="t" bIns="0" lIns="91425" spcFirstLastPara="1" rIns="0" wrap="square" tIns="0">
            <a:spAutoFit/>
          </a:bodyPr>
          <a:lstStyle/>
          <a:p>
            <a:pPr indent="0" lvl="0" marL="0" marR="0" rtl="0" algn="l">
              <a:lnSpc>
                <a:spcPct val="105000"/>
              </a:lnSpc>
              <a:spcBef>
                <a:spcPts val="0"/>
              </a:spcBef>
              <a:spcAft>
                <a:spcPts val="0"/>
              </a:spcAft>
              <a:buNone/>
            </a:pPr>
            <a:r>
              <a:rPr b="0" i="0" lang="en" sz="1100" u="none" cap="none" strike="noStrike">
                <a:solidFill>
                  <a:srgbClr val="5B50F6"/>
                </a:solidFill>
                <a:latin typeface="Plus Jakarta Sans Medium"/>
                <a:ea typeface="Plus Jakarta Sans Medium"/>
                <a:cs typeface="Plus Jakarta Sans Medium"/>
                <a:sym typeface="Plus Jakarta Sans Medium"/>
              </a:rPr>
              <a:t>Engineering apps and agents call the same governed data and APIs; every score, test verdict and recommendation is reproducible.</a:t>
            </a:r>
            <a:endParaRPr/>
          </a:p>
        </p:txBody>
      </p:sp>
      <p:pic>
        <p:nvPicPr>
          <p:cNvPr descr="image.png" id="718" name="Google Shape;718;g409c8fc2ecc_0_78"/>
          <p:cNvPicPr preferRelativeResize="0"/>
          <p:nvPr/>
        </p:nvPicPr>
        <p:blipFill rotWithShape="1">
          <a:blip r:embed="rId2">
            <a:alphaModFix/>
          </a:blip>
          <a:srcRect b="0" l="0" r="0" t="0"/>
          <a:stretch/>
        </p:blipFill>
        <p:spPr>
          <a:xfrm>
            <a:off x="8302752" y="0"/>
            <a:ext cx="841248" cy="1781325"/>
          </a:xfrm>
          <a:prstGeom prst="rect">
            <a:avLst/>
          </a:prstGeom>
          <a:noFill/>
          <a:ln>
            <a:noFill/>
          </a:ln>
        </p:spPr>
      </p:pic>
      <p:sp>
        <p:nvSpPr>
          <p:cNvPr id="719" name="Google Shape;719;g409c8fc2ecc_0_78"/>
          <p:cNvSpPr txBox="1"/>
          <p:nvPr/>
        </p:nvSpPr>
        <p:spPr>
          <a:xfrm>
            <a:off x="411480" y="1130897"/>
            <a:ext cx="1481400" cy="115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 sz="750" u="none" cap="none" strike="noStrike">
                <a:solidFill>
                  <a:schemeClr val="accent3"/>
                </a:solidFill>
                <a:latin typeface="Plus Jakarta Sans Light"/>
                <a:ea typeface="Plus Jakarta Sans Light"/>
                <a:cs typeface="Plus Jakarta Sans Light"/>
                <a:sym typeface="Plus Jakarta Sans Light"/>
              </a:rPr>
              <a:t>ENGINEERING DATA</a:t>
            </a:r>
            <a:endParaRPr>
              <a:solidFill>
                <a:schemeClr val="accent3"/>
              </a:solidFill>
            </a:endParaRPr>
          </a:p>
        </p:txBody>
      </p:sp>
      <p:sp>
        <p:nvSpPr>
          <p:cNvPr id="720" name="Google Shape;720;g409c8fc2ecc_0_78"/>
          <p:cNvSpPr txBox="1"/>
          <p:nvPr/>
        </p:nvSpPr>
        <p:spPr>
          <a:xfrm>
            <a:off x="2240280" y="1130897"/>
            <a:ext cx="1993500" cy="115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 sz="750" u="none" cap="none" strike="noStrike">
                <a:solidFill>
                  <a:schemeClr val="accent3"/>
                </a:solidFill>
                <a:latin typeface="Plus Jakarta Sans Light"/>
                <a:ea typeface="Plus Jakarta Sans Light"/>
                <a:cs typeface="Plus Jakarta Sans Light"/>
                <a:sym typeface="Plus Jakarta Sans Light"/>
              </a:rPr>
              <a:t>DETERMINISTIC ANALYTICS + ML</a:t>
            </a:r>
            <a:endParaRPr>
              <a:solidFill>
                <a:schemeClr val="accent3"/>
              </a:solidFill>
            </a:endParaRPr>
          </a:p>
        </p:txBody>
      </p:sp>
      <p:sp>
        <p:nvSpPr>
          <p:cNvPr id="721" name="Google Shape;721;g409c8fc2ecc_0_78"/>
          <p:cNvSpPr txBox="1"/>
          <p:nvPr/>
        </p:nvSpPr>
        <p:spPr>
          <a:xfrm>
            <a:off x="4645152" y="1130897"/>
            <a:ext cx="1847100" cy="115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 sz="750" u="none" cap="none" strike="noStrike">
                <a:solidFill>
                  <a:schemeClr val="accent3"/>
                </a:solidFill>
                <a:latin typeface="Plus Jakarta Sans Light"/>
                <a:ea typeface="Plus Jakarta Sans Light"/>
                <a:cs typeface="Plus Jakarta Sans Light"/>
                <a:sym typeface="Plus Jakarta Sans Light"/>
              </a:rPr>
              <a:t>AGENTIC AI ORCHESTRATION</a:t>
            </a:r>
            <a:endParaRPr>
              <a:solidFill>
                <a:schemeClr val="accent3"/>
              </a:solidFill>
            </a:endParaRPr>
          </a:p>
        </p:txBody>
      </p:sp>
      <p:sp>
        <p:nvSpPr>
          <p:cNvPr id="722" name="Google Shape;722;g409c8fc2ecc_0_78"/>
          <p:cNvSpPr txBox="1"/>
          <p:nvPr/>
        </p:nvSpPr>
        <p:spPr>
          <a:xfrm>
            <a:off x="6903720" y="1140075"/>
            <a:ext cx="1810500" cy="115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 sz="750" u="none" cap="none" strike="noStrike">
                <a:solidFill>
                  <a:schemeClr val="accent3"/>
                </a:solidFill>
                <a:latin typeface="Plus Jakarta Sans Light"/>
                <a:ea typeface="Plus Jakarta Sans Light"/>
                <a:cs typeface="Plus Jakarta Sans Light"/>
                <a:sym typeface="Plus Jakarta Sans Light"/>
              </a:rPr>
              <a:t>REVIEW OUTPUT</a:t>
            </a:r>
            <a:endParaRPr>
              <a:solidFill>
                <a:schemeClr val="accent3"/>
              </a:solidFill>
            </a:endParaRPr>
          </a:p>
        </p:txBody>
      </p:sp>
      <p:sp>
        <p:nvSpPr>
          <p:cNvPr id="723" name="Google Shape;723;g409c8fc2ecc_0_78"/>
          <p:cNvSpPr/>
          <p:nvPr/>
        </p:nvSpPr>
        <p:spPr>
          <a:xfrm>
            <a:off x="411480" y="1536192"/>
            <a:ext cx="1481328" cy="2560320"/>
          </a:xfrm>
          <a:prstGeom prst="roundRect">
            <a:avLst>
              <a:gd fmla="val 16667" name="adj"/>
            </a:avLst>
          </a:prstGeom>
          <a:solidFill>
            <a:srgbClr val="F6F7FB"/>
          </a:solidFill>
          <a:ln cap="flat" cmpd="sng" w="10150">
            <a:solidFill>
              <a:srgbClr val="D8DCE8"/>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4" name="Google Shape;724;g409c8fc2ecc_0_78"/>
          <p:cNvSpPr txBox="1"/>
          <p:nvPr/>
        </p:nvSpPr>
        <p:spPr>
          <a:xfrm>
            <a:off x="576072" y="1719072"/>
            <a:ext cx="1152000" cy="2559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1000" u="none" cap="none" strike="noStrike">
                <a:solidFill>
                  <a:srgbClr val="171242"/>
                </a:solidFill>
                <a:latin typeface="Plus Jakarta Sans"/>
                <a:ea typeface="Plus Jakarta Sans"/>
                <a:cs typeface="Plus Jakarta Sans"/>
                <a:sym typeface="Plus Jakarta Sans"/>
              </a:rPr>
              <a:t>PACK-ATLAS-01</a:t>
            </a:r>
            <a:endParaRPr/>
          </a:p>
        </p:txBody>
      </p:sp>
      <p:sp>
        <p:nvSpPr>
          <p:cNvPr id="725" name="Google Shape;725;g409c8fc2ecc_0_78"/>
          <p:cNvSpPr txBox="1"/>
          <p:nvPr/>
        </p:nvSpPr>
        <p:spPr>
          <a:xfrm>
            <a:off x="603504" y="2157984"/>
            <a:ext cx="1097400" cy="1298400"/>
          </a:xfrm>
          <a:prstGeom prst="rect">
            <a:avLst/>
          </a:prstGeom>
          <a:noFill/>
          <a:ln>
            <a:noFill/>
          </a:ln>
        </p:spPr>
        <p:txBody>
          <a:bodyPr anchorCtr="0" anchor="t" bIns="0" lIns="0" spcFirstLastPara="1" rIns="0" wrap="square" tIns="0">
            <a:spAutoFit/>
          </a:bodyPr>
          <a:lstStyle/>
          <a:p>
            <a:pPr indent="0" lvl="0" marL="0" marR="0" rtl="0" algn="ctr">
              <a:lnSpc>
                <a:spcPct val="125000"/>
              </a:lnSpc>
              <a:spcBef>
                <a:spcPts val="0"/>
              </a:spcBef>
              <a:spcAft>
                <a:spcPts val="0"/>
              </a:spcAft>
              <a:buNone/>
            </a:pPr>
            <a:r>
              <a:rPr b="0" i="0" lang="en" sz="860" u="none" cap="none" strike="noStrike">
                <a:solidFill>
                  <a:srgbClr val="202136"/>
                </a:solidFill>
                <a:latin typeface="Plus Jakarta Sans"/>
                <a:ea typeface="Plus Jakarta Sans"/>
                <a:cs typeface="Plus Jakarta Sans"/>
                <a:sym typeface="Plus Jakarta Sans"/>
              </a:rPr>
              <a:t>Requirements</a:t>
            </a:r>
            <a:endParaRPr/>
          </a:p>
          <a:p>
            <a:pPr indent="0" lvl="0" marL="0" marR="0" rtl="0" algn="ctr">
              <a:lnSpc>
                <a:spcPct val="125000"/>
              </a:lnSpc>
              <a:spcBef>
                <a:spcPts val="0"/>
              </a:spcBef>
              <a:spcAft>
                <a:spcPts val="0"/>
              </a:spcAft>
              <a:buNone/>
            </a:pPr>
            <a:r>
              <a:rPr b="0" i="0" lang="en" sz="860" u="none" cap="none" strike="noStrike">
                <a:solidFill>
                  <a:srgbClr val="202136"/>
                </a:solidFill>
                <a:latin typeface="Plus Jakarta Sans"/>
                <a:ea typeface="Plus Jakarta Sans"/>
                <a:cs typeface="Plus Jakarta Sans"/>
                <a:sym typeface="Plus Jakarta Sans"/>
              </a:rPr>
              <a:t>Design parameters</a:t>
            </a:r>
            <a:endParaRPr/>
          </a:p>
          <a:p>
            <a:pPr indent="0" lvl="0" marL="0" marR="0" rtl="0" algn="ctr">
              <a:lnSpc>
                <a:spcPct val="125000"/>
              </a:lnSpc>
              <a:spcBef>
                <a:spcPts val="0"/>
              </a:spcBef>
              <a:spcAft>
                <a:spcPts val="0"/>
              </a:spcAft>
              <a:buNone/>
            </a:pPr>
            <a:r>
              <a:rPr b="0" i="0" lang="en" sz="860" u="none" cap="none" strike="noStrike">
                <a:solidFill>
                  <a:srgbClr val="202136"/>
                </a:solidFill>
                <a:latin typeface="Plus Jakarta Sans"/>
                <a:ea typeface="Plus Jakarta Sans"/>
                <a:cs typeface="Plus Jakarta Sans"/>
                <a:sym typeface="Plus Jakarta Sans"/>
              </a:rPr>
              <a:t>BOM / suppliers</a:t>
            </a:r>
            <a:endParaRPr/>
          </a:p>
          <a:p>
            <a:pPr indent="0" lvl="0" marL="0" marR="0" rtl="0" algn="ctr">
              <a:lnSpc>
                <a:spcPct val="125000"/>
              </a:lnSpc>
              <a:spcBef>
                <a:spcPts val="0"/>
              </a:spcBef>
              <a:spcAft>
                <a:spcPts val="0"/>
              </a:spcAft>
              <a:buNone/>
            </a:pPr>
            <a:r>
              <a:rPr b="0" i="0" lang="en" sz="860" u="none" cap="none" strike="noStrike">
                <a:solidFill>
                  <a:srgbClr val="202136"/>
                </a:solidFill>
                <a:latin typeface="Plus Jakarta Sans"/>
                <a:ea typeface="Plus Jakarta Sans"/>
                <a:cs typeface="Plus Jakarta Sans"/>
                <a:sym typeface="Plus Jakarta Sans"/>
              </a:rPr>
              <a:t>Test plans &amp; results</a:t>
            </a:r>
            <a:endParaRPr/>
          </a:p>
        </p:txBody>
      </p:sp>
      <p:sp>
        <p:nvSpPr>
          <p:cNvPr id="726" name="Google Shape;726;g409c8fc2ecc_0_78"/>
          <p:cNvSpPr txBox="1"/>
          <p:nvPr/>
        </p:nvSpPr>
        <p:spPr>
          <a:xfrm>
            <a:off x="585216" y="3703320"/>
            <a:ext cx="1134000" cy="1155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 sz="750" u="none" cap="none" strike="noStrike">
                <a:solidFill>
                  <a:srgbClr val="667085"/>
                </a:solidFill>
                <a:latin typeface="Plus Jakarta Sans Light"/>
                <a:ea typeface="Plus Jakarta Sans Light"/>
                <a:cs typeface="Plus Jakarta Sans Light"/>
                <a:sym typeface="Plus Jakarta Sans Light"/>
              </a:rPr>
              <a:t>Iceberg / SDX</a:t>
            </a:r>
            <a:endParaRPr/>
          </a:p>
        </p:txBody>
      </p:sp>
      <p:sp>
        <p:nvSpPr>
          <p:cNvPr id="727" name="Google Shape;727;g409c8fc2ecc_0_78"/>
          <p:cNvSpPr/>
          <p:nvPr/>
        </p:nvSpPr>
        <p:spPr>
          <a:xfrm>
            <a:off x="2240280" y="1536192"/>
            <a:ext cx="1993392" cy="960120"/>
          </a:xfrm>
          <a:prstGeom prst="roundRect">
            <a:avLst>
              <a:gd fmla="val 16667" name="adj"/>
            </a:avLst>
          </a:prstGeom>
          <a:solidFill>
            <a:schemeClr val="lt1"/>
          </a:solidFill>
          <a:ln cap="flat" cmpd="sng" w="10150">
            <a:solidFill>
              <a:srgbClr val="FF5A1F"/>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28" name="Google Shape;728;g409c8fc2ecc_0_78"/>
          <p:cNvSpPr txBox="1"/>
          <p:nvPr/>
        </p:nvSpPr>
        <p:spPr>
          <a:xfrm>
            <a:off x="2414016" y="1709928"/>
            <a:ext cx="1645800" cy="2196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1050" u="none" cap="none" strike="noStrike">
                <a:solidFill>
                  <a:srgbClr val="171242"/>
                </a:solidFill>
                <a:latin typeface="Plus Jakarta Sans"/>
                <a:ea typeface="Plus Jakarta Sans"/>
                <a:cs typeface="Plus Jakarta Sans"/>
                <a:sym typeface="Plus Jakarta Sans"/>
              </a:rPr>
              <a:t>Test bench + traceability matrix</a:t>
            </a:r>
            <a:endParaRPr/>
          </a:p>
        </p:txBody>
      </p:sp>
      <p:sp>
        <p:nvSpPr>
          <p:cNvPr id="729" name="Google Shape;729;g409c8fc2ecc_0_78"/>
          <p:cNvSpPr txBox="1"/>
          <p:nvPr/>
        </p:nvSpPr>
        <p:spPr>
          <a:xfrm>
            <a:off x="2414016" y="2039112"/>
            <a:ext cx="1645800" cy="1830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720" u="none" cap="none" strike="noStrike">
                <a:solidFill>
                  <a:srgbClr val="FF5A1F"/>
                </a:solidFill>
                <a:latin typeface="Plus Jakarta Sans Light"/>
                <a:ea typeface="Plus Jakarta Sans Light"/>
                <a:cs typeface="Plus Jakarta Sans Light"/>
                <a:sym typeface="Plus Jakarta Sans Light"/>
              </a:rPr>
              <a:t>80% coverage  ·  Thermal test MARGINAL</a:t>
            </a:r>
            <a:endParaRPr/>
          </a:p>
        </p:txBody>
      </p:sp>
      <p:sp>
        <p:nvSpPr>
          <p:cNvPr id="730" name="Google Shape;730;g409c8fc2ecc_0_78"/>
          <p:cNvSpPr/>
          <p:nvPr/>
        </p:nvSpPr>
        <p:spPr>
          <a:xfrm>
            <a:off x="2240280" y="2660904"/>
            <a:ext cx="1993392" cy="960120"/>
          </a:xfrm>
          <a:prstGeom prst="roundRect">
            <a:avLst>
              <a:gd fmla="val 16667" name="adj"/>
            </a:avLst>
          </a:prstGeom>
          <a:solidFill>
            <a:schemeClr val="lt1"/>
          </a:solidFill>
          <a:ln cap="flat" cmpd="sng" w="10150">
            <a:solidFill>
              <a:srgbClr val="FF5A1F"/>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1" name="Google Shape;731;g409c8fc2ecc_0_78"/>
          <p:cNvSpPr txBox="1"/>
          <p:nvPr/>
        </p:nvSpPr>
        <p:spPr>
          <a:xfrm>
            <a:off x="2414016" y="2834640"/>
            <a:ext cx="1645800" cy="2196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1050" u="none" cap="none" strike="noStrike">
                <a:solidFill>
                  <a:srgbClr val="171242"/>
                </a:solidFill>
                <a:latin typeface="Plus Jakarta Sans"/>
                <a:ea typeface="Plus Jakarta Sans"/>
                <a:cs typeface="Plus Jakarta Sans"/>
                <a:sym typeface="Plus Jakarta Sans"/>
              </a:rPr>
              <a:t>GBM design-risk model</a:t>
            </a:r>
            <a:endParaRPr/>
          </a:p>
        </p:txBody>
      </p:sp>
      <p:sp>
        <p:nvSpPr>
          <p:cNvPr id="732" name="Google Shape;732;g409c8fc2ecc_0_78"/>
          <p:cNvSpPr txBox="1"/>
          <p:nvPr/>
        </p:nvSpPr>
        <p:spPr>
          <a:xfrm>
            <a:off x="2414016" y="3163824"/>
            <a:ext cx="1645800" cy="1107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lang="en" sz="720">
                <a:solidFill>
                  <a:srgbClr val="FF5A1F"/>
                </a:solidFill>
                <a:latin typeface="Plus Jakarta Sans Light"/>
                <a:ea typeface="Plus Jakarta Sans Light"/>
                <a:cs typeface="Plus Jakarta Sans Light"/>
                <a:sym typeface="Plus Jakarta Sans Light"/>
              </a:rPr>
              <a:t>Predictive risk</a:t>
            </a:r>
            <a:r>
              <a:rPr b="0" i="0" lang="en" sz="720" u="none" cap="none" strike="noStrike">
                <a:solidFill>
                  <a:srgbClr val="FF5A1F"/>
                </a:solidFill>
                <a:latin typeface="Plus Jakarta Sans Light"/>
                <a:ea typeface="Plus Jakarta Sans Light"/>
                <a:cs typeface="Plus Jakarta Sans Light"/>
                <a:sym typeface="Plus Jakarta Sans Light"/>
              </a:rPr>
              <a:t> ·  explainable feature contributions</a:t>
            </a:r>
            <a:endParaRPr/>
          </a:p>
        </p:txBody>
      </p:sp>
      <p:sp>
        <p:nvSpPr>
          <p:cNvPr id="733" name="Google Shape;733;g409c8fc2ecc_0_78"/>
          <p:cNvSpPr/>
          <p:nvPr/>
        </p:nvSpPr>
        <p:spPr>
          <a:xfrm>
            <a:off x="2240280" y="3767328"/>
            <a:ext cx="1993392" cy="329184"/>
          </a:xfrm>
          <a:prstGeom prst="roundRect">
            <a:avLst>
              <a:gd fmla="val 16667" name="adj"/>
            </a:avLst>
          </a:prstGeom>
          <a:solidFill>
            <a:schemeClr val="lt1"/>
          </a:solidFill>
          <a:ln cap="flat" cmpd="sng" w="10150">
            <a:solidFill>
              <a:srgbClr val="5B50F6"/>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4" name="Google Shape;734;g409c8fc2ecc_0_78"/>
          <p:cNvSpPr txBox="1"/>
          <p:nvPr/>
        </p:nvSpPr>
        <p:spPr>
          <a:xfrm>
            <a:off x="2350008" y="3849624"/>
            <a:ext cx="1773900" cy="1464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670" u="none" cap="none" strike="noStrike">
                <a:solidFill>
                  <a:srgbClr val="5B50F6"/>
                </a:solidFill>
                <a:latin typeface="Plus Jakarta Sans Light"/>
                <a:ea typeface="Plus Jakarta Sans Light"/>
                <a:cs typeface="Plus Jakarta Sans Light"/>
                <a:sym typeface="Plus Jakarta Sans Light"/>
              </a:rPr>
              <a:t>Lance: text + images + reports + metadata</a:t>
            </a:r>
            <a:endParaRPr/>
          </a:p>
        </p:txBody>
      </p:sp>
      <p:sp>
        <p:nvSpPr>
          <p:cNvPr id="735" name="Google Shape;735;g409c8fc2ecc_0_78"/>
          <p:cNvSpPr/>
          <p:nvPr/>
        </p:nvSpPr>
        <p:spPr>
          <a:xfrm>
            <a:off x="4645152" y="1536192"/>
            <a:ext cx="1847088" cy="2560320"/>
          </a:xfrm>
          <a:prstGeom prst="roundRect">
            <a:avLst>
              <a:gd fmla="val 16667" name="adj"/>
            </a:avLst>
          </a:prstGeom>
          <a:solidFill>
            <a:srgbClr val="FFFFFF"/>
          </a:solidFill>
          <a:ln cap="flat" cmpd="sng" w="10150">
            <a:solidFill>
              <a:schemeClr val="accent3"/>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6" name="Google Shape;736;g409c8fc2ecc_0_78"/>
          <p:cNvSpPr txBox="1"/>
          <p:nvPr/>
        </p:nvSpPr>
        <p:spPr>
          <a:xfrm>
            <a:off x="4809744" y="1700784"/>
            <a:ext cx="1518000" cy="2559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1100" u="none" cap="none" strike="noStrike">
                <a:solidFill>
                  <a:srgbClr val="171242"/>
                </a:solidFill>
                <a:latin typeface="Plus Jakarta Sans"/>
                <a:ea typeface="Plus Jakarta Sans"/>
                <a:cs typeface="Plus Jakarta Sans"/>
                <a:sym typeface="Plus Jakarta Sans"/>
              </a:rPr>
              <a:t>5 specialist agents</a:t>
            </a:r>
            <a:endParaRPr/>
          </a:p>
        </p:txBody>
      </p:sp>
      <p:sp>
        <p:nvSpPr>
          <p:cNvPr id="737" name="Google Shape;737;g409c8fc2ecc_0_78"/>
          <p:cNvSpPr/>
          <p:nvPr/>
        </p:nvSpPr>
        <p:spPr>
          <a:xfrm>
            <a:off x="4882896" y="2103120"/>
            <a:ext cx="1371600" cy="246888"/>
          </a:xfrm>
          <a:prstGeom prst="roundRect">
            <a:avLst>
              <a:gd fmla="val 16667" name="adj"/>
            </a:avLst>
          </a:prstGeom>
          <a:solidFill>
            <a:srgbClr val="F6F7F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38" name="Google Shape;738;g409c8fc2ecc_0_78"/>
          <p:cNvSpPr txBox="1"/>
          <p:nvPr/>
        </p:nvSpPr>
        <p:spPr>
          <a:xfrm>
            <a:off x="4983480" y="2144268"/>
            <a:ext cx="1170300" cy="1371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690" u="none" cap="none" strike="noStrike">
                <a:solidFill>
                  <a:srgbClr val="202136"/>
                </a:solidFill>
                <a:latin typeface="Plus Jakarta Sans Light"/>
                <a:ea typeface="Plus Jakarta Sans Light"/>
                <a:cs typeface="Plus Jakarta Sans Light"/>
                <a:sym typeface="Plus Jakarta Sans Light"/>
              </a:rPr>
              <a:t>Coverage</a:t>
            </a:r>
            <a:endParaRPr/>
          </a:p>
        </p:txBody>
      </p:sp>
      <p:sp>
        <p:nvSpPr>
          <p:cNvPr id="739" name="Google Shape;739;g409c8fc2ecc_0_78"/>
          <p:cNvSpPr/>
          <p:nvPr/>
        </p:nvSpPr>
        <p:spPr>
          <a:xfrm>
            <a:off x="4882896" y="2441448"/>
            <a:ext cx="1371600" cy="246888"/>
          </a:xfrm>
          <a:prstGeom prst="roundRect">
            <a:avLst>
              <a:gd fmla="val 16667" name="adj"/>
            </a:avLst>
          </a:prstGeom>
          <a:solidFill>
            <a:srgbClr val="F6F7F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0" name="Google Shape;740;g409c8fc2ecc_0_78"/>
          <p:cNvSpPr txBox="1"/>
          <p:nvPr/>
        </p:nvSpPr>
        <p:spPr>
          <a:xfrm>
            <a:off x="4983480" y="2482596"/>
            <a:ext cx="1170300" cy="1371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690" u="none" cap="none" strike="noStrike">
                <a:solidFill>
                  <a:srgbClr val="202136"/>
                </a:solidFill>
                <a:latin typeface="Plus Jakarta Sans Light"/>
                <a:ea typeface="Plus Jakarta Sans Light"/>
                <a:cs typeface="Plus Jakarta Sans Light"/>
                <a:sym typeface="Plus Jakarta Sans Light"/>
              </a:rPr>
              <a:t>Test Verdict</a:t>
            </a:r>
            <a:endParaRPr/>
          </a:p>
        </p:txBody>
      </p:sp>
      <p:sp>
        <p:nvSpPr>
          <p:cNvPr id="741" name="Google Shape;741;g409c8fc2ecc_0_78"/>
          <p:cNvSpPr/>
          <p:nvPr/>
        </p:nvSpPr>
        <p:spPr>
          <a:xfrm>
            <a:off x="4882896" y="2779776"/>
            <a:ext cx="1371600" cy="246888"/>
          </a:xfrm>
          <a:prstGeom prst="roundRect">
            <a:avLst>
              <a:gd fmla="val 16667" name="adj"/>
            </a:avLst>
          </a:prstGeom>
          <a:solidFill>
            <a:srgbClr val="F6F7F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2" name="Google Shape;742;g409c8fc2ecc_0_78"/>
          <p:cNvSpPr txBox="1"/>
          <p:nvPr/>
        </p:nvSpPr>
        <p:spPr>
          <a:xfrm>
            <a:off x="4983480" y="2820924"/>
            <a:ext cx="1170300" cy="1371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690" u="none" cap="none" strike="noStrike">
                <a:solidFill>
                  <a:srgbClr val="202136"/>
                </a:solidFill>
                <a:latin typeface="Plus Jakarta Sans Light"/>
                <a:ea typeface="Plus Jakarta Sans Light"/>
                <a:cs typeface="Plus Jakarta Sans Light"/>
                <a:sym typeface="Plus Jakarta Sans Light"/>
              </a:rPr>
              <a:t>Compliance</a:t>
            </a:r>
            <a:endParaRPr/>
          </a:p>
        </p:txBody>
      </p:sp>
      <p:sp>
        <p:nvSpPr>
          <p:cNvPr id="743" name="Google Shape;743;g409c8fc2ecc_0_78"/>
          <p:cNvSpPr/>
          <p:nvPr/>
        </p:nvSpPr>
        <p:spPr>
          <a:xfrm>
            <a:off x="4882896" y="3118103"/>
            <a:ext cx="1371600" cy="246888"/>
          </a:xfrm>
          <a:prstGeom prst="roundRect">
            <a:avLst>
              <a:gd fmla="val 16667" name="adj"/>
            </a:avLst>
          </a:prstGeom>
          <a:solidFill>
            <a:srgbClr val="F6F7F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4" name="Google Shape;744;g409c8fc2ecc_0_78"/>
          <p:cNvSpPr txBox="1"/>
          <p:nvPr/>
        </p:nvSpPr>
        <p:spPr>
          <a:xfrm>
            <a:off x="4983480" y="3159251"/>
            <a:ext cx="1170300" cy="1371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690" u="none" cap="none" strike="noStrike">
                <a:solidFill>
                  <a:srgbClr val="202136"/>
                </a:solidFill>
                <a:latin typeface="Plus Jakarta Sans Light"/>
                <a:ea typeface="Plus Jakarta Sans Light"/>
                <a:cs typeface="Plus Jakarta Sans Light"/>
                <a:sym typeface="Plus Jakarta Sans Light"/>
              </a:rPr>
              <a:t>Design Risk</a:t>
            </a:r>
            <a:endParaRPr/>
          </a:p>
        </p:txBody>
      </p:sp>
      <p:sp>
        <p:nvSpPr>
          <p:cNvPr id="745" name="Google Shape;745;g409c8fc2ecc_0_78"/>
          <p:cNvSpPr/>
          <p:nvPr/>
        </p:nvSpPr>
        <p:spPr>
          <a:xfrm>
            <a:off x="4882896" y="3456432"/>
            <a:ext cx="1371600" cy="246888"/>
          </a:xfrm>
          <a:prstGeom prst="roundRect">
            <a:avLst>
              <a:gd fmla="val 16667" name="adj"/>
            </a:avLst>
          </a:prstGeom>
          <a:solidFill>
            <a:srgbClr val="F6F7FB"/>
          </a:solidFill>
          <a:ln>
            <a:noFill/>
          </a:ln>
          <a:effectLst>
            <a:outerShdw blurRad="40000" rotWithShape="0" dir="5400000" dist="23000">
              <a:srgbClr val="000000">
                <a:alpha val="349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6" name="Google Shape;746;g409c8fc2ecc_0_78"/>
          <p:cNvSpPr txBox="1"/>
          <p:nvPr/>
        </p:nvSpPr>
        <p:spPr>
          <a:xfrm>
            <a:off x="4983480" y="3497579"/>
            <a:ext cx="1170300" cy="1371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690" u="none" cap="none" strike="noStrike">
                <a:solidFill>
                  <a:srgbClr val="202136"/>
                </a:solidFill>
                <a:latin typeface="Plus Jakarta Sans Light"/>
                <a:ea typeface="Plus Jakarta Sans Light"/>
                <a:cs typeface="Plus Jakarta Sans Light"/>
                <a:sym typeface="Plus Jakarta Sans Light"/>
              </a:rPr>
              <a:t>Knowledge Reuse</a:t>
            </a:r>
            <a:endParaRPr/>
          </a:p>
        </p:txBody>
      </p:sp>
      <p:sp>
        <p:nvSpPr>
          <p:cNvPr id="747" name="Google Shape;747;g409c8fc2ecc_0_78"/>
          <p:cNvSpPr txBox="1"/>
          <p:nvPr/>
        </p:nvSpPr>
        <p:spPr>
          <a:xfrm>
            <a:off x="4809744" y="3858768"/>
            <a:ext cx="1518000" cy="1464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720" u="none" cap="none" strike="noStrike">
                <a:solidFill>
                  <a:srgbClr val="5B50F6"/>
                </a:solidFill>
                <a:latin typeface="Plus Jakarta Sans Light"/>
                <a:ea typeface="Plus Jakarta Sans Light"/>
                <a:cs typeface="Plus Jakarta Sans Light"/>
                <a:sym typeface="Plus Jakarta Sans Light"/>
              </a:rPr>
              <a:t>Query · evidence · synthesis</a:t>
            </a:r>
            <a:endParaRPr/>
          </a:p>
        </p:txBody>
      </p:sp>
      <p:sp>
        <p:nvSpPr>
          <p:cNvPr id="748" name="Google Shape;748;g409c8fc2ecc_0_78"/>
          <p:cNvSpPr/>
          <p:nvPr/>
        </p:nvSpPr>
        <p:spPr>
          <a:xfrm>
            <a:off x="6903720" y="2077059"/>
            <a:ext cx="1810500" cy="640200"/>
          </a:xfrm>
          <a:prstGeom prst="roundRect">
            <a:avLst>
              <a:gd fmla="val 16667" name="adj"/>
            </a:avLst>
          </a:prstGeom>
          <a:solidFill>
            <a:schemeClr val="lt1"/>
          </a:solidFill>
          <a:ln cap="flat" cmpd="sng" w="10150">
            <a:solidFill>
              <a:srgbClr val="5B50F6"/>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49" name="Google Shape;749;g409c8fc2ecc_0_78"/>
          <p:cNvSpPr txBox="1"/>
          <p:nvPr/>
        </p:nvSpPr>
        <p:spPr>
          <a:xfrm>
            <a:off x="7077456" y="2214219"/>
            <a:ext cx="1463100" cy="2460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780" u="none" cap="none" strike="noStrike">
                <a:solidFill>
                  <a:srgbClr val="171242"/>
                </a:solidFill>
                <a:latin typeface="Plus Jakarta Sans Light"/>
                <a:ea typeface="Plus Jakarta Sans Light"/>
                <a:cs typeface="Plus Jakarta Sans Light"/>
                <a:sym typeface="Plus Jakarta Sans Light"/>
              </a:rPr>
              <a:t>LLM writes the review narrative</a:t>
            </a:r>
            <a:endParaRPr/>
          </a:p>
          <a:p>
            <a:pPr indent="0" lvl="0" marL="0" marR="0" rtl="0" algn="ctr">
              <a:lnSpc>
                <a:spcPct val="105000"/>
              </a:lnSpc>
              <a:spcBef>
                <a:spcPts val="0"/>
              </a:spcBef>
              <a:spcAft>
                <a:spcPts val="0"/>
              </a:spcAft>
              <a:buNone/>
            </a:pPr>
            <a:r>
              <a:rPr b="0" i="0" lang="en" sz="780" u="none" cap="none" strike="noStrike">
                <a:solidFill>
                  <a:srgbClr val="171242"/>
                </a:solidFill>
                <a:latin typeface="Plus Jakarta Sans Light"/>
                <a:ea typeface="Plus Jakarta Sans Light"/>
                <a:cs typeface="Plus Jakarta Sans Light"/>
                <a:sym typeface="Plus Jakarta Sans Light"/>
              </a:rPr>
              <a:t>Text only</a:t>
            </a:r>
            <a:endParaRPr/>
          </a:p>
        </p:txBody>
      </p:sp>
      <p:sp>
        <p:nvSpPr>
          <p:cNvPr id="750" name="Google Shape;750;g409c8fc2ecc_0_78"/>
          <p:cNvSpPr/>
          <p:nvPr/>
        </p:nvSpPr>
        <p:spPr>
          <a:xfrm>
            <a:off x="6903720" y="2936595"/>
            <a:ext cx="1810500" cy="621900"/>
          </a:xfrm>
          <a:prstGeom prst="roundRect">
            <a:avLst>
              <a:gd fmla="val 16667" name="adj"/>
            </a:avLst>
          </a:prstGeom>
          <a:solidFill>
            <a:schemeClr val="lt1"/>
          </a:solidFill>
          <a:ln cap="flat" cmpd="sng" w="10150">
            <a:solidFill>
              <a:schemeClr val="accent2"/>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1" name="Google Shape;751;g409c8fc2ecc_0_78"/>
          <p:cNvSpPr txBox="1"/>
          <p:nvPr/>
        </p:nvSpPr>
        <p:spPr>
          <a:xfrm>
            <a:off x="7059168" y="3055467"/>
            <a:ext cx="1499700" cy="2460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780" u="none" cap="none" strike="noStrike">
                <a:solidFill>
                  <a:srgbClr val="171242"/>
                </a:solidFill>
                <a:latin typeface="Plus Jakarta Sans Light"/>
                <a:ea typeface="Plus Jakarta Sans Light"/>
                <a:cs typeface="Plus Jakarta Sans Light"/>
                <a:sym typeface="Plus Jakarta Sans Light"/>
              </a:rPr>
              <a:t>Human final decision</a:t>
            </a:r>
            <a:endParaRPr/>
          </a:p>
          <a:p>
            <a:pPr indent="0" lvl="0" marL="0" marR="0" rtl="0" algn="ctr">
              <a:lnSpc>
                <a:spcPct val="105000"/>
              </a:lnSpc>
              <a:spcBef>
                <a:spcPts val="0"/>
              </a:spcBef>
              <a:spcAft>
                <a:spcPts val="0"/>
              </a:spcAft>
              <a:buNone/>
            </a:pPr>
            <a:r>
              <a:rPr b="0" i="0" lang="en" sz="780" u="none" cap="none" strike="noStrike">
                <a:solidFill>
                  <a:srgbClr val="171242"/>
                </a:solidFill>
                <a:latin typeface="Plus Jakarta Sans Light"/>
                <a:ea typeface="Plus Jakarta Sans Light"/>
                <a:cs typeface="Plus Jakarta Sans Light"/>
                <a:sym typeface="Plus Jakarta Sans Light"/>
              </a:rPr>
              <a:t>Approve / condition / reject</a:t>
            </a:r>
            <a:endParaRPr/>
          </a:p>
        </p:txBody>
      </p:sp>
      <p:cxnSp>
        <p:nvCxnSpPr>
          <p:cNvPr id="752" name="Google Shape;752;g409c8fc2ecc_0_78"/>
          <p:cNvCxnSpPr/>
          <p:nvPr/>
        </p:nvCxnSpPr>
        <p:spPr>
          <a:xfrm>
            <a:off x="1901952" y="2816352"/>
            <a:ext cx="292608" cy="0"/>
          </a:xfrm>
          <a:prstGeom prst="straightConnector1">
            <a:avLst/>
          </a:prstGeom>
          <a:noFill/>
          <a:ln cap="flat" cmpd="sng" w="25400">
            <a:solidFill>
              <a:srgbClr val="5B50F6"/>
            </a:solidFill>
            <a:prstDash val="solid"/>
            <a:round/>
            <a:headEnd len="sm" w="sm" type="none"/>
            <a:tailEnd len="med" w="med" type="triangle"/>
          </a:ln>
          <a:effectLst>
            <a:outerShdw blurRad="40000" rotWithShape="0" dir="5400000" dist="20000">
              <a:srgbClr val="000000">
                <a:alpha val="38040"/>
              </a:srgbClr>
            </a:outerShdw>
          </a:effectLst>
        </p:spPr>
      </p:cxnSp>
      <p:cxnSp>
        <p:nvCxnSpPr>
          <p:cNvPr id="753" name="Google Shape;753;g409c8fc2ecc_0_78"/>
          <p:cNvCxnSpPr/>
          <p:nvPr/>
        </p:nvCxnSpPr>
        <p:spPr>
          <a:xfrm>
            <a:off x="4261104" y="2816352"/>
            <a:ext cx="338328" cy="0"/>
          </a:xfrm>
          <a:prstGeom prst="straightConnector1">
            <a:avLst/>
          </a:prstGeom>
          <a:noFill/>
          <a:ln cap="flat" cmpd="sng" w="25400">
            <a:solidFill>
              <a:srgbClr val="5B50F6"/>
            </a:solidFill>
            <a:prstDash val="solid"/>
            <a:round/>
            <a:headEnd len="sm" w="sm" type="none"/>
            <a:tailEnd len="med" w="med" type="triangle"/>
          </a:ln>
          <a:effectLst>
            <a:outerShdw blurRad="40000" rotWithShape="0" dir="5400000" dist="20000">
              <a:srgbClr val="000000">
                <a:alpha val="38040"/>
              </a:srgbClr>
            </a:outerShdw>
          </a:effectLst>
        </p:spPr>
      </p:cxnSp>
      <p:cxnSp>
        <p:nvCxnSpPr>
          <p:cNvPr id="754" name="Google Shape;754;g409c8fc2ecc_0_78"/>
          <p:cNvCxnSpPr/>
          <p:nvPr/>
        </p:nvCxnSpPr>
        <p:spPr>
          <a:xfrm>
            <a:off x="6510528" y="2816352"/>
            <a:ext cx="347472" cy="0"/>
          </a:xfrm>
          <a:prstGeom prst="straightConnector1">
            <a:avLst/>
          </a:prstGeom>
          <a:noFill/>
          <a:ln cap="flat" cmpd="sng" w="25400">
            <a:solidFill>
              <a:srgbClr val="5B50F6"/>
            </a:solidFill>
            <a:prstDash val="solid"/>
            <a:round/>
            <a:headEnd len="sm" w="sm" type="none"/>
            <a:tailEnd len="med" w="med" type="triangle"/>
          </a:ln>
          <a:effectLst>
            <a:outerShdw blurRad="40000" rotWithShape="0" dir="5400000" dist="20000">
              <a:srgbClr val="000000">
                <a:alpha val="38040"/>
              </a:srgbClr>
            </a:outerShdw>
          </a:effectLst>
        </p:spPr>
      </p:cxnSp>
      <p:sp>
        <p:nvSpPr>
          <p:cNvPr id="755" name="Google Shape;755;g409c8fc2ecc_0_78"/>
          <p:cNvSpPr/>
          <p:nvPr/>
        </p:nvSpPr>
        <p:spPr>
          <a:xfrm>
            <a:off x="530352" y="4315968"/>
            <a:ext cx="8046720" cy="274320"/>
          </a:xfrm>
          <a:prstGeom prst="roundRect">
            <a:avLst>
              <a:gd fmla="val 16667" name="adj"/>
            </a:avLst>
          </a:prstGeom>
          <a:solidFill>
            <a:schemeClr val="lt1"/>
          </a:solidFill>
          <a:ln cap="flat" cmpd="sng" w="9525">
            <a:solidFill>
              <a:schemeClr val="accent1"/>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56" name="Google Shape;756;g409c8fc2ecc_0_78"/>
          <p:cNvSpPr txBox="1"/>
          <p:nvPr/>
        </p:nvSpPr>
        <p:spPr>
          <a:xfrm>
            <a:off x="713232" y="4379976"/>
            <a:ext cx="7680900" cy="1464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800" u="none" cap="none" strike="noStrike">
                <a:solidFill>
                  <a:srgbClr val="FF5A1F"/>
                </a:solidFill>
                <a:latin typeface="Plus Jakarta Sans Light"/>
                <a:ea typeface="Plus Jakarta Sans Light"/>
                <a:cs typeface="Plus Jakarta Sans Light"/>
                <a:sym typeface="Plus Jakarta Sans Light"/>
              </a:rPr>
              <a:t>Two independent signals corroborate: ML predicts HIGH + test measures MARGINAL → code returns CONDITIONAL.</a:t>
            </a:r>
            <a:endParaRPr/>
          </a:p>
        </p:txBody>
      </p:sp>
      <p:sp>
        <p:nvSpPr>
          <p:cNvPr id="757" name="Google Shape;757;g409c8fc2ecc_0_78"/>
          <p:cNvSpPr/>
          <p:nvPr/>
        </p:nvSpPr>
        <p:spPr>
          <a:xfrm>
            <a:off x="0" y="5065776"/>
            <a:ext cx="9144000" cy="73152"/>
          </a:xfrm>
          <a:prstGeom prst="rect">
            <a:avLst/>
          </a:prstGeom>
          <a:solidFill>
            <a:srgbClr val="FF5A1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758" name="Google Shape;758;g409c8fc2ecc_0_78"/>
          <p:cNvPicPr preferRelativeResize="0"/>
          <p:nvPr/>
        </p:nvPicPr>
        <p:blipFill rotWithShape="1">
          <a:blip r:embed="rId3">
            <a:alphaModFix/>
          </a:blip>
          <a:srcRect b="0" l="0" r="0" t="0"/>
          <a:stretch/>
        </p:blipFill>
        <p:spPr>
          <a:xfrm>
            <a:off x="7562088" y="4754880"/>
            <a:ext cx="1115568" cy="140029"/>
          </a:xfrm>
          <a:prstGeom prst="rect">
            <a:avLst/>
          </a:prstGeom>
          <a:noFill/>
          <a:ln>
            <a:noFill/>
          </a:ln>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64" name="Google Shape;764;g409c8fc2ecc_0_104"/>
          <p:cNvSpPr txBox="1"/>
          <p:nvPr/>
        </p:nvSpPr>
        <p:spPr>
          <a:xfrm>
            <a:off x="530352" y="283464"/>
            <a:ext cx="7607700" cy="354000"/>
          </a:xfrm>
          <a:prstGeom prst="rect">
            <a:avLst/>
          </a:prstGeom>
          <a:noFill/>
          <a:ln>
            <a:noFill/>
          </a:ln>
        </p:spPr>
        <p:txBody>
          <a:bodyPr anchorCtr="0" anchor="t" bIns="0" lIns="91425" spcFirstLastPara="1" rIns="0" wrap="square" tIns="0">
            <a:spAutoFit/>
          </a:bodyPr>
          <a:lstStyle/>
          <a:p>
            <a:pPr indent="0" lvl="0" marL="0" marR="0" rtl="0" algn="l">
              <a:lnSpc>
                <a:spcPct val="105000"/>
              </a:lnSpc>
              <a:spcBef>
                <a:spcPts val="0"/>
              </a:spcBef>
              <a:spcAft>
                <a:spcPts val="0"/>
              </a:spcAft>
              <a:buNone/>
            </a:pPr>
            <a:r>
              <a:rPr b="0" i="0" lang="en" sz="2300" u="none" cap="none" strike="noStrike">
                <a:solidFill>
                  <a:srgbClr val="171242"/>
                </a:solidFill>
                <a:latin typeface="Plus Jakarta Sans"/>
                <a:ea typeface="Plus Jakarta Sans"/>
                <a:cs typeface="Plus Jakarta Sans"/>
                <a:sym typeface="Plus Jakarta Sans"/>
              </a:rPr>
              <a:t>Risk, Evidence and Decision—Aligned on One Screen</a:t>
            </a:r>
            <a:endParaRPr/>
          </a:p>
        </p:txBody>
      </p:sp>
      <p:sp>
        <p:nvSpPr>
          <p:cNvPr id="765" name="Google Shape;765;g409c8fc2ecc_0_104"/>
          <p:cNvSpPr txBox="1"/>
          <p:nvPr/>
        </p:nvSpPr>
        <p:spPr>
          <a:xfrm>
            <a:off x="530352" y="731520"/>
            <a:ext cx="7607700" cy="169200"/>
          </a:xfrm>
          <a:prstGeom prst="rect">
            <a:avLst/>
          </a:prstGeom>
          <a:noFill/>
          <a:ln>
            <a:noFill/>
          </a:ln>
        </p:spPr>
        <p:txBody>
          <a:bodyPr anchorCtr="0" anchor="t" bIns="0" lIns="91425" spcFirstLastPara="1" rIns="0" wrap="square" tIns="0">
            <a:spAutoFit/>
          </a:bodyPr>
          <a:lstStyle/>
          <a:p>
            <a:pPr indent="0" lvl="0" marL="0" marR="0" rtl="0" algn="l">
              <a:lnSpc>
                <a:spcPct val="105000"/>
              </a:lnSpc>
              <a:spcBef>
                <a:spcPts val="0"/>
              </a:spcBef>
              <a:spcAft>
                <a:spcPts val="0"/>
              </a:spcAft>
              <a:buNone/>
            </a:pPr>
            <a:r>
              <a:rPr b="0" i="0" lang="en" sz="1100" u="none" cap="none" strike="noStrike">
                <a:solidFill>
                  <a:srgbClr val="5B50F6"/>
                </a:solidFill>
                <a:latin typeface="Plus Jakarta Sans Medium"/>
                <a:ea typeface="Plus Jakarta Sans Medium"/>
                <a:cs typeface="Plus Jakarta Sans Medium"/>
                <a:sym typeface="Plus Jakarta Sans Medium"/>
              </a:rPr>
              <a:t>Move left to right: start with ML risk, verify independent test evidence, then reuse historical multimodal knowledge.</a:t>
            </a:r>
            <a:endParaRPr/>
          </a:p>
        </p:txBody>
      </p:sp>
      <p:pic>
        <p:nvPicPr>
          <p:cNvPr descr="image.png" id="766" name="Google Shape;766;g409c8fc2ecc_0_104"/>
          <p:cNvPicPr preferRelativeResize="0"/>
          <p:nvPr/>
        </p:nvPicPr>
        <p:blipFill rotWithShape="1">
          <a:blip r:embed="rId2">
            <a:alphaModFix/>
          </a:blip>
          <a:srcRect b="0" l="0" r="0" t="0"/>
          <a:stretch/>
        </p:blipFill>
        <p:spPr>
          <a:xfrm>
            <a:off x="8302752" y="0"/>
            <a:ext cx="841248" cy="1781325"/>
          </a:xfrm>
          <a:prstGeom prst="rect">
            <a:avLst/>
          </a:prstGeom>
          <a:noFill/>
          <a:ln>
            <a:noFill/>
          </a:ln>
        </p:spPr>
      </p:pic>
      <p:sp>
        <p:nvSpPr>
          <p:cNvPr id="767" name="Google Shape;767;g409c8fc2ecc_0_104"/>
          <p:cNvSpPr/>
          <p:nvPr/>
        </p:nvSpPr>
        <p:spPr>
          <a:xfrm>
            <a:off x="548640" y="1307592"/>
            <a:ext cx="256032" cy="256032"/>
          </a:xfrm>
          <a:prstGeom prst="ellipse">
            <a:avLst/>
          </a:prstGeom>
          <a:solidFill>
            <a:srgbClr val="FF5A1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68" name="Google Shape;768;g409c8fc2ecc_0_104"/>
          <p:cNvSpPr txBox="1"/>
          <p:nvPr/>
        </p:nvSpPr>
        <p:spPr>
          <a:xfrm>
            <a:off x="548640" y="1312163"/>
            <a:ext cx="256032" cy="2286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 sz="800" u="none" cap="none" strike="noStrike">
                <a:solidFill>
                  <a:srgbClr val="FFFFFF"/>
                </a:solidFill>
                <a:latin typeface="Plus Jakarta Sans Light"/>
                <a:ea typeface="Plus Jakarta Sans Light"/>
                <a:cs typeface="Plus Jakarta Sans Light"/>
                <a:sym typeface="Plus Jakarta Sans Light"/>
              </a:rPr>
              <a:t>01</a:t>
            </a:r>
            <a:endParaRPr/>
          </a:p>
        </p:txBody>
      </p:sp>
      <p:sp>
        <p:nvSpPr>
          <p:cNvPr id="769" name="Google Shape;769;g409c8fc2ecc_0_104"/>
          <p:cNvSpPr txBox="1"/>
          <p:nvPr/>
        </p:nvSpPr>
        <p:spPr>
          <a:xfrm>
            <a:off x="877824" y="1307592"/>
            <a:ext cx="1902000" cy="1617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1050" u="none" cap="none" strike="noStrike">
                <a:solidFill>
                  <a:srgbClr val="171242"/>
                </a:solidFill>
                <a:latin typeface="Plus Jakarta Sans"/>
                <a:ea typeface="Plus Jakarta Sans"/>
                <a:cs typeface="Plus Jakarta Sans"/>
                <a:sym typeface="Plus Jakarta Sans"/>
              </a:rPr>
              <a:t>ML </a:t>
            </a:r>
            <a:r>
              <a:rPr lang="en" sz="1050">
                <a:solidFill>
                  <a:srgbClr val="171242"/>
                </a:solidFill>
                <a:latin typeface="Plus Jakarta Sans"/>
                <a:ea typeface="Plus Jakarta Sans"/>
                <a:cs typeface="Plus Jakarta Sans"/>
                <a:sym typeface="Plus Jakarta Sans"/>
              </a:rPr>
              <a:t>PREDICTIVE </a:t>
            </a:r>
            <a:r>
              <a:rPr lang="en" sz="1050">
                <a:solidFill>
                  <a:srgbClr val="171242"/>
                </a:solidFill>
                <a:latin typeface="Plus Jakarta Sans"/>
                <a:ea typeface="Plus Jakarta Sans"/>
                <a:cs typeface="Plus Jakarta Sans"/>
                <a:sym typeface="Plus Jakarta Sans"/>
              </a:rPr>
              <a:t>RISK</a:t>
            </a:r>
            <a:endParaRPr/>
          </a:p>
        </p:txBody>
      </p:sp>
      <p:pic>
        <p:nvPicPr>
          <p:cNvPr descr="dashboard_crop_1.png" id="770" name="Google Shape;770;g409c8fc2ecc_0_104"/>
          <p:cNvPicPr preferRelativeResize="0"/>
          <p:nvPr/>
        </p:nvPicPr>
        <p:blipFill rotWithShape="1">
          <a:blip r:embed="rId3">
            <a:alphaModFix/>
          </a:blip>
          <a:srcRect b="0" l="0" r="0" t="0"/>
          <a:stretch/>
        </p:blipFill>
        <p:spPr>
          <a:xfrm>
            <a:off x="767527" y="1554385"/>
            <a:ext cx="1921351" cy="2491961"/>
          </a:xfrm>
          <a:prstGeom prst="rect">
            <a:avLst/>
          </a:prstGeom>
          <a:noFill/>
          <a:ln>
            <a:noFill/>
          </a:ln>
        </p:spPr>
      </p:pic>
      <p:sp>
        <p:nvSpPr>
          <p:cNvPr id="771" name="Google Shape;771;g409c8fc2ecc_0_104"/>
          <p:cNvSpPr txBox="1"/>
          <p:nvPr/>
        </p:nvSpPr>
        <p:spPr>
          <a:xfrm>
            <a:off x="603504" y="4315937"/>
            <a:ext cx="2249400" cy="1155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750" u="none" cap="none" strike="noStrike">
                <a:solidFill>
                  <a:srgbClr val="FF5A1F"/>
                </a:solidFill>
                <a:latin typeface="Plus Jakarta Sans Light"/>
                <a:ea typeface="Plus Jakarta Sans Light"/>
                <a:cs typeface="Plus Jakarta Sans Light"/>
                <a:sym typeface="Plus Jakarta Sans Light"/>
              </a:rPr>
              <a:t>Thermal requirement scored HIGH</a:t>
            </a:r>
            <a:endParaRPr/>
          </a:p>
        </p:txBody>
      </p:sp>
      <p:sp>
        <p:nvSpPr>
          <p:cNvPr id="772" name="Google Shape;772;g409c8fc2ecc_0_104"/>
          <p:cNvSpPr/>
          <p:nvPr/>
        </p:nvSpPr>
        <p:spPr>
          <a:xfrm>
            <a:off x="3392424" y="1307592"/>
            <a:ext cx="256032" cy="256032"/>
          </a:xfrm>
          <a:prstGeom prst="ellipse">
            <a:avLst/>
          </a:prstGeom>
          <a:solidFill>
            <a:srgbClr val="E88B20"/>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3" name="Google Shape;773;g409c8fc2ecc_0_104"/>
          <p:cNvSpPr txBox="1"/>
          <p:nvPr/>
        </p:nvSpPr>
        <p:spPr>
          <a:xfrm>
            <a:off x="3392424" y="1312163"/>
            <a:ext cx="256032" cy="2286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 sz="800" u="none" cap="none" strike="noStrike">
                <a:solidFill>
                  <a:srgbClr val="FFFFFF"/>
                </a:solidFill>
                <a:latin typeface="Plus Jakarta Sans Light"/>
                <a:ea typeface="Plus Jakarta Sans Light"/>
                <a:cs typeface="Plus Jakarta Sans Light"/>
                <a:sym typeface="Plus Jakarta Sans Light"/>
              </a:rPr>
              <a:t>02</a:t>
            </a:r>
            <a:endParaRPr/>
          </a:p>
        </p:txBody>
      </p:sp>
      <p:sp>
        <p:nvSpPr>
          <p:cNvPr id="774" name="Google Shape;774;g409c8fc2ecc_0_104"/>
          <p:cNvSpPr txBox="1"/>
          <p:nvPr/>
        </p:nvSpPr>
        <p:spPr>
          <a:xfrm>
            <a:off x="3721608" y="1307592"/>
            <a:ext cx="1901952" cy="22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1050" u="none" cap="none" strike="noStrike">
                <a:solidFill>
                  <a:srgbClr val="171242"/>
                </a:solidFill>
                <a:latin typeface="Plus Jakarta Sans"/>
                <a:ea typeface="Plus Jakarta Sans"/>
                <a:cs typeface="Plus Jakarta Sans"/>
                <a:sym typeface="Plus Jakarta Sans"/>
              </a:rPr>
              <a:t>ENGINEERING EVIDENCE</a:t>
            </a:r>
            <a:endParaRPr/>
          </a:p>
        </p:txBody>
      </p:sp>
      <p:pic>
        <p:nvPicPr>
          <p:cNvPr descr="dashboard_crop_2.png" id="775" name="Google Shape;775;g409c8fc2ecc_0_104"/>
          <p:cNvPicPr preferRelativeResize="0"/>
          <p:nvPr/>
        </p:nvPicPr>
        <p:blipFill rotWithShape="1">
          <a:blip r:embed="rId4">
            <a:alphaModFix/>
          </a:blip>
          <a:srcRect b="0" l="0" r="0" t="0"/>
          <a:stretch/>
        </p:blipFill>
        <p:spPr>
          <a:xfrm>
            <a:off x="3712452" y="1552209"/>
            <a:ext cx="1920240" cy="2496312"/>
          </a:xfrm>
          <a:prstGeom prst="rect">
            <a:avLst/>
          </a:prstGeom>
          <a:noFill/>
          <a:ln>
            <a:noFill/>
          </a:ln>
        </p:spPr>
      </p:pic>
      <p:sp>
        <p:nvSpPr>
          <p:cNvPr id="776" name="Google Shape;776;g409c8fc2ecc_0_104"/>
          <p:cNvSpPr txBox="1"/>
          <p:nvPr/>
        </p:nvSpPr>
        <p:spPr>
          <a:xfrm>
            <a:off x="3447288" y="4315937"/>
            <a:ext cx="2249400" cy="1155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750" u="none" cap="none" strike="noStrike">
                <a:solidFill>
                  <a:srgbClr val="E88B20"/>
                </a:solidFill>
                <a:latin typeface="Plus Jakarta Sans Light"/>
                <a:ea typeface="Plus Jakarta Sans Light"/>
                <a:cs typeface="Plus Jakarta Sans Light"/>
                <a:sym typeface="Plus Jakarta Sans Light"/>
              </a:rPr>
              <a:t>Thermal test MARGINAL · 80% coverage</a:t>
            </a:r>
            <a:endParaRPr/>
          </a:p>
        </p:txBody>
      </p:sp>
      <p:sp>
        <p:nvSpPr>
          <p:cNvPr id="777" name="Google Shape;777;g409c8fc2ecc_0_104"/>
          <p:cNvSpPr/>
          <p:nvPr/>
        </p:nvSpPr>
        <p:spPr>
          <a:xfrm>
            <a:off x="6236208" y="1307592"/>
            <a:ext cx="256032" cy="256032"/>
          </a:xfrm>
          <a:prstGeom prst="ellipse">
            <a:avLst/>
          </a:prstGeom>
          <a:solidFill>
            <a:srgbClr val="5B5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78" name="Google Shape;778;g409c8fc2ecc_0_104"/>
          <p:cNvSpPr txBox="1"/>
          <p:nvPr/>
        </p:nvSpPr>
        <p:spPr>
          <a:xfrm>
            <a:off x="6236208" y="1312163"/>
            <a:ext cx="256032" cy="2286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 sz="800" u="none" cap="none" strike="noStrike">
                <a:solidFill>
                  <a:srgbClr val="FFFFFF"/>
                </a:solidFill>
                <a:latin typeface="Plus Jakarta Sans Light"/>
                <a:ea typeface="Plus Jakarta Sans Light"/>
                <a:cs typeface="Plus Jakarta Sans Light"/>
                <a:sym typeface="Plus Jakarta Sans Light"/>
              </a:rPr>
              <a:t>03</a:t>
            </a:r>
            <a:endParaRPr/>
          </a:p>
        </p:txBody>
      </p:sp>
      <p:sp>
        <p:nvSpPr>
          <p:cNvPr id="779" name="Google Shape;779;g409c8fc2ecc_0_104"/>
          <p:cNvSpPr txBox="1"/>
          <p:nvPr/>
        </p:nvSpPr>
        <p:spPr>
          <a:xfrm>
            <a:off x="6565392" y="1307592"/>
            <a:ext cx="1901952" cy="228600"/>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1050" u="none" cap="none" strike="noStrike">
                <a:solidFill>
                  <a:srgbClr val="171242"/>
                </a:solidFill>
                <a:latin typeface="Plus Jakarta Sans"/>
                <a:ea typeface="Plus Jakarta Sans"/>
                <a:cs typeface="Plus Jakarta Sans"/>
                <a:sym typeface="Plus Jakarta Sans"/>
              </a:rPr>
              <a:t>KNOWLEDGE REUSE</a:t>
            </a:r>
            <a:endParaRPr/>
          </a:p>
        </p:txBody>
      </p:sp>
      <p:pic>
        <p:nvPicPr>
          <p:cNvPr descr="dashboard_crop_3.png" id="780" name="Google Shape;780;g409c8fc2ecc_0_104"/>
          <p:cNvPicPr preferRelativeResize="0"/>
          <p:nvPr/>
        </p:nvPicPr>
        <p:blipFill rotWithShape="1">
          <a:blip r:embed="rId5">
            <a:alphaModFix/>
          </a:blip>
          <a:srcRect b="0" l="0" r="0" t="0"/>
          <a:stretch/>
        </p:blipFill>
        <p:spPr>
          <a:xfrm>
            <a:off x="6656287" y="1552209"/>
            <a:ext cx="1920241" cy="2496312"/>
          </a:xfrm>
          <a:prstGeom prst="rect">
            <a:avLst/>
          </a:prstGeom>
          <a:noFill/>
          <a:ln>
            <a:noFill/>
          </a:ln>
        </p:spPr>
      </p:pic>
      <p:sp>
        <p:nvSpPr>
          <p:cNvPr id="781" name="Google Shape;781;g409c8fc2ecc_0_104"/>
          <p:cNvSpPr txBox="1"/>
          <p:nvPr/>
        </p:nvSpPr>
        <p:spPr>
          <a:xfrm>
            <a:off x="6391672" y="4315937"/>
            <a:ext cx="2249400" cy="11550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750" u="none" cap="none" strike="noStrike">
                <a:solidFill>
                  <a:srgbClr val="5B50F6"/>
                </a:solidFill>
                <a:latin typeface="Plus Jakarta Sans Light"/>
                <a:ea typeface="Plus Jakarta Sans Light"/>
                <a:cs typeface="Plus Jakarta Sans Light"/>
                <a:sym typeface="Plus Jakarta Sans Light"/>
              </a:rPr>
              <a:t>Lance retrieves historical images and test reports</a:t>
            </a:r>
            <a:endParaRPr/>
          </a:p>
        </p:txBody>
      </p:sp>
      <p:sp>
        <p:nvSpPr>
          <p:cNvPr id="782" name="Google Shape;782;g409c8fc2ecc_0_104"/>
          <p:cNvSpPr txBox="1"/>
          <p:nvPr/>
        </p:nvSpPr>
        <p:spPr>
          <a:xfrm>
            <a:off x="530352" y="4645152"/>
            <a:ext cx="8065008" cy="201168"/>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720" u="none" cap="none" strike="noStrike">
                <a:solidFill>
                  <a:srgbClr val="667085"/>
                </a:solidFill>
                <a:latin typeface="Plus Jakarta Sans Light"/>
                <a:ea typeface="Plus Jakarta Sans Light"/>
                <a:cs typeface="Plus Jakarta Sans Light"/>
                <a:sym typeface="Plus Jakarta Sans Light"/>
              </a:rPr>
              <a:t>Talk track: ① ML surfaces predictive risk → ② tests and traceability provide independent facts → ③ the knowledge base adds historical context → click Run Gate Review</a:t>
            </a:r>
            <a:endParaRPr/>
          </a:p>
        </p:txBody>
      </p:sp>
      <p:sp>
        <p:nvSpPr>
          <p:cNvPr id="783" name="Google Shape;783;g409c8fc2ecc_0_104"/>
          <p:cNvSpPr/>
          <p:nvPr/>
        </p:nvSpPr>
        <p:spPr>
          <a:xfrm>
            <a:off x="0" y="5065776"/>
            <a:ext cx="9144000" cy="73152"/>
          </a:xfrm>
          <a:prstGeom prst="rect">
            <a:avLst/>
          </a:prstGeom>
          <a:solidFill>
            <a:srgbClr val="FF5A1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784" name="Google Shape;784;g409c8fc2ecc_0_104"/>
          <p:cNvPicPr preferRelativeResize="0"/>
          <p:nvPr/>
        </p:nvPicPr>
        <p:blipFill rotWithShape="1">
          <a:blip r:embed="rId6">
            <a:alphaModFix/>
          </a:blip>
          <a:srcRect b="0" l="0" r="0" t="0"/>
          <a:stretch/>
        </p:blipFill>
        <p:spPr>
          <a:xfrm>
            <a:off x="7562088" y="4754880"/>
            <a:ext cx="1115568" cy="140029"/>
          </a:xfrm>
          <a:prstGeom prst="rect">
            <a:avLst/>
          </a:prstGeom>
          <a:noFill/>
          <a:ln>
            <a:noFill/>
          </a:ln>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90" name="Google Shape;790;g409c8fc2ecc_0_135"/>
          <p:cNvSpPr txBox="1"/>
          <p:nvPr/>
        </p:nvSpPr>
        <p:spPr>
          <a:xfrm>
            <a:off x="530352" y="283464"/>
            <a:ext cx="7607700" cy="354000"/>
          </a:xfrm>
          <a:prstGeom prst="rect">
            <a:avLst/>
          </a:prstGeom>
          <a:noFill/>
          <a:ln>
            <a:noFill/>
          </a:ln>
        </p:spPr>
        <p:txBody>
          <a:bodyPr anchorCtr="0" anchor="t" bIns="0" lIns="91425" spcFirstLastPara="1" rIns="0" wrap="square" tIns="0">
            <a:spAutoFit/>
          </a:bodyPr>
          <a:lstStyle/>
          <a:p>
            <a:pPr indent="0" lvl="0" marL="0" marR="0" rtl="0" algn="l">
              <a:lnSpc>
                <a:spcPct val="105000"/>
              </a:lnSpc>
              <a:spcBef>
                <a:spcPts val="0"/>
              </a:spcBef>
              <a:spcAft>
                <a:spcPts val="0"/>
              </a:spcAft>
              <a:buNone/>
            </a:pPr>
            <a:r>
              <a:rPr b="0" i="0" lang="en" sz="2300" u="none" cap="none" strike="noStrike">
                <a:solidFill>
                  <a:srgbClr val="171242"/>
                </a:solidFill>
                <a:latin typeface="Plus Jakarta Sans"/>
                <a:ea typeface="Plus Jakarta Sans"/>
                <a:cs typeface="Plus Jakarta Sans"/>
                <a:sym typeface="Plus Jakarta Sans"/>
              </a:rPr>
              <a:t>Gate Review | Five Agents Gather Evidence; Code Decides</a:t>
            </a:r>
            <a:endParaRPr/>
          </a:p>
        </p:txBody>
      </p:sp>
      <p:sp>
        <p:nvSpPr>
          <p:cNvPr id="791" name="Google Shape;791;g409c8fc2ecc_0_135"/>
          <p:cNvSpPr txBox="1"/>
          <p:nvPr/>
        </p:nvSpPr>
        <p:spPr>
          <a:xfrm>
            <a:off x="530352" y="731520"/>
            <a:ext cx="7607700" cy="169200"/>
          </a:xfrm>
          <a:prstGeom prst="rect">
            <a:avLst/>
          </a:prstGeom>
          <a:noFill/>
          <a:ln>
            <a:noFill/>
          </a:ln>
        </p:spPr>
        <p:txBody>
          <a:bodyPr anchorCtr="0" anchor="t" bIns="0" lIns="91425" spcFirstLastPara="1" rIns="0" wrap="square" tIns="0">
            <a:spAutoFit/>
          </a:bodyPr>
          <a:lstStyle/>
          <a:p>
            <a:pPr indent="0" lvl="0" marL="0" marR="0" rtl="0" algn="l">
              <a:lnSpc>
                <a:spcPct val="105000"/>
              </a:lnSpc>
              <a:spcBef>
                <a:spcPts val="0"/>
              </a:spcBef>
              <a:spcAft>
                <a:spcPts val="0"/>
              </a:spcAft>
              <a:buNone/>
            </a:pPr>
            <a:r>
              <a:rPr b="0" i="0" lang="en" sz="1100" u="none" cap="none" strike="noStrike">
                <a:solidFill>
                  <a:srgbClr val="5B50F6"/>
                </a:solidFill>
                <a:latin typeface="Plus Jakarta Sans Medium"/>
                <a:ea typeface="Plus Jakarta Sans Medium"/>
                <a:cs typeface="Plus Jakarta Sans Medium"/>
                <a:sym typeface="Plus Jakarta Sans Medium"/>
              </a:rPr>
              <a:t>Agents query, explain and cite evidence; the decision function reads deterministic results only. The LLM never scores or controls the flow.</a:t>
            </a:r>
            <a:endParaRPr/>
          </a:p>
        </p:txBody>
      </p:sp>
      <p:pic>
        <p:nvPicPr>
          <p:cNvPr descr="image.png" id="792" name="Google Shape;792;g409c8fc2ecc_0_135"/>
          <p:cNvPicPr preferRelativeResize="0"/>
          <p:nvPr/>
        </p:nvPicPr>
        <p:blipFill rotWithShape="1">
          <a:blip r:embed="rId2">
            <a:alphaModFix/>
          </a:blip>
          <a:srcRect b="0" l="0" r="0" t="0"/>
          <a:stretch/>
        </p:blipFill>
        <p:spPr>
          <a:xfrm>
            <a:off x="8302752" y="0"/>
            <a:ext cx="841248" cy="1781325"/>
          </a:xfrm>
          <a:prstGeom prst="rect">
            <a:avLst/>
          </a:prstGeom>
          <a:noFill/>
          <a:ln>
            <a:noFill/>
          </a:ln>
        </p:spPr>
      </p:pic>
      <p:sp>
        <p:nvSpPr>
          <p:cNvPr id="793" name="Google Shape;793;g409c8fc2ecc_0_135"/>
          <p:cNvSpPr/>
          <p:nvPr/>
        </p:nvSpPr>
        <p:spPr>
          <a:xfrm>
            <a:off x="402336" y="1993392"/>
            <a:ext cx="1335024" cy="914400"/>
          </a:xfrm>
          <a:prstGeom prst="roundRect">
            <a:avLst>
              <a:gd fmla="val 16667" name="adj"/>
            </a:avLst>
          </a:prstGeom>
          <a:solidFill>
            <a:srgbClr val="1712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4" name="Google Shape;794;g409c8fc2ecc_0_135"/>
          <p:cNvSpPr txBox="1"/>
          <p:nvPr/>
        </p:nvSpPr>
        <p:spPr>
          <a:xfrm>
            <a:off x="539496" y="2231136"/>
            <a:ext cx="1060704" cy="192024"/>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1050" u="none" cap="none" strike="noStrike">
                <a:solidFill>
                  <a:srgbClr val="FFFFFF"/>
                </a:solidFill>
                <a:latin typeface="Plus Jakarta Sans"/>
                <a:ea typeface="Plus Jakarta Sans"/>
                <a:cs typeface="Plus Jakarta Sans"/>
                <a:sym typeface="Plus Jakarta Sans"/>
              </a:rPr>
              <a:t>Run Gate Review</a:t>
            </a:r>
            <a:endParaRPr/>
          </a:p>
        </p:txBody>
      </p:sp>
      <p:sp>
        <p:nvSpPr>
          <p:cNvPr id="795" name="Google Shape;795;g409c8fc2ecc_0_135"/>
          <p:cNvSpPr txBox="1"/>
          <p:nvPr/>
        </p:nvSpPr>
        <p:spPr>
          <a:xfrm>
            <a:off x="539496" y="2523744"/>
            <a:ext cx="1060704" cy="155448"/>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670" u="none" cap="none" strike="noStrike">
                <a:solidFill>
                  <a:srgbClr val="C7C2FF"/>
                </a:solidFill>
                <a:latin typeface="Plus Jakarta Sans Light"/>
                <a:ea typeface="Plus Jakarta Sans Light"/>
                <a:cs typeface="Plus Jakarta Sans Light"/>
                <a:sym typeface="Plus Jakarta Sans Light"/>
              </a:rPr>
              <a:t>SSE live updates</a:t>
            </a:r>
            <a:endParaRPr/>
          </a:p>
        </p:txBody>
      </p:sp>
      <p:sp>
        <p:nvSpPr>
          <p:cNvPr id="796" name="Google Shape;796;g409c8fc2ecc_0_135"/>
          <p:cNvSpPr/>
          <p:nvPr/>
        </p:nvSpPr>
        <p:spPr>
          <a:xfrm>
            <a:off x="2194560" y="1188720"/>
            <a:ext cx="2139696" cy="475488"/>
          </a:xfrm>
          <a:prstGeom prst="roundRect">
            <a:avLst>
              <a:gd fmla="val 16667" name="adj"/>
            </a:avLst>
          </a:prstGeom>
          <a:solidFill>
            <a:srgbClr val="FFFFFF"/>
          </a:solidFill>
          <a:ln cap="flat" cmpd="sng" w="10150">
            <a:solidFill>
              <a:srgbClr val="5B50F6"/>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797" name="Google Shape;797;g409c8fc2ecc_0_135"/>
          <p:cNvSpPr txBox="1"/>
          <p:nvPr/>
        </p:nvSpPr>
        <p:spPr>
          <a:xfrm>
            <a:off x="2340864" y="1271016"/>
            <a:ext cx="1024128" cy="155448"/>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860" u="none" cap="none" strike="noStrike">
                <a:solidFill>
                  <a:srgbClr val="171242"/>
                </a:solidFill>
                <a:latin typeface="Plus Jakarta Sans"/>
                <a:ea typeface="Plus Jakarta Sans"/>
                <a:cs typeface="Plus Jakarta Sans"/>
                <a:sym typeface="Plus Jakarta Sans"/>
              </a:rPr>
              <a:t>Coverage</a:t>
            </a:r>
            <a:endParaRPr/>
          </a:p>
        </p:txBody>
      </p:sp>
      <p:sp>
        <p:nvSpPr>
          <p:cNvPr id="798" name="Google Shape;798;g409c8fc2ecc_0_135"/>
          <p:cNvSpPr txBox="1"/>
          <p:nvPr/>
        </p:nvSpPr>
        <p:spPr>
          <a:xfrm>
            <a:off x="3310128" y="1280160"/>
            <a:ext cx="877824" cy="146304"/>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 sz="680" u="none" cap="none" strike="noStrike">
                <a:solidFill>
                  <a:srgbClr val="667085"/>
                </a:solidFill>
                <a:latin typeface="Plus Jakarta Sans Light"/>
                <a:ea typeface="Plus Jakarta Sans Light"/>
                <a:cs typeface="Plus Jakarta Sans Light"/>
                <a:sym typeface="Plus Jakarta Sans Light"/>
              </a:rPr>
              <a:t>Coverage &amp; gaps</a:t>
            </a:r>
            <a:endParaRPr/>
          </a:p>
        </p:txBody>
      </p:sp>
      <p:cxnSp>
        <p:nvCxnSpPr>
          <p:cNvPr id="799" name="Google Shape;799;g409c8fc2ecc_0_135"/>
          <p:cNvCxnSpPr/>
          <p:nvPr/>
        </p:nvCxnSpPr>
        <p:spPr>
          <a:xfrm flipH="1" rot="10800000">
            <a:off x="1737360" y="1426464"/>
            <a:ext cx="411480" cy="1024128"/>
          </a:xfrm>
          <a:prstGeom prst="straightConnector1">
            <a:avLst/>
          </a:prstGeom>
          <a:noFill/>
          <a:ln cap="flat" cmpd="sng" w="13950">
            <a:solidFill>
              <a:srgbClr val="5B50F6"/>
            </a:solidFill>
            <a:prstDash val="solid"/>
            <a:round/>
            <a:headEnd len="sm" w="sm" type="none"/>
            <a:tailEnd len="med" w="med" type="triangle"/>
          </a:ln>
          <a:effectLst>
            <a:outerShdw blurRad="40000" rotWithShape="0" dir="5400000" dist="20000">
              <a:srgbClr val="000000">
                <a:alpha val="38039"/>
              </a:srgbClr>
            </a:outerShdw>
          </a:effectLst>
        </p:spPr>
      </p:cxnSp>
      <p:sp>
        <p:nvSpPr>
          <p:cNvPr id="800" name="Google Shape;800;g409c8fc2ecc_0_135"/>
          <p:cNvSpPr/>
          <p:nvPr/>
        </p:nvSpPr>
        <p:spPr>
          <a:xfrm>
            <a:off x="2194560" y="1847088"/>
            <a:ext cx="2139696" cy="475488"/>
          </a:xfrm>
          <a:prstGeom prst="roundRect">
            <a:avLst>
              <a:gd fmla="val 16667" name="adj"/>
            </a:avLst>
          </a:prstGeom>
          <a:solidFill>
            <a:srgbClr val="FFFFFF"/>
          </a:solidFill>
          <a:ln cap="flat" cmpd="sng" w="10150">
            <a:solidFill>
              <a:srgbClr val="5B50F6"/>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1" name="Google Shape;801;g409c8fc2ecc_0_135"/>
          <p:cNvSpPr txBox="1"/>
          <p:nvPr/>
        </p:nvSpPr>
        <p:spPr>
          <a:xfrm>
            <a:off x="2340864" y="1929384"/>
            <a:ext cx="1024128" cy="155448"/>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860" u="none" cap="none" strike="noStrike">
                <a:solidFill>
                  <a:srgbClr val="171242"/>
                </a:solidFill>
                <a:latin typeface="Plus Jakarta Sans"/>
                <a:ea typeface="Plus Jakarta Sans"/>
                <a:cs typeface="Plus Jakarta Sans"/>
                <a:sym typeface="Plus Jakarta Sans"/>
              </a:rPr>
              <a:t>Test Verdict</a:t>
            </a:r>
            <a:endParaRPr/>
          </a:p>
        </p:txBody>
      </p:sp>
      <p:sp>
        <p:nvSpPr>
          <p:cNvPr id="802" name="Google Shape;802;g409c8fc2ecc_0_135"/>
          <p:cNvSpPr txBox="1"/>
          <p:nvPr/>
        </p:nvSpPr>
        <p:spPr>
          <a:xfrm>
            <a:off x="3310128" y="1938528"/>
            <a:ext cx="877824" cy="146304"/>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 sz="680" u="none" cap="none" strike="noStrike">
                <a:solidFill>
                  <a:srgbClr val="667085"/>
                </a:solidFill>
                <a:latin typeface="Plus Jakarta Sans Light"/>
                <a:ea typeface="Plus Jakarta Sans Light"/>
                <a:cs typeface="Plus Jakarta Sans Light"/>
                <a:sym typeface="Plus Jakarta Sans Light"/>
              </a:rPr>
              <a:t>DVP&amp;R verdicts</a:t>
            </a:r>
            <a:endParaRPr/>
          </a:p>
        </p:txBody>
      </p:sp>
      <p:cxnSp>
        <p:nvCxnSpPr>
          <p:cNvPr id="803" name="Google Shape;803;g409c8fc2ecc_0_135"/>
          <p:cNvCxnSpPr/>
          <p:nvPr/>
        </p:nvCxnSpPr>
        <p:spPr>
          <a:xfrm flipH="1" rot="10800000">
            <a:off x="1737360" y="2084832"/>
            <a:ext cx="411480" cy="365760"/>
          </a:xfrm>
          <a:prstGeom prst="straightConnector1">
            <a:avLst/>
          </a:prstGeom>
          <a:noFill/>
          <a:ln cap="flat" cmpd="sng" w="13950">
            <a:solidFill>
              <a:srgbClr val="5B50F6"/>
            </a:solidFill>
            <a:prstDash val="solid"/>
            <a:round/>
            <a:headEnd len="sm" w="sm" type="none"/>
            <a:tailEnd len="med" w="med" type="triangle"/>
          </a:ln>
          <a:effectLst>
            <a:outerShdw blurRad="40000" rotWithShape="0" dir="5400000" dist="20000">
              <a:srgbClr val="000000">
                <a:alpha val="38039"/>
              </a:srgbClr>
            </a:outerShdw>
          </a:effectLst>
        </p:spPr>
      </p:cxnSp>
      <p:sp>
        <p:nvSpPr>
          <p:cNvPr id="804" name="Google Shape;804;g409c8fc2ecc_0_135"/>
          <p:cNvSpPr/>
          <p:nvPr/>
        </p:nvSpPr>
        <p:spPr>
          <a:xfrm>
            <a:off x="2194560" y="2505456"/>
            <a:ext cx="2139696" cy="475488"/>
          </a:xfrm>
          <a:prstGeom prst="roundRect">
            <a:avLst>
              <a:gd fmla="val 16667" name="adj"/>
            </a:avLst>
          </a:prstGeom>
          <a:solidFill>
            <a:srgbClr val="FFFFFF"/>
          </a:solidFill>
          <a:ln cap="flat" cmpd="sng" w="10150">
            <a:solidFill>
              <a:srgbClr val="5B50F6"/>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5" name="Google Shape;805;g409c8fc2ecc_0_135"/>
          <p:cNvSpPr txBox="1"/>
          <p:nvPr/>
        </p:nvSpPr>
        <p:spPr>
          <a:xfrm>
            <a:off x="2340864" y="2587752"/>
            <a:ext cx="1024128" cy="155448"/>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860" u="none" cap="none" strike="noStrike">
                <a:solidFill>
                  <a:srgbClr val="171242"/>
                </a:solidFill>
                <a:latin typeface="Plus Jakarta Sans"/>
                <a:ea typeface="Plus Jakarta Sans"/>
                <a:cs typeface="Plus Jakarta Sans"/>
                <a:sym typeface="Plus Jakarta Sans"/>
              </a:rPr>
              <a:t>Compliance</a:t>
            </a:r>
            <a:endParaRPr/>
          </a:p>
        </p:txBody>
      </p:sp>
      <p:sp>
        <p:nvSpPr>
          <p:cNvPr id="806" name="Google Shape;806;g409c8fc2ecc_0_135"/>
          <p:cNvSpPr txBox="1"/>
          <p:nvPr/>
        </p:nvSpPr>
        <p:spPr>
          <a:xfrm>
            <a:off x="3310128" y="2596896"/>
            <a:ext cx="877824" cy="146304"/>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 sz="680" u="none" cap="none" strike="noStrike">
                <a:solidFill>
                  <a:srgbClr val="667085"/>
                </a:solidFill>
                <a:latin typeface="Plus Jakarta Sans Light"/>
                <a:ea typeface="Plus Jakarta Sans Light"/>
                <a:cs typeface="Plus Jakarta Sans Light"/>
                <a:sym typeface="Plus Jakarta Sans Light"/>
              </a:rPr>
              <a:t>Standards coverage</a:t>
            </a:r>
            <a:endParaRPr/>
          </a:p>
        </p:txBody>
      </p:sp>
      <p:cxnSp>
        <p:nvCxnSpPr>
          <p:cNvPr id="807" name="Google Shape;807;g409c8fc2ecc_0_135"/>
          <p:cNvCxnSpPr/>
          <p:nvPr/>
        </p:nvCxnSpPr>
        <p:spPr>
          <a:xfrm>
            <a:off x="1737360" y="2450592"/>
            <a:ext cx="411480" cy="292608"/>
          </a:xfrm>
          <a:prstGeom prst="straightConnector1">
            <a:avLst/>
          </a:prstGeom>
          <a:noFill/>
          <a:ln cap="flat" cmpd="sng" w="13950">
            <a:solidFill>
              <a:srgbClr val="5B50F6"/>
            </a:solidFill>
            <a:prstDash val="solid"/>
            <a:round/>
            <a:headEnd len="sm" w="sm" type="none"/>
            <a:tailEnd len="med" w="med" type="triangle"/>
          </a:ln>
          <a:effectLst>
            <a:outerShdw blurRad="40000" rotWithShape="0" dir="5400000" dist="20000">
              <a:srgbClr val="000000">
                <a:alpha val="38039"/>
              </a:srgbClr>
            </a:outerShdw>
          </a:effectLst>
        </p:spPr>
      </p:cxnSp>
      <p:sp>
        <p:nvSpPr>
          <p:cNvPr id="808" name="Google Shape;808;g409c8fc2ecc_0_135"/>
          <p:cNvSpPr/>
          <p:nvPr/>
        </p:nvSpPr>
        <p:spPr>
          <a:xfrm>
            <a:off x="2194560" y="3163824"/>
            <a:ext cx="2139696" cy="475488"/>
          </a:xfrm>
          <a:prstGeom prst="roundRect">
            <a:avLst>
              <a:gd fmla="val 16667" name="adj"/>
            </a:avLst>
          </a:prstGeom>
          <a:solidFill>
            <a:srgbClr val="FFFFFF"/>
          </a:solidFill>
          <a:ln cap="flat" cmpd="sng" w="10150">
            <a:solidFill>
              <a:srgbClr val="5B50F6"/>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09" name="Google Shape;809;g409c8fc2ecc_0_135"/>
          <p:cNvSpPr txBox="1"/>
          <p:nvPr/>
        </p:nvSpPr>
        <p:spPr>
          <a:xfrm>
            <a:off x="2340864" y="3246120"/>
            <a:ext cx="1024128" cy="155448"/>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860" u="none" cap="none" strike="noStrike">
                <a:solidFill>
                  <a:srgbClr val="171242"/>
                </a:solidFill>
                <a:latin typeface="Plus Jakarta Sans"/>
                <a:ea typeface="Plus Jakarta Sans"/>
                <a:cs typeface="Plus Jakarta Sans"/>
                <a:sym typeface="Plus Jakarta Sans"/>
              </a:rPr>
              <a:t>Design Risk</a:t>
            </a:r>
            <a:endParaRPr/>
          </a:p>
        </p:txBody>
      </p:sp>
      <p:sp>
        <p:nvSpPr>
          <p:cNvPr id="810" name="Google Shape;810;g409c8fc2ecc_0_135"/>
          <p:cNvSpPr txBox="1"/>
          <p:nvPr/>
        </p:nvSpPr>
        <p:spPr>
          <a:xfrm>
            <a:off x="3310128" y="3255264"/>
            <a:ext cx="877824" cy="146304"/>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 sz="680" u="none" cap="none" strike="noStrike">
                <a:solidFill>
                  <a:srgbClr val="667085"/>
                </a:solidFill>
                <a:latin typeface="Plus Jakarta Sans Light"/>
                <a:ea typeface="Plus Jakarta Sans Light"/>
                <a:cs typeface="Plus Jakarta Sans Light"/>
                <a:sym typeface="Plus Jakarta Sans Light"/>
              </a:rPr>
              <a:t>ML risk explanation</a:t>
            </a:r>
            <a:endParaRPr/>
          </a:p>
        </p:txBody>
      </p:sp>
      <p:cxnSp>
        <p:nvCxnSpPr>
          <p:cNvPr id="811" name="Google Shape;811;g409c8fc2ecc_0_135"/>
          <p:cNvCxnSpPr/>
          <p:nvPr/>
        </p:nvCxnSpPr>
        <p:spPr>
          <a:xfrm>
            <a:off x="1737360" y="2450592"/>
            <a:ext cx="411480" cy="950976"/>
          </a:xfrm>
          <a:prstGeom prst="straightConnector1">
            <a:avLst/>
          </a:prstGeom>
          <a:noFill/>
          <a:ln cap="flat" cmpd="sng" w="13950">
            <a:solidFill>
              <a:srgbClr val="5B50F6"/>
            </a:solidFill>
            <a:prstDash val="solid"/>
            <a:round/>
            <a:headEnd len="sm" w="sm" type="none"/>
            <a:tailEnd len="med" w="med" type="triangle"/>
          </a:ln>
          <a:effectLst>
            <a:outerShdw blurRad="40000" rotWithShape="0" dir="5400000" dist="20000">
              <a:srgbClr val="000000">
                <a:alpha val="38039"/>
              </a:srgbClr>
            </a:outerShdw>
          </a:effectLst>
        </p:spPr>
      </p:cxnSp>
      <p:sp>
        <p:nvSpPr>
          <p:cNvPr id="812" name="Google Shape;812;g409c8fc2ecc_0_135"/>
          <p:cNvSpPr/>
          <p:nvPr/>
        </p:nvSpPr>
        <p:spPr>
          <a:xfrm>
            <a:off x="2194560" y="3822191"/>
            <a:ext cx="2139696" cy="475488"/>
          </a:xfrm>
          <a:prstGeom prst="roundRect">
            <a:avLst>
              <a:gd fmla="val 16667" name="adj"/>
            </a:avLst>
          </a:prstGeom>
          <a:solidFill>
            <a:srgbClr val="FFFFFF"/>
          </a:solidFill>
          <a:ln cap="flat" cmpd="sng" w="10150">
            <a:solidFill>
              <a:srgbClr val="5B50F6"/>
            </a:solidFill>
            <a:prstDash val="solid"/>
            <a:round/>
            <a:headEnd len="sm" w="sm" type="none"/>
            <a:tailEnd len="sm" w="sm" type="none"/>
          </a:ln>
          <a:effectLst>
            <a:outerShdw blurRad="85725" rotWithShape="0" dir="8100000" dist="28575">
              <a:srgbClr val="000000">
                <a:alpha val="10000"/>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3" name="Google Shape;813;g409c8fc2ecc_0_135"/>
          <p:cNvSpPr txBox="1"/>
          <p:nvPr/>
        </p:nvSpPr>
        <p:spPr>
          <a:xfrm>
            <a:off x="2340864" y="3904487"/>
            <a:ext cx="1024128" cy="155448"/>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860" u="none" cap="none" strike="noStrike">
                <a:solidFill>
                  <a:srgbClr val="171242"/>
                </a:solidFill>
                <a:latin typeface="Plus Jakarta Sans"/>
                <a:ea typeface="Plus Jakarta Sans"/>
                <a:cs typeface="Plus Jakarta Sans"/>
                <a:sym typeface="Plus Jakarta Sans"/>
              </a:rPr>
              <a:t>Knowledge Reuse</a:t>
            </a:r>
            <a:endParaRPr/>
          </a:p>
        </p:txBody>
      </p:sp>
      <p:sp>
        <p:nvSpPr>
          <p:cNvPr id="814" name="Google Shape;814;g409c8fc2ecc_0_135"/>
          <p:cNvSpPr txBox="1"/>
          <p:nvPr/>
        </p:nvSpPr>
        <p:spPr>
          <a:xfrm>
            <a:off x="3310128" y="3913631"/>
            <a:ext cx="877824" cy="146304"/>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 sz="680" u="none" cap="none" strike="noStrike">
                <a:solidFill>
                  <a:srgbClr val="667085"/>
                </a:solidFill>
                <a:latin typeface="Plus Jakarta Sans Light"/>
                <a:ea typeface="Plus Jakarta Sans Light"/>
                <a:cs typeface="Plus Jakarta Sans Light"/>
                <a:sym typeface="Plus Jakarta Sans Light"/>
              </a:rPr>
              <a:t>Historical multimodal evidence</a:t>
            </a:r>
            <a:endParaRPr/>
          </a:p>
        </p:txBody>
      </p:sp>
      <p:cxnSp>
        <p:nvCxnSpPr>
          <p:cNvPr id="815" name="Google Shape;815;g409c8fc2ecc_0_135"/>
          <p:cNvCxnSpPr/>
          <p:nvPr/>
        </p:nvCxnSpPr>
        <p:spPr>
          <a:xfrm>
            <a:off x="1737360" y="2450592"/>
            <a:ext cx="411480" cy="1609343"/>
          </a:xfrm>
          <a:prstGeom prst="straightConnector1">
            <a:avLst/>
          </a:prstGeom>
          <a:noFill/>
          <a:ln cap="flat" cmpd="sng" w="13950">
            <a:solidFill>
              <a:srgbClr val="5B50F6"/>
            </a:solidFill>
            <a:prstDash val="solid"/>
            <a:round/>
            <a:headEnd len="sm" w="sm" type="none"/>
            <a:tailEnd len="med" w="med" type="triangle"/>
          </a:ln>
          <a:effectLst>
            <a:outerShdw blurRad="40000" rotWithShape="0" dir="5400000" dist="20000">
              <a:srgbClr val="000000">
                <a:alpha val="38039"/>
              </a:srgbClr>
            </a:outerShdw>
          </a:effectLst>
        </p:spPr>
      </p:cxnSp>
      <p:sp>
        <p:nvSpPr>
          <p:cNvPr id="816" name="Google Shape;816;g409c8fc2ecc_0_135"/>
          <p:cNvSpPr/>
          <p:nvPr/>
        </p:nvSpPr>
        <p:spPr>
          <a:xfrm>
            <a:off x="4782312" y="1600200"/>
            <a:ext cx="1225296" cy="2039112"/>
          </a:xfrm>
          <a:prstGeom prst="roundRect">
            <a:avLst>
              <a:gd fmla="val 16667" name="adj"/>
            </a:avLst>
          </a:prstGeom>
          <a:solidFill>
            <a:srgbClr val="F6F7FB"/>
          </a:solidFill>
          <a:ln cap="flat" cmpd="sng" w="10150">
            <a:solidFill>
              <a:srgbClr val="D8DC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17" name="Google Shape;817;g409c8fc2ecc_0_135"/>
          <p:cNvSpPr txBox="1"/>
          <p:nvPr/>
        </p:nvSpPr>
        <p:spPr>
          <a:xfrm>
            <a:off x="4965192" y="1792224"/>
            <a:ext cx="859536" cy="201168"/>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1050" u="none" cap="none" strike="noStrike">
                <a:solidFill>
                  <a:srgbClr val="171242"/>
                </a:solidFill>
                <a:latin typeface="Plus Jakarta Sans"/>
                <a:ea typeface="Plus Jakarta Sans"/>
                <a:cs typeface="Plus Jakarta Sans"/>
                <a:sym typeface="Plus Jakarta Sans"/>
              </a:rPr>
              <a:t>Evidence package</a:t>
            </a:r>
            <a:endParaRPr/>
          </a:p>
        </p:txBody>
      </p:sp>
      <p:sp>
        <p:nvSpPr>
          <p:cNvPr id="818" name="Google Shape;818;g409c8fc2ecc_0_135"/>
          <p:cNvSpPr txBox="1"/>
          <p:nvPr/>
        </p:nvSpPr>
        <p:spPr>
          <a:xfrm>
            <a:off x="4965192" y="2212848"/>
            <a:ext cx="859536" cy="960120"/>
          </a:xfrm>
          <a:prstGeom prst="rect">
            <a:avLst/>
          </a:prstGeom>
          <a:noFill/>
          <a:ln>
            <a:noFill/>
          </a:ln>
        </p:spPr>
        <p:txBody>
          <a:bodyPr anchorCtr="0" anchor="t" bIns="0" lIns="0" spcFirstLastPara="1" rIns="0" wrap="square" tIns="0">
            <a:spAutoFit/>
          </a:bodyPr>
          <a:lstStyle/>
          <a:p>
            <a:pPr indent="0" lvl="0" marL="0" marR="0" rtl="0" algn="ctr">
              <a:lnSpc>
                <a:spcPct val="120000"/>
              </a:lnSpc>
              <a:spcBef>
                <a:spcPts val="0"/>
              </a:spcBef>
              <a:spcAft>
                <a:spcPts val="0"/>
              </a:spcAft>
              <a:buNone/>
            </a:pPr>
            <a:r>
              <a:rPr b="0" i="0" lang="en" sz="810" u="none" cap="none" strike="noStrike">
                <a:solidFill>
                  <a:srgbClr val="202136"/>
                </a:solidFill>
                <a:latin typeface="Plus Jakarta Sans Light"/>
                <a:ea typeface="Plus Jakarta Sans Light"/>
                <a:cs typeface="Plus Jakarta Sans Light"/>
                <a:sym typeface="Plus Jakarta Sans Light"/>
              </a:rPr>
              <a:t>Structured findings</a:t>
            </a:r>
            <a:endParaRPr/>
          </a:p>
          <a:p>
            <a:pPr indent="0" lvl="0" marL="0" marR="0" rtl="0" algn="ctr">
              <a:lnSpc>
                <a:spcPct val="120000"/>
              </a:lnSpc>
              <a:spcBef>
                <a:spcPts val="0"/>
              </a:spcBef>
              <a:spcAft>
                <a:spcPts val="0"/>
              </a:spcAft>
              <a:buNone/>
            </a:pPr>
            <a:r>
              <a:rPr b="0" i="0" lang="en" sz="810" u="none" cap="none" strike="noStrike">
                <a:solidFill>
                  <a:srgbClr val="202136"/>
                </a:solidFill>
                <a:latin typeface="Plus Jakarta Sans Light"/>
                <a:ea typeface="Plus Jakarta Sans Light"/>
                <a:cs typeface="Plus Jakarta Sans Light"/>
                <a:sym typeface="Plus Jakarta Sans Light"/>
              </a:rPr>
              <a:t>Source IDs</a:t>
            </a:r>
            <a:endParaRPr/>
          </a:p>
          <a:p>
            <a:pPr indent="0" lvl="0" marL="0" marR="0" rtl="0" algn="ctr">
              <a:lnSpc>
                <a:spcPct val="120000"/>
              </a:lnSpc>
              <a:spcBef>
                <a:spcPts val="0"/>
              </a:spcBef>
              <a:spcAft>
                <a:spcPts val="0"/>
              </a:spcAft>
              <a:buNone/>
            </a:pPr>
            <a:r>
              <a:rPr b="0" i="0" lang="en" sz="810" u="none" cap="none" strike="noStrike">
                <a:solidFill>
                  <a:srgbClr val="202136"/>
                </a:solidFill>
                <a:latin typeface="Plus Jakarta Sans Light"/>
                <a:ea typeface="Plus Jakarta Sans Light"/>
                <a:cs typeface="Plus Jakarta Sans Light"/>
                <a:sym typeface="Plus Jakarta Sans Light"/>
              </a:rPr>
              <a:t>Parameters &amp; thresholds</a:t>
            </a:r>
            <a:endParaRPr/>
          </a:p>
          <a:p>
            <a:pPr indent="0" lvl="0" marL="0" marR="0" rtl="0" algn="ctr">
              <a:lnSpc>
                <a:spcPct val="120000"/>
              </a:lnSpc>
              <a:spcBef>
                <a:spcPts val="0"/>
              </a:spcBef>
              <a:spcAft>
                <a:spcPts val="0"/>
              </a:spcAft>
              <a:buNone/>
            </a:pPr>
            <a:r>
              <a:rPr b="0" i="0" lang="en" sz="810" u="none" cap="none" strike="noStrike">
                <a:solidFill>
                  <a:srgbClr val="202136"/>
                </a:solidFill>
                <a:latin typeface="Plus Jakarta Sans Light"/>
                <a:ea typeface="Plus Jakarta Sans Light"/>
                <a:cs typeface="Plus Jakarta Sans Light"/>
                <a:sym typeface="Plus Jakarta Sans Light"/>
              </a:rPr>
              <a:t>Evidence hashes</a:t>
            </a:r>
            <a:endParaRPr/>
          </a:p>
        </p:txBody>
      </p:sp>
      <p:cxnSp>
        <p:nvCxnSpPr>
          <p:cNvPr id="819" name="Google Shape;819;g409c8fc2ecc_0_135"/>
          <p:cNvCxnSpPr/>
          <p:nvPr/>
        </p:nvCxnSpPr>
        <p:spPr>
          <a:xfrm>
            <a:off x="4361688" y="1426464"/>
            <a:ext cx="374904" cy="1188720"/>
          </a:xfrm>
          <a:prstGeom prst="straightConnector1">
            <a:avLst/>
          </a:prstGeom>
          <a:noFill/>
          <a:ln cap="flat" cmpd="sng" w="12700">
            <a:solidFill>
              <a:srgbClr val="5B50F6"/>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820" name="Google Shape;820;g409c8fc2ecc_0_135"/>
          <p:cNvCxnSpPr/>
          <p:nvPr/>
        </p:nvCxnSpPr>
        <p:spPr>
          <a:xfrm>
            <a:off x="4361688" y="2084832"/>
            <a:ext cx="374904" cy="530352"/>
          </a:xfrm>
          <a:prstGeom prst="straightConnector1">
            <a:avLst/>
          </a:prstGeom>
          <a:noFill/>
          <a:ln cap="flat" cmpd="sng" w="12700">
            <a:solidFill>
              <a:srgbClr val="5B50F6"/>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821" name="Google Shape;821;g409c8fc2ecc_0_135"/>
          <p:cNvCxnSpPr/>
          <p:nvPr/>
        </p:nvCxnSpPr>
        <p:spPr>
          <a:xfrm flipH="1" rot="10800000">
            <a:off x="4361688" y="2615184"/>
            <a:ext cx="374904" cy="128016"/>
          </a:xfrm>
          <a:prstGeom prst="straightConnector1">
            <a:avLst/>
          </a:prstGeom>
          <a:noFill/>
          <a:ln cap="flat" cmpd="sng" w="12700">
            <a:solidFill>
              <a:srgbClr val="5B50F6"/>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822" name="Google Shape;822;g409c8fc2ecc_0_135"/>
          <p:cNvCxnSpPr/>
          <p:nvPr/>
        </p:nvCxnSpPr>
        <p:spPr>
          <a:xfrm flipH="1" rot="10800000">
            <a:off x="4361688" y="2615184"/>
            <a:ext cx="374904" cy="786384"/>
          </a:xfrm>
          <a:prstGeom prst="straightConnector1">
            <a:avLst/>
          </a:prstGeom>
          <a:noFill/>
          <a:ln cap="flat" cmpd="sng" w="12700">
            <a:solidFill>
              <a:srgbClr val="5B50F6"/>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823" name="Google Shape;823;g409c8fc2ecc_0_135"/>
          <p:cNvCxnSpPr/>
          <p:nvPr/>
        </p:nvCxnSpPr>
        <p:spPr>
          <a:xfrm flipH="1" rot="10800000">
            <a:off x="4361688" y="2615184"/>
            <a:ext cx="374904" cy="1444751"/>
          </a:xfrm>
          <a:prstGeom prst="straightConnector1">
            <a:avLst/>
          </a:prstGeom>
          <a:noFill/>
          <a:ln cap="flat" cmpd="sng" w="12700">
            <a:solidFill>
              <a:srgbClr val="5B50F6"/>
            </a:solidFill>
            <a:prstDash val="solid"/>
            <a:round/>
            <a:headEnd len="sm" w="sm" type="none"/>
            <a:tailEnd len="med" w="med" type="triangle"/>
          </a:ln>
          <a:effectLst>
            <a:outerShdw blurRad="40000" rotWithShape="0" dir="5400000" dist="20000">
              <a:srgbClr val="000000">
                <a:alpha val="38039"/>
              </a:srgbClr>
            </a:outerShdw>
          </a:effectLst>
        </p:spPr>
      </p:cxnSp>
      <p:sp>
        <p:nvSpPr>
          <p:cNvPr id="824" name="Google Shape;824;g409c8fc2ecc_0_135"/>
          <p:cNvSpPr/>
          <p:nvPr/>
        </p:nvSpPr>
        <p:spPr>
          <a:xfrm>
            <a:off x="6428232" y="1472184"/>
            <a:ext cx="2139696" cy="1060704"/>
          </a:xfrm>
          <a:prstGeom prst="roundRect">
            <a:avLst>
              <a:gd fmla="val 16667" name="adj"/>
            </a:avLst>
          </a:prstGeom>
          <a:solidFill>
            <a:srgbClr val="1712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5" name="Google Shape;825;g409c8fc2ecc_0_135"/>
          <p:cNvSpPr txBox="1"/>
          <p:nvPr/>
        </p:nvSpPr>
        <p:spPr>
          <a:xfrm>
            <a:off x="6629400" y="1673352"/>
            <a:ext cx="1737360" cy="173736"/>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840" u="none" cap="none" strike="noStrike">
                <a:solidFill>
                  <a:srgbClr val="C7C2FF"/>
                </a:solidFill>
                <a:latin typeface="Plus Jakarta Sans"/>
                <a:ea typeface="Plus Jakarta Sans"/>
                <a:cs typeface="Plus Jakarta Sans"/>
                <a:sym typeface="Plus Jakarta Sans"/>
              </a:rPr>
              <a:t>traceability.decide()</a:t>
            </a:r>
            <a:endParaRPr/>
          </a:p>
        </p:txBody>
      </p:sp>
      <p:sp>
        <p:nvSpPr>
          <p:cNvPr id="826" name="Google Shape;826;g409c8fc2ecc_0_135"/>
          <p:cNvSpPr txBox="1"/>
          <p:nvPr/>
        </p:nvSpPr>
        <p:spPr>
          <a:xfrm>
            <a:off x="6629400" y="1956816"/>
            <a:ext cx="1737360" cy="256032"/>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1400" u="none" cap="none" strike="noStrike">
                <a:solidFill>
                  <a:srgbClr val="FFFFFF"/>
                </a:solidFill>
                <a:latin typeface="Plus Jakarta Sans"/>
                <a:ea typeface="Plus Jakarta Sans"/>
                <a:cs typeface="Plus Jakarta Sans"/>
                <a:sym typeface="Plus Jakarta Sans"/>
              </a:rPr>
              <a:t>CONDITIONAL</a:t>
            </a:r>
            <a:endParaRPr/>
          </a:p>
        </p:txBody>
      </p:sp>
      <p:cxnSp>
        <p:nvCxnSpPr>
          <p:cNvPr id="827" name="Google Shape;827;g409c8fc2ecc_0_135"/>
          <p:cNvCxnSpPr/>
          <p:nvPr/>
        </p:nvCxnSpPr>
        <p:spPr>
          <a:xfrm flipH="1" rot="10800000">
            <a:off x="6035040" y="2002536"/>
            <a:ext cx="347472" cy="612648"/>
          </a:xfrm>
          <a:prstGeom prst="straightConnector1">
            <a:avLst/>
          </a:prstGeom>
          <a:noFill/>
          <a:ln cap="flat" cmpd="sng" w="25400">
            <a:solidFill>
              <a:srgbClr val="FF5A1F"/>
            </a:solidFill>
            <a:prstDash val="solid"/>
            <a:round/>
            <a:headEnd len="sm" w="sm" type="none"/>
            <a:tailEnd len="med" w="med" type="triangle"/>
          </a:ln>
          <a:effectLst>
            <a:outerShdw blurRad="40000" rotWithShape="0" dir="5400000" dist="20000">
              <a:srgbClr val="000000">
                <a:alpha val="38039"/>
              </a:srgbClr>
            </a:outerShdw>
          </a:effectLst>
        </p:spPr>
      </p:cxnSp>
      <p:sp>
        <p:nvSpPr>
          <p:cNvPr id="828" name="Google Shape;828;g409c8fc2ecc_0_135"/>
          <p:cNvSpPr/>
          <p:nvPr/>
        </p:nvSpPr>
        <p:spPr>
          <a:xfrm>
            <a:off x="6428232" y="2816352"/>
            <a:ext cx="987552" cy="932688"/>
          </a:xfrm>
          <a:prstGeom prst="roundRect">
            <a:avLst>
              <a:gd fmla="val 16667" name="adj"/>
            </a:avLst>
          </a:prstGeom>
          <a:solidFill>
            <a:srgbClr val="EEECFF"/>
          </a:solidFill>
          <a:ln cap="flat" cmpd="sng" w="10150">
            <a:solidFill>
              <a:srgbClr val="5B50F6"/>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29" name="Google Shape;829;g409c8fc2ecc_0_135"/>
          <p:cNvSpPr txBox="1"/>
          <p:nvPr/>
        </p:nvSpPr>
        <p:spPr>
          <a:xfrm>
            <a:off x="6583680" y="3008376"/>
            <a:ext cx="676656" cy="18288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1000" u="none" cap="none" strike="noStrike">
                <a:solidFill>
                  <a:srgbClr val="171242"/>
                </a:solidFill>
                <a:latin typeface="Plus Jakarta Sans"/>
                <a:ea typeface="Plus Jakarta Sans"/>
                <a:cs typeface="Plus Jakarta Sans"/>
                <a:sym typeface="Plus Jakarta Sans"/>
              </a:rPr>
              <a:t>LLM</a:t>
            </a:r>
            <a:endParaRPr/>
          </a:p>
        </p:txBody>
      </p:sp>
      <p:sp>
        <p:nvSpPr>
          <p:cNvPr id="830" name="Google Shape;830;g409c8fc2ecc_0_135"/>
          <p:cNvSpPr txBox="1"/>
          <p:nvPr/>
        </p:nvSpPr>
        <p:spPr>
          <a:xfrm>
            <a:off x="6583680" y="3300984"/>
            <a:ext cx="676656" cy="146304"/>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720" u="none" cap="none" strike="noStrike">
                <a:solidFill>
                  <a:srgbClr val="5B50F6"/>
                </a:solidFill>
                <a:latin typeface="Plus Jakarta Sans Light"/>
                <a:ea typeface="Plus Jakarta Sans Light"/>
                <a:cs typeface="Plus Jakarta Sans Light"/>
                <a:sym typeface="Plus Jakarta Sans Light"/>
              </a:rPr>
              <a:t>Writes narrative</a:t>
            </a:r>
            <a:endParaRPr/>
          </a:p>
        </p:txBody>
      </p:sp>
      <p:sp>
        <p:nvSpPr>
          <p:cNvPr id="831" name="Google Shape;831;g409c8fc2ecc_0_135"/>
          <p:cNvSpPr/>
          <p:nvPr/>
        </p:nvSpPr>
        <p:spPr>
          <a:xfrm>
            <a:off x="7580375" y="2816352"/>
            <a:ext cx="987552" cy="932688"/>
          </a:xfrm>
          <a:prstGeom prst="roundRect">
            <a:avLst>
              <a:gd fmla="val 16667" name="adj"/>
            </a:avLst>
          </a:prstGeom>
          <a:solidFill>
            <a:srgbClr val="E8F7F2"/>
          </a:solidFill>
          <a:ln cap="flat" cmpd="sng" w="10150">
            <a:solidFill>
              <a:srgbClr val="00A87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2" name="Google Shape;832;g409c8fc2ecc_0_135"/>
          <p:cNvSpPr txBox="1"/>
          <p:nvPr/>
        </p:nvSpPr>
        <p:spPr>
          <a:xfrm>
            <a:off x="7735824" y="3008376"/>
            <a:ext cx="676656" cy="182880"/>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1000" u="none" cap="none" strike="noStrike">
                <a:solidFill>
                  <a:srgbClr val="171242"/>
                </a:solidFill>
                <a:latin typeface="Plus Jakarta Sans"/>
                <a:ea typeface="Plus Jakarta Sans"/>
                <a:cs typeface="Plus Jakarta Sans"/>
                <a:sym typeface="Plus Jakarta Sans"/>
              </a:rPr>
              <a:t>HUMAN</a:t>
            </a:r>
            <a:endParaRPr/>
          </a:p>
        </p:txBody>
      </p:sp>
      <p:sp>
        <p:nvSpPr>
          <p:cNvPr id="833" name="Google Shape;833;g409c8fc2ecc_0_135"/>
          <p:cNvSpPr txBox="1"/>
          <p:nvPr/>
        </p:nvSpPr>
        <p:spPr>
          <a:xfrm>
            <a:off x="7735824" y="3300984"/>
            <a:ext cx="676656" cy="146304"/>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720" u="none" cap="none" strike="noStrike">
                <a:solidFill>
                  <a:srgbClr val="00A878"/>
                </a:solidFill>
                <a:latin typeface="Plus Jakarta Sans Light"/>
                <a:ea typeface="Plus Jakarta Sans Light"/>
                <a:cs typeface="Plus Jakarta Sans Light"/>
                <a:sym typeface="Plus Jakarta Sans Light"/>
              </a:rPr>
              <a:t>Final decision</a:t>
            </a:r>
            <a:endParaRPr/>
          </a:p>
        </p:txBody>
      </p:sp>
      <p:cxnSp>
        <p:nvCxnSpPr>
          <p:cNvPr id="834" name="Google Shape;834;g409c8fc2ecc_0_135"/>
          <p:cNvCxnSpPr/>
          <p:nvPr/>
        </p:nvCxnSpPr>
        <p:spPr>
          <a:xfrm flipH="1">
            <a:off x="6922008" y="2551176"/>
            <a:ext cx="576071" cy="219456"/>
          </a:xfrm>
          <a:prstGeom prst="straightConnector1">
            <a:avLst/>
          </a:prstGeom>
          <a:noFill/>
          <a:ln cap="flat" cmpd="sng" w="15225">
            <a:solidFill>
              <a:srgbClr val="5B50F6"/>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835" name="Google Shape;835;g409c8fc2ecc_0_135"/>
          <p:cNvCxnSpPr/>
          <p:nvPr/>
        </p:nvCxnSpPr>
        <p:spPr>
          <a:xfrm>
            <a:off x="7498079" y="2551176"/>
            <a:ext cx="576073" cy="219456"/>
          </a:xfrm>
          <a:prstGeom prst="straightConnector1">
            <a:avLst/>
          </a:prstGeom>
          <a:noFill/>
          <a:ln cap="flat" cmpd="sng" w="15225">
            <a:solidFill>
              <a:srgbClr val="00A878"/>
            </a:solidFill>
            <a:prstDash val="solid"/>
            <a:round/>
            <a:headEnd len="sm" w="sm" type="none"/>
            <a:tailEnd len="med" w="med" type="triangle"/>
          </a:ln>
          <a:effectLst>
            <a:outerShdw blurRad="40000" rotWithShape="0" dir="5400000" dist="20000">
              <a:srgbClr val="000000">
                <a:alpha val="38039"/>
              </a:srgbClr>
            </a:outerShdw>
          </a:effectLst>
        </p:spPr>
      </p:cxnSp>
      <p:sp>
        <p:nvSpPr>
          <p:cNvPr id="836" name="Google Shape;836;g409c8fc2ecc_0_135"/>
          <p:cNvSpPr/>
          <p:nvPr/>
        </p:nvSpPr>
        <p:spPr>
          <a:xfrm>
            <a:off x="530352" y="4361688"/>
            <a:ext cx="1627632" cy="256032"/>
          </a:xfrm>
          <a:prstGeom prst="roundRect">
            <a:avLst>
              <a:gd fmla="val 16667" name="adj"/>
            </a:avLst>
          </a:prstGeom>
          <a:solidFill>
            <a:srgbClr val="FFF1EB"/>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37" name="Google Shape;837;g409c8fc2ecc_0_135"/>
          <p:cNvSpPr txBox="1"/>
          <p:nvPr/>
        </p:nvSpPr>
        <p:spPr>
          <a:xfrm>
            <a:off x="530352" y="4370831"/>
            <a:ext cx="1627632" cy="219456"/>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 sz="750" u="none" cap="none" strike="noStrike">
                <a:solidFill>
                  <a:srgbClr val="FF5A1F"/>
                </a:solidFill>
                <a:latin typeface="Plus Jakarta Sans Light"/>
                <a:ea typeface="Plus Jakarta Sans Light"/>
                <a:cs typeface="Plus Jakarta Sans Light"/>
                <a:sym typeface="Plus Jakarta Sans Light"/>
              </a:rPr>
              <a:t>Same input = Same result</a:t>
            </a:r>
            <a:endParaRPr/>
          </a:p>
        </p:txBody>
      </p:sp>
      <p:sp>
        <p:nvSpPr>
          <p:cNvPr id="838" name="Google Shape;838;g409c8fc2ecc_0_135"/>
          <p:cNvSpPr txBox="1"/>
          <p:nvPr/>
        </p:nvSpPr>
        <p:spPr>
          <a:xfrm>
            <a:off x="4416542" y="4421070"/>
            <a:ext cx="4151400" cy="117000"/>
          </a:xfrm>
          <a:prstGeom prst="rect">
            <a:avLst/>
          </a:prstGeom>
          <a:noFill/>
          <a:ln>
            <a:noFill/>
          </a:ln>
        </p:spPr>
        <p:txBody>
          <a:bodyPr anchorCtr="0" anchor="t" bIns="0" lIns="0" spcFirstLastPara="1" rIns="0" wrap="square" tIns="0">
            <a:spAutoFit/>
          </a:bodyPr>
          <a:lstStyle/>
          <a:p>
            <a:pPr indent="0" lvl="0" marL="0" marR="0" rtl="0" algn="r">
              <a:lnSpc>
                <a:spcPct val="105000"/>
              </a:lnSpc>
              <a:spcBef>
                <a:spcPts val="0"/>
              </a:spcBef>
              <a:spcAft>
                <a:spcPts val="0"/>
              </a:spcAft>
              <a:buNone/>
            </a:pPr>
            <a:r>
              <a:rPr b="0" i="0" lang="en" sz="760" u="none" cap="none" strike="noStrike">
                <a:solidFill>
                  <a:srgbClr val="667085"/>
                </a:solidFill>
                <a:latin typeface="Plus Jakarta Sans Light"/>
                <a:ea typeface="Plus Jakarta Sans Light"/>
                <a:cs typeface="Plus Jakarta Sans Light"/>
                <a:sym typeface="Plus Jakarta Sans Light"/>
              </a:rPr>
              <a:t>Every recommendation can be replayed to its source data, thresholds, model version and cited assets.</a:t>
            </a:r>
            <a:endParaRPr/>
          </a:p>
        </p:txBody>
      </p:sp>
      <p:sp>
        <p:nvSpPr>
          <p:cNvPr id="839" name="Google Shape;839;g409c8fc2ecc_0_135"/>
          <p:cNvSpPr/>
          <p:nvPr/>
        </p:nvSpPr>
        <p:spPr>
          <a:xfrm>
            <a:off x="0" y="5065776"/>
            <a:ext cx="9144000" cy="73152"/>
          </a:xfrm>
          <a:prstGeom prst="rect">
            <a:avLst/>
          </a:prstGeom>
          <a:solidFill>
            <a:srgbClr val="FF5A1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840" name="Google Shape;840;g409c8fc2ecc_0_135"/>
          <p:cNvPicPr preferRelativeResize="0"/>
          <p:nvPr/>
        </p:nvPicPr>
        <p:blipFill rotWithShape="1">
          <a:blip r:embed="rId3">
            <a:alphaModFix/>
          </a:blip>
          <a:srcRect b="0" l="0" r="0" t="0"/>
          <a:stretch/>
        </p:blipFill>
        <p:spPr>
          <a:xfrm>
            <a:off x="7562088" y="4754880"/>
            <a:ext cx="1115568" cy="140029"/>
          </a:xfrm>
          <a:prstGeom prst="rect">
            <a:avLst/>
          </a:prstGeom>
          <a:noFill/>
          <a:ln>
            <a:noFill/>
          </a:ln>
        </p:spPr>
      </p:pic>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846" name="Google Shape;846;g409c8fc2ecc_0_157"/>
          <p:cNvSpPr txBox="1"/>
          <p:nvPr/>
        </p:nvSpPr>
        <p:spPr>
          <a:xfrm>
            <a:off x="530352" y="283464"/>
            <a:ext cx="7607700" cy="354000"/>
          </a:xfrm>
          <a:prstGeom prst="rect">
            <a:avLst/>
          </a:prstGeom>
          <a:noFill/>
          <a:ln>
            <a:noFill/>
          </a:ln>
        </p:spPr>
        <p:txBody>
          <a:bodyPr anchorCtr="0" anchor="t" bIns="0" lIns="91425" spcFirstLastPara="1" rIns="0" wrap="square" tIns="0">
            <a:spAutoFit/>
          </a:bodyPr>
          <a:lstStyle/>
          <a:p>
            <a:pPr indent="0" lvl="0" marL="0" marR="0" rtl="0" algn="l">
              <a:lnSpc>
                <a:spcPct val="105000"/>
              </a:lnSpc>
              <a:spcBef>
                <a:spcPts val="0"/>
              </a:spcBef>
              <a:spcAft>
                <a:spcPts val="0"/>
              </a:spcAft>
              <a:buNone/>
            </a:pPr>
            <a:r>
              <a:rPr b="0" i="0" lang="en" sz="2300" u="none" cap="none" strike="noStrike">
                <a:solidFill>
                  <a:srgbClr val="171242"/>
                </a:solidFill>
                <a:latin typeface="Plus Jakarta Sans"/>
                <a:ea typeface="Plus Jakarta Sans"/>
                <a:cs typeface="Plus Jakarta Sans"/>
                <a:sym typeface="Plus Jakarta Sans"/>
              </a:rPr>
              <a:t>One Prototype, Four Reusable Capabilities</a:t>
            </a:r>
            <a:endParaRPr/>
          </a:p>
        </p:txBody>
      </p:sp>
      <p:sp>
        <p:nvSpPr>
          <p:cNvPr id="847" name="Google Shape;847;g409c8fc2ecc_0_157"/>
          <p:cNvSpPr txBox="1"/>
          <p:nvPr/>
        </p:nvSpPr>
        <p:spPr>
          <a:xfrm>
            <a:off x="530352" y="731520"/>
            <a:ext cx="7607700" cy="169200"/>
          </a:xfrm>
          <a:prstGeom prst="rect">
            <a:avLst/>
          </a:prstGeom>
          <a:noFill/>
          <a:ln>
            <a:noFill/>
          </a:ln>
        </p:spPr>
        <p:txBody>
          <a:bodyPr anchorCtr="0" anchor="t" bIns="0" lIns="91425" spcFirstLastPara="1" rIns="0" wrap="square" tIns="0">
            <a:spAutoFit/>
          </a:bodyPr>
          <a:lstStyle/>
          <a:p>
            <a:pPr indent="0" lvl="0" marL="0" marR="0" rtl="0" algn="l">
              <a:lnSpc>
                <a:spcPct val="105000"/>
              </a:lnSpc>
              <a:spcBef>
                <a:spcPts val="0"/>
              </a:spcBef>
              <a:spcAft>
                <a:spcPts val="0"/>
              </a:spcAft>
              <a:buNone/>
            </a:pPr>
            <a:r>
              <a:rPr b="0" i="0" lang="en" sz="1100" u="none" cap="none" strike="noStrike">
                <a:solidFill>
                  <a:srgbClr val="5B50F6"/>
                </a:solidFill>
                <a:latin typeface="Plus Jakarta Sans Medium"/>
                <a:ea typeface="Plus Jakarta Sans Medium"/>
                <a:cs typeface="Plus Jakarta Sans Medium"/>
                <a:sym typeface="Plus Jakarta Sans Medium"/>
              </a:rPr>
              <a:t>From engineering data to a human gate decision: traditional ML, Agentic AI and multimodal knowledge indexing work together in one Cloudera AI application.</a:t>
            </a:r>
            <a:endParaRPr/>
          </a:p>
        </p:txBody>
      </p:sp>
      <p:pic>
        <p:nvPicPr>
          <p:cNvPr descr="image.png" id="848" name="Google Shape;848;g409c8fc2ecc_0_157"/>
          <p:cNvPicPr preferRelativeResize="0"/>
          <p:nvPr/>
        </p:nvPicPr>
        <p:blipFill rotWithShape="1">
          <a:blip r:embed="rId2">
            <a:alphaModFix/>
          </a:blip>
          <a:srcRect b="0" l="0" r="0" t="0"/>
          <a:stretch/>
        </p:blipFill>
        <p:spPr>
          <a:xfrm>
            <a:off x="8302752" y="0"/>
            <a:ext cx="841248" cy="1781325"/>
          </a:xfrm>
          <a:prstGeom prst="rect">
            <a:avLst/>
          </a:prstGeom>
          <a:noFill/>
          <a:ln>
            <a:noFill/>
          </a:ln>
        </p:spPr>
      </p:pic>
      <p:sp>
        <p:nvSpPr>
          <p:cNvPr id="849" name="Google Shape;849;g409c8fc2ecc_0_157"/>
          <p:cNvSpPr/>
          <p:nvPr/>
        </p:nvSpPr>
        <p:spPr>
          <a:xfrm>
            <a:off x="411480" y="1216152"/>
            <a:ext cx="1874519" cy="2487168"/>
          </a:xfrm>
          <a:prstGeom prst="roundRect">
            <a:avLst>
              <a:gd fmla="val 16667" name="adj"/>
            </a:avLst>
          </a:prstGeom>
          <a:solidFill>
            <a:srgbClr val="FFFFFF"/>
          </a:solidFill>
          <a:ln cap="flat" cmpd="sng" w="10150">
            <a:solidFill>
              <a:srgbClr val="D8DC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0" name="Google Shape;850;g409c8fc2ecc_0_157"/>
          <p:cNvSpPr/>
          <p:nvPr/>
        </p:nvSpPr>
        <p:spPr>
          <a:xfrm>
            <a:off x="557784" y="1453896"/>
            <a:ext cx="256032" cy="256032"/>
          </a:xfrm>
          <a:prstGeom prst="ellipse">
            <a:avLst/>
          </a:prstGeom>
          <a:solidFill>
            <a:srgbClr val="5B50F6"/>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1" name="Google Shape;851;g409c8fc2ecc_0_157"/>
          <p:cNvSpPr txBox="1"/>
          <p:nvPr/>
        </p:nvSpPr>
        <p:spPr>
          <a:xfrm>
            <a:off x="557784" y="1458468"/>
            <a:ext cx="256032" cy="2286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 sz="800" u="none" cap="none" strike="noStrike">
                <a:solidFill>
                  <a:srgbClr val="FFFFFF"/>
                </a:solidFill>
                <a:latin typeface="Plus Jakarta Sans Light"/>
                <a:ea typeface="Plus Jakarta Sans Light"/>
                <a:cs typeface="Plus Jakarta Sans Light"/>
                <a:sym typeface="Plus Jakarta Sans Light"/>
              </a:rPr>
              <a:t>01</a:t>
            </a:r>
            <a:endParaRPr/>
          </a:p>
        </p:txBody>
      </p:sp>
      <p:sp>
        <p:nvSpPr>
          <p:cNvPr id="852" name="Google Shape;852;g409c8fc2ecc_0_157"/>
          <p:cNvSpPr txBox="1"/>
          <p:nvPr/>
        </p:nvSpPr>
        <p:spPr>
          <a:xfrm>
            <a:off x="557784" y="1856231"/>
            <a:ext cx="1572768" cy="448056"/>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1060" u="none" cap="none" strike="noStrike">
                <a:solidFill>
                  <a:srgbClr val="171242"/>
                </a:solidFill>
                <a:latin typeface="Plus Jakarta Sans"/>
                <a:ea typeface="Plus Jakarta Sans"/>
                <a:cs typeface="Plus Jakarta Sans"/>
                <a:sym typeface="Plus Jakarta Sans"/>
              </a:rPr>
              <a:t>DATA &amp; ENGINEERING KNOWLEDGE</a:t>
            </a:r>
            <a:endParaRPr/>
          </a:p>
        </p:txBody>
      </p:sp>
      <p:sp>
        <p:nvSpPr>
          <p:cNvPr id="853" name="Google Shape;853;g409c8fc2ecc_0_157"/>
          <p:cNvSpPr txBox="1"/>
          <p:nvPr/>
        </p:nvSpPr>
        <p:spPr>
          <a:xfrm>
            <a:off x="557784" y="2423160"/>
            <a:ext cx="1572768" cy="960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750" u="none" cap="none" strike="noStrike">
                <a:solidFill>
                  <a:srgbClr val="202136"/>
                </a:solidFill>
                <a:latin typeface="Plus Jakarta Sans Light"/>
                <a:ea typeface="Plus Jakarta Sans Light"/>
                <a:cs typeface="Plus Jakarta Sans Light"/>
                <a:sym typeface="Plus Jakarta Sans Light"/>
              </a:rPr>
              <a:t>Requirements · design parameters · BOM · tests</a:t>
            </a:r>
            <a:endParaRPr/>
          </a:p>
          <a:p>
            <a:pPr indent="0" lvl="0" marL="0" marR="0" rtl="0" algn="l">
              <a:lnSpc>
                <a:spcPct val="120000"/>
              </a:lnSpc>
              <a:spcBef>
                <a:spcPts val="0"/>
              </a:spcBef>
              <a:spcAft>
                <a:spcPts val="0"/>
              </a:spcAft>
              <a:buNone/>
            </a:pPr>
            <a:r>
              <a:rPr b="0" i="0" lang="en" sz="750" u="none" cap="none" strike="noStrike">
                <a:solidFill>
                  <a:srgbClr val="202136"/>
                </a:solidFill>
                <a:latin typeface="Plus Jakarta Sans Light"/>
                <a:ea typeface="Plus Jakarta Sans Light"/>
                <a:cs typeface="Plus Jakarta Sans Light"/>
                <a:sym typeface="Plus Jakarta Sans Light"/>
              </a:rPr>
              <a:t>End-to-end traceability &amp; gap detection</a:t>
            </a:r>
            <a:endParaRPr/>
          </a:p>
          <a:p>
            <a:pPr indent="0" lvl="0" marL="0" marR="0" rtl="0" algn="l">
              <a:lnSpc>
                <a:spcPct val="120000"/>
              </a:lnSpc>
              <a:spcBef>
                <a:spcPts val="0"/>
              </a:spcBef>
              <a:spcAft>
                <a:spcPts val="0"/>
              </a:spcAft>
              <a:buNone/>
            </a:pPr>
            <a:r>
              <a:rPr b="0" i="0" lang="en" sz="750" u="none" cap="none" strike="noStrike">
                <a:solidFill>
                  <a:srgbClr val="202136"/>
                </a:solidFill>
                <a:latin typeface="Plus Jakarta Sans Light"/>
                <a:ea typeface="Plus Jakarta Sans Light"/>
                <a:cs typeface="Plus Jakarta Sans Light"/>
                <a:sym typeface="Plus Jakarta Sans Light"/>
              </a:rPr>
              <a:t>One API for real PLM / MES / ERP</a:t>
            </a:r>
            <a:endParaRPr/>
          </a:p>
        </p:txBody>
      </p:sp>
      <p:sp>
        <p:nvSpPr>
          <p:cNvPr id="854" name="Google Shape;854;g409c8fc2ecc_0_157"/>
          <p:cNvSpPr/>
          <p:nvPr/>
        </p:nvSpPr>
        <p:spPr>
          <a:xfrm>
            <a:off x="2468880" y="1216152"/>
            <a:ext cx="1874519" cy="2487168"/>
          </a:xfrm>
          <a:prstGeom prst="roundRect">
            <a:avLst>
              <a:gd fmla="val 16667" name="adj"/>
            </a:avLst>
          </a:prstGeom>
          <a:solidFill>
            <a:srgbClr val="FFFFFF"/>
          </a:solidFill>
          <a:ln cap="flat" cmpd="sng" w="10150">
            <a:solidFill>
              <a:srgbClr val="D8DC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5" name="Google Shape;855;g409c8fc2ecc_0_157"/>
          <p:cNvSpPr/>
          <p:nvPr/>
        </p:nvSpPr>
        <p:spPr>
          <a:xfrm>
            <a:off x="2615184" y="1453896"/>
            <a:ext cx="256032" cy="256032"/>
          </a:xfrm>
          <a:prstGeom prst="ellipse">
            <a:avLst/>
          </a:prstGeom>
          <a:solidFill>
            <a:srgbClr val="FF5A1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56" name="Google Shape;856;g409c8fc2ecc_0_157"/>
          <p:cNvSpPr txBox="1"/>
          <p:nvPr/>
        </p:nvSpPr>
        <p:spPr>
          <a:xfrm>
            <a:off x="2615184" y="1458468"/>
            <a:ext cx="256032" cy="2286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 sz="800" u="none" cap="none" strike="noStrike">
                <a:solidFill>
                  <a:srgbClr val="FFFFFF"/>
                </a:solidFill>
                <a:latin typeface="Plus Jakarta Sans Light"/>
                <a:ea typeface="Plus Jakarta Sans Light"/>
                <a:cs typeface="Plus Jakarta Sans Light"/>
                <a:sym typeface="Plus Jakarta Sans Light"/>
              </a:rPr>
              <a:t>02</a:t>
            </a:r>
            <a:endParaRPr/>
          </a:p>
        </p:txBody>
      </p:sp>
      <p:sp>
        <p:nvSpPr>
          <p:cNvPr id="857" name="Google Shape;857;g409c8fc2ecc_0_157"/>
          <p:cNvSpPr txBox="1"/>
          <p:nvPr/>
        </p:nvSpPr>
        <p:spPr>
          <a:xfrm>
            <a:off x="2615184" y="1856231"/>
            <a:ext cx="1572768" cy="448056"/>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1060" u="none" cap="none" strike="noStrike">
                <a:solidFill>
                  <a:srgbClr val="171242"/>
                </a:solidFill>
                <a:latin typeface="Plus Jakarta Sans"/>
                <a:ea typeface="Plus Jakarta Sans"/>
                <a:cs typeface="Plus Jakarta Sans"/>
                <a:sym typeface="Plus Jakarta Sans"/>
              </a:rPr>
              <a:t>TRADITIONAL ML + GEN AI</a:t>
            </a:r>
            <a:endParaRPr/>
          </a:p>
        </p:txBody>
      </p:sp>
      <p:sp>
        <p:nvSpPr>
          <p:cNvPr id="858" name="Google Shape;858;g409c8fc2ecc_0_157"/>
          <p:cNvSpPr txBox="1"/>
          <p:nvPr/>
        </p:nvSpPr>
        <p:spPr>
          <a:xfrm>
            <a:off x="2615184" y="2423160"/>
            <a:ext cx="1572768" cy="960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750" u="none" cap="none" strike="noStrike">
                <a:solidFill>
                  <a:srgbClr val="202136"/>
                </a:solidFill>
                <a:latin typeface="Plus Jakarta Sans Light"/>
                <a:ea typeface="Plus Jakarta Sans Light"/>
                <a:cs typeface="Plus Jakarta Sans Light"/>
                <a:sym typeface="Plus Jakarta Sans Light"/>
              </a:rPr>
              <a:t>GBM scores risk per requirement</a:t>
            </a:r>
            <a:endParaRPr/>
          </a:p>
          <a:p>
            <a:pPr indent="0" lvl="0" marL="0" marR="0" rtl="0" algn="l">
              <a:lnSpc>
                <a:spcPct val="120000"/>
              </a:lnSpc>
              <a:spcBef>
                <a:spcPts val="0"/>
              </a:spcBef>
              <a:spcAft>
                <a:spcPts val="0"/>
              </a:spcAft>
              <a:buNone/>
            </a:pPr>
            <a:r>
              <a:rPr b="0" i="0" lang="en" sz="750" u="none" cap="none" strike="noStrike">
                <a:solidFill>
                  <a:srgbClr val="202136"/>
                </a:solidFill>
                <a:latin typeface="Plus Jakarta Sans Light"/>
                <a:ea typeface="Plus Jakarta Sans Light"/>
                <a:cs typeface="Plus Jakarta Sans Light"/>
                <a:sym typeface="Plus Jakarta Sans Light"/>
              </a:rPr>
              <a:t>Agents explain model and engineering evidence</a:t>
            </a:r>
            <a:endParaRPr/>
          </a:p>
          <a:p>
            <a:pPr indent="0" lvl="0" marL="0" marR="0" rtl="0" algn="l">
              <a:lnSpc>
                <a:spcPct val="120000"/>
              </a:lnSpc>
              <a:spcBef>
                <a:spcPts val="0"/>
              </a:spcBef>
              <a:spcAft>
                <a:spcPts val="0"/>
              </a:spcAft>
              <a:buNone/>
            </a:pPr>
            <a:r>
              <a:rPr b="0" i="0" lang="en" sz="750" u="none" cap="none" strike="noStrike">
                <a:solidFill>
                  <a:srgbClr val="202136"/>
                </a:solidFill>
                <a:latin typeface="Plus Jakarta Sans Light"/>
                <a:ea typeface="Plus Jakarta Sans Light"/>
                <a:cs typeface="Plus Jakarta Sans Light"/>
                <a:sym typeface="Plus Jakarta Sans Light"/>
              </a:rPr>
              <a:t>The LLM is swappable and never changes decisions</a:t>
            </a:r>
            <a:endParaRPr/>
          </a:p>
        </p:txBody>
      </p:sp>
      <p:sp>
        <p:nvSpPr>
          <p:cNvPr id="859" name="Google Shape;859;g409c8fc2ecc_0_157"/>
          <p:cNvSpPr/>
          <p:nvPr/>
        </p:nvSpPr>
        <p:spPr>
          <a:xfrm>
            <a:off x="4526280" y="1216152"/>
            <a:ext cx="1874519" cy="2487168"/>
          </a:xfrm>
          <a:prstGeom prst="roundRect">
            <a:avLst>
              <a:gd fmla="val 16667" name="adj"/>
            </a:avLst>
          </a:prstGeom>
          <a:solidFill>
            <a:srgbClr val="FFFFFF"/>
          </a:solidFill>
          <a:ln cap="flat" cmpd="sng" w="10150">
            <a:solidFill>
              <a:srgbClr val="D8DC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0" name="Google Shape;860;g409c8fc2ecc_0_157"/>
          <p:cNvSpPr/>
          <p:nvPr/>
        </p:nvSpPr>
        <p:spPr>
          <a:xfrm>
            <a:off x="4672584" y="1453896"/>
            <a:ext cx="256032" cy="256032"/>
          </a:xfrm>
          <a:prstGeom prst="ellipse">
            <a:avLst/>
          </a:prstGeom>
          <a:solidFill>
            <a:srgbClr val="00A878"/>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1" name="Google Shape;861;g409c8fc2ecc_0_157"/>
          <p:cNvSpPr txBox="1"/>
          <p:nvPr/>
        </p:nvSpPr>
        <p:spPr>
          <a:xfrm>
            <a:off x="4672584" y="1458468"/>
            <a:ext cx="256032" cy="2286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 sz="800" u="none" cap="none" strike="noStrike">
                <a:solidFill>
                  <a:srgbClr val="FFFFFF"/>
                </a:solidFill>
                <a:latin typeface="Plus Jakarta Sans Light"/>
                <a:ea typeface="Plus Jakarta Sans Light"/>
                <a:cs typeface="Plus Jakarta Sans Light"/>
                <a:sym typeface="Plus Jakarta Sans Light"/>
              </a:rPr>
              <a:t>03</a:t>
            </a:r>
            <a:endParaRPr/>
          </a:p>
        </p:txBody>
      </p:sp>
      <p:sp>
        <p:nvSpPr>
          <p:cNvPr id="862" name="Google Shape;862;g409c8fc2ecc_0_157"/>
          <p:cNvSpPr txBox="1"/>
          <p:nvPr/>
        </p:nvSpPr>
        <p:spPr>
          <a:xfrm>
            <a:off x="4672584" y="1856231"/>
            <a:ext cx="1572768" cy="448056"/>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1060" u="none" cap="none" strike="noStrike">
                <a:solidFill>
                  <a:srgbClr val="171242"/>
                </a:solidFill>
                <a:latin typeface="Plus Jakarta Sans"/>
                <a:ea typeface="Plus Jakarta Sans"/>
                <a:cs typeface="Plus Jakarta Sans"/>
                <a:sym typeface="Plus Jakarta Sans"/>
              </a:rPr>
              <a:t>MULTIMODAL KNOWLEDGE INDEX</a:t>
            </a:r>
            <a:endParaRPr/>
          </a:p>
        </p:txBody>
      </p:sp>
      <p:sp>
        <p:nvSpPr>
          <p:cNvPr id="863" name="Google Shape;863;g409c8fc2ecc_0_157"/>
          <p:cNvSpPr txBox="1"/>
          <p:nvPr/>
        </p:nvSpPr>
        <p:spPr>
          <a:xfrm>
            <a:off x="4672584" y="2423160"/>
            <a:ext cx="1572768" cy="960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750" u="none" cap="none" strike="noStrike">
                <a:solidFill>
                  <a:srgbClr val="202136"/>
                </a:solidFill>
                <a:latin typeface="Plus Jakarta Sans Light"/>
                <a:ea typeface="Plus Jakarta Sans Light"/>
                <a:cs typeface="Plus Jakarta Sans Light"/>
                <a:sym typeface="Plus Jakarta Sans Light"/>
              </a:rPr>
              <a:t>Lance indexes text, images and reports</a:t>
            </a:r>
            <a:endParaRPr/>
          </a:p>
          <a:p>
            <a:pPr indent="0" lvl="0" marL="0" marR="0" rtl="0" algn="l">
              <a:lnSpc>
                <a:spcPct val="120000"/>
              </a:lnSpc>
              <a:spcBef>
                <a:spcPts val="0"/>
              </a:spcBef>
              <a:spcAft>
                <a:spcPts val="0"/>
              </a:spcAft>
              <a:buNone/>
            </a:pPr>
            <a:r>
              <a:rPr b="0" i="0" lang="en" sz="750" u="none" cap="none" strike="noStrike">
                <a:solidFill>
                  <a:srgbClr val="202136"/>
                </a:solidFill>
                <a:latin typeface="Plus Jakarta Sans Light"/>
                <a:ea typeface="Plus Jakarta Sans Light"/>
                <a:cs typeface="Plus Jakarta Sans Light"/>
                <a:sym typeface="Plus Jakarta Sans Light"/>
              </a:rPr>
              <a:t>Ontology links programs, requirements, tests and assets</a:t>
            </a:r>
            <a:endParaRPr/>
          </a:p>
          <a:p>
            <a:pPr indent="0" lvl="0" marL="0" marR="0" rtl="0" algn="l">
              <a:lnSpc>
                <a:spcPct val="120000"/>
              </a:lnSpc>
              <a:spcBef>
                <a:spcPts val="0"/>
              </a:spcBef>
              <a:spcAft>
                <a:spcPts val="0"/>
              </a:spcAft>
              <a:buNone/>
            </a:pPr>
            <a:r>
              <a:rPr b="0" i="0" lang="en" sz="750" u="none" cap="none" strike="noStrike">
                <a:solidFill>
                  <a:srgbClr val="202136"/>
                </a:solidFill>
                <a:latin typeface="Plus Jakarta Sans Light"/>
                <a:ea typeface="Plus Jakarta Sans Light"/>
                <a:cs typeface="Plus Jakarta Sans Light"/>
                <a:sym typeface="Plus Jakarta Sans Light"/>
              </a:rPr>
              <a:t>Past experience is searchable, citable and reusable</a:t>
            </a:r>
            <a:endParaRPr/>
          </a:p>
        </p:txBody>
      </p:sp>
      <p:sp>
        <p:nvSpPr>
          <p:cNvPr id="864" name="Google Shape;864;g409c8fc2ecc_0_157"/>
          <p:cNvSpPr/>
          <p:nvPr/>
        </p:nvSpPr>
        <p:spPr>
          <a:xfrm>
            <a:off x="6583680" y="1216152"/>
            <a:ext cx="1874519" cy="2487168"/>
          </a:xfrm>
          <a:prstGeom prst="roundRect">
            <a:avLst>
              <a:gd fmla="val 16667" name="adj"/>
            </a:avLst>
          </a:prstGeom>
          <a:solidFill>
            <a:srgbClr val="FFFFFF"/>
          </a:solidFill>
          <a:ln cap="flat" cmpd="sng" w="10150">
            <a:solidFill>
              <a:srgbClr val="D8DCE8"/>
            </a:solidFill>
            <a:prstDash val="solid"/>
            <a:round/>
            <a:headEnd len="sm" w="sm" type="none"/>
            <a:tailEnd len="sm" w="sm" type="none"/>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5" name="Google Shape;865;g409c8fc2ecc_0_157"/>
          <p:cNvSpPr/>
          <p:nvPr/>
        </p:nvSpPr>
        <p:spPr>
          <a:xfrm>
            <a:off x="6729984" y="1453896"/>
            <a:ext cx="256032" cy="256032"/>
          </a:xfrm>
          <a:prstGeom prst="ellipse">
            <a:avLst/>
          </a:prstGeom>
          <a:solidFill>
            <a:srgbClr val="171242"/>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66" name="Google Shape;866;g409c8fc2ecc_0_157"/>
          <p:cNvSpPr txBox="1"/>
          <p:nvPr/>
        </p:nvSpPr>
        <p:spPr>
          <a:xfrm>
            <a:off x="6729984" y="1458468"/>
            <a:ext cx="256032" cy="228600"/>
          </a:xfrm>
          <a:prstGeom prst="rect">
            <a:avLst/>
          </a:prstGeom>
          <a:noFill/>
          <a:ln>
            <a:noFill/>
          </a:ln>
        </p:spPr>
        <p:txBody>
          <a:bodyPr anchorCtr="0" anchor="ctr" bIns="0" lIns="0" spcFirstLastPara="1" rIns="0" wrap="square" tIns="0">
            <a:spAutoFit/>
          </a:bodyPr>
          <a:lstStyle/>
          <a:p>
            <a:pPr indent="0" lvl="0" marL="0" marR="0" rtl="0" algn="ctr">
              <a:lnSpc>
                <a:spcPct val="105000"/>
              </a:lnSpc>
              <a:spcBef>
                <a:spcPts val="0"/>
              </a:spcBef>
              <a:spcAft>
                <a:spcPts val="0"/>
              </a:spcAft>
              <a:buNone/>
            </a:pPr>
            <a:r>
              <a:rPr b="0" i="0" lang="en" sz="800" u="none" cap="none" strike="noStrike">
                <a:solidFill>
                  <a:srgbClr val="FFFFFF"/>
                </a:solidFill>
                <a:latin typeface="Plus Jakarta Sans Light"/>
                <a:ea typeface="Plus Jakarta Sans Light"/>
                <a:cs typeface="Plus Jakarta Sans Light"/>
                <a:sym typeface="Plus Jakarta Sans Light"/>
              </a:rPr>
              <a:t>04</a:t>
            </a:r>
            <a:endParaRPr/>
          </a:p>
        </p:txBody>
      </p:sp>
      <p:sp>
        <p:nvSpPr>
          <p:cNvPr id="867" name="Google Shape;867;g409c8fc2ecc_0_157"/>
          <p:cNvSpPr txBox="1"/>
          <p:nvPr/>
        </p:nvSpPr>
        <p:spPr>
          <a:xfrm>
            <a:off x="6729984" y="1856231"/>
            <a:ext cx="1572768" cy="448056"/>
          </a:xfrm>
          <a:prstGeom prst="rect">
            <a:avLst/>
          </a:prstGeom>
          <a:noFill/>
          <a:ln>
            <a:noFill/>
          </a:ln>
        </p:spPr>
        <p:txBody>
          <a:bodyPr anchorCtr="0" anchor="t" bIns="0" lIns="0" spcFirstLastPara="1" rIns="0" wrap="square" tIns="0">
            <a:spAutoFit/>
          </a:bodyPr>
          <a:lstStyle/>
          <a:p>
            <a:pPr indent="0" lvl="0" marL="0" marR="0" rtl="0" algn="l">
              <a:lnSpc>
                <a:spcPct val="105000"/>
              </a:lnSpc>
              <a:spcBef>
                <a:spcPts val="0"/>
              </a:spcBef>
              <a:spcAft>
                <a:spcPts val="0"/>
              </a:spcAft>
              <a:buNone/>
            </a:pPr>
            <a:r>
              <a:rPr b="0" i="0" lang="en" sz="1060" u="none" cap="none" strike="noStrike">
                <a:solidFill>
                  <a:srgbClr val="171242"/>
                </a:solidFill>
                <a:latin typeface="Plus Jakarta Sans"/>
                <a:ea typeface="Plus Jakarta Sans"/>
                <a:cs typeface="Plus Jakarta Sans"/>
                <a:sym typeface="Plus Jakarta Sans"/>
              </a:rPr>
              <a:t>AGENTIC COLLABORATION &amp; GOVERNANCE</a:t>
            </a:r>
            <a:endParaRPr/>
          </a:p>
        </p:txBody>
      </p:sp>
      <p:sp>
        <p:nvSpPr>
          <p:cNvPr id="868" name="Google Shape;868;g409c8fc2ecc_0_157"/>
          <p:cNvSpPr txBox="1"/>
          <p:nvPr/>
        </p:nvSpPr>
        <p:spPr>
          <a:xfrm>
            <a:off x="6729984" y="2423160"/>
            <a:ext cx="1572768" cy="9601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 sz="750" u="none" cap="none" strike="noStrike">
                <a:solidFill>
                  <a:srgbClr val="202136"/>
                </a:solidFill>
                <a:latin typeface="Plus Jakarta Sans Light"/>
                <a:ea typeface="Plus Jakarta Sans Light"/>
                <a:cs typeface="Plus Jakarta Sans Light"/>
                <a:sym typeface="Plus Jakarta Sans Light"/>
              </a:rPr>
              <a:t>5 specialist agents gather evidence in parallel</a:t>
            </a:r>
            <a:endParaRPr/>
          </a:p>
          <a:p>
            <a:pPr indent="0" lvl="0" marL="0" marR="0" rtl="0" algn="l">
              <a:lnSpc>
                <a:spcPct val="120000"/>
              </a:lnSpc>
              <a:spcBef>
                <a:spcPts val="0"/>
              </a:spcBef>
              <a:spcAft>
                <a:spcPts val="0"/>
              </a:spcAft>
              <a:buNone/>
            </a:pPr>
            <a:r>
              <a:rPr b="0" i="0" lang="en" sz="750" u="none" cap="none" strike="noStrike">
                <a:solidFill>
                  <a:srgbClr val="202136"/>
                </a:solidFill>
                <a:latin typeface="Plus Jakarta Sans Light"/>
                <a:ea typeface="Plus Jakarta Sans Light"/>
                <a:cs typeface="Plus Jakarta Sans Light"/>
                <a:sym typeface="Plus Jakarta Sans Light"/>
              </a:rPr>
              <a:t>SSE live flow + hashed evidence records</a:t>
            </a:r>
            <a:endParaRPr/>
          </a:p>
          <a:p>
            <a:pPr indent="0" lvl="0" marL="0" marR="0" rtl="0" algn="l">
              <a:lnSpc>
                <a:spcPct val="120000"/>
              </a:lnSpc>
              <a:spcBef>
                <a:spcPts val="0"/>
              </a:spcBef>
              <a:spcAft>
                <a:spcPts val="0"/>
              </a:spcAft>
              <a:buNone/>
            </a:pPr>
            <a:r>
              <a:rPr b="0" i="0" lang="en" sz="750" u="none" cap="none" strike="noStrike">
                <a:solidFill>
                  <a:srgbClr val="202136"/>
                </a:solidFill>
                <a:latin typeface="Plus Jakarta Sans Light"/>
                <a:ea typeface="Plus Jakarta Sans Light"/>
                <a:cs typeface="Plus Jakarta Sans Light"/>
                <a:sym typeface="Plus Jakarta Sans Light"/>
              </a:rPr>
              <a:t>Template fallback + human final decision</a:t>
            </a:r>
            <a:endParaRPr/>
          </a:p>
        </p:txBody>
      </p:sp>
      <p:sp>
        <p:nvSpPr>
          <p:cNvPr id="869" name="Google Shape;869;g409c8fc2ecc_0_157"/>
          <p:cNvSpPr txBox="1"/>
          <p:nvPr/>
        </p:nvSpPr>
        <p:spPr>
          <a:xfrm>
            <a:off x="530352" y="4517136"/>
            <a:ext cx="8065008" cy="201168"/>
          </a:xfrm>
          <a:prstGeom prst="rect">
            <a:avLst/>
          </a:prstGeom>
          <a:noFill/>
          <a:ln>
            <a:noFill/>
          </a:ln>
        </p:spPr>
        <p:txBody>
          <a:bodyPr anchorCtr="0" anchor="t" bIns="0" lIns="0" spcFirstLastPara="1" rIns="0" wrap="square" tIns="0">
            <a:spAutoFit/>
          </a:bodyPr>
          <a:lstStyle/>
          <a:p>
            <a:pPr indent="0" lvl="0" marL="0" marR="0" rtl="0" algn="ctr">
              <a:lnSpc>
                <a:spcPct val="105000"/>
              </a:lnSpc>
              <a:spcBef>
                <a:spcPts val="0"/>
              </a:spcBef>
              <a:spcAft>
                <a:spcPts val="0"/>
              </a:spcAft>
              <a:buNone/>
            </a:pPr>
            <a:r>
              <a:rPr b="0" i="0" lang="en" sz="760" u="none" cap="none" strike="noStrike">
                <a:solidFill>
                  <a:srgbClr val="FF5A1F"/>
                </a:solidFill>
                <a:latin typeface="Plus Jakarta Sans Light"/>
                <a:ea typeface="Plus Jakarta Sans Light"/>
                <a:cs typeface="Plus Jakarta Sans Light"/>
                <a:sym typeface="Plus Jakarta Sans Light"/>
              </a:rPr>
              <a:t>Production path: replace synthetic data with enterprise sources and the production model registry; retain the API, agent workflow and frontend experience.</a:t>
            </a:r>
            <a:endParaRPr/>
          </a:p>
        </p:txBody>
      </p:sp>
      <p:sp>
        <p:nvSpPr>
          <p:cNvPr id="870" name="Google Shape;870;g409c8fc2ecc_0_157"/>
          <p:cNvSpPr/>
          <p:nvPr/>
        </p:nvSpPr>
        <p:spPr>
          <a:xfrm>
            <a:off x="0" y="5065776"/>
            <a:ext cx="9144000" cy="73152"/>
          </a:xfrm>
          <a:prstGeom prst="rect">
            <a:avLst/>
          </a:prstGeom>
          <a:solidFill>
            <a:srgbClr val="FF5A1F"/>
          </a:solidFill>
          <a:ln>
            <a:noFill/>
          </a:ln>
          <a:effectLst>
            <a:outerShdw blurRad="40000" rotWithShape="0" dir="5400000" dist="23000">
              <a:srgbClr val="000000">
                <a:alpha val="34902"/>
              </a:srgbClr>
            </a:outerShdw>
          </a:effectLst>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mage.png" id="871" name="Google Shape;871;g409c8fc2ecc_0_157"/>
          <p:cNvPicPr preferRelativeResize="0"/>
          <p:nvPr/>
        </p:nvPicPr>
        <p:blipFill rotWithShape="1">
          <a:blip r:embed="rId3">
            <a:alphaModFix/>
          </a:blip>
          <a:srcRect b="0" l="0" r="0" t="0"/>
          <a:stretch/>
        </p:blipFill>
        <p:spPr>
          <a:xfrm>
            <a:off x="7562088" y="4754880"/>
            <a:ext cx="1115568" cy="14002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loudera Brand Theme">
  <a:themeElements>
    <a:clrScheme name="Cloudera Brand Template ">
      <a:dk1>
        <a:srgbClr val="100045"/>
      </a:dk1>
      <a:lt1>
        <a:srgbClr val="FFFFFF"/>
      </a:lt1>
      <a:dk2>
        <a:srgbClr val="A8AFB9"/>
      </a:dk2>
      <a:lt2>
        <a:srgbClr val="FFFFFF"/>
      </a:lt2>
      <a:accent1>
        <a:srgbClr val="FF550C"/>
      </a:accent1>
      <a:accent2>
        <a:srgbClr val="5555F9"/>
      </a:accent2>
      <a:accent3>
        <a:srgbClr val="110046"/>
      </a:accent3>
      <a:accent4>
        <a:srgbClr val="5555F9"/>
      </a:accent4>
      <a:accent5>
        <a:srgbClr val="FE773C"/>
      </a:accent5>
      <a:accent6>
        <a:srgbClr val="FE8756"/>
      </a:accent6>
      <a:hlink>
        <a:srgbClr val="8789FB"/>
      </a:hlink>
      <a:folHlink>
        <a:srgbClr val="2617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loudera Brand Theme">
  <a:themeElements>
    <a:clrScheme name="Cloudera Brand Template ">
      <a:dk1>
        <a:srgbClr val="100045"/>
      </a:dk1>
      <a:lt1>
        <a:srgbClr val="FFFFFF"/>
      </a:lt1>
      <a:dk2>
        <a:srgbClr val="A8AFB9"/>
      </a:dk2>
      <a:lt2>
        <a:srgbClr val="FFFFFF"/>
      </a:lt2>
      <a:accent1>
        <a:srgbClr val="FF550C"/>
      </a:accent1>
      <a:accent2>
        <a:srgbClr val="5555F9"/>
      </a:accent2>
      <a:accent3>
        <a:srgbClr val="110046"/>
      </a:accent3>
      <a:accent4>
        <a:srgbClr val="5555F9"/>
      </a:accent4>
      <a:accent5>
        <a:srgbClr val="FE773C"/>
      </a:accent5>
      <a:accent6>
        <a:srgbClr val="FE8756"/>
      </a:accent6>
      <a:hlink>
        <a:srgbClr val="8789FB"/>
      </a:hlink>
      <a:folHlink>
        <a:srgbClr val="26177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