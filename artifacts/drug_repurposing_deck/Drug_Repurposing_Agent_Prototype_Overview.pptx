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76078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Drug Repurposing Discovery | Prototype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7607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 compact agentic prototype that connects a repurposing question to explicit graph evidence and an AI-generated scientific report.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" y="1170432"/>
            <a:ext cx="8065008" cy="548640"/>
          </a:xfrm>
          <a:prstGeom prst="roundRect">
            <a:avLst/>
          </a:prstGeom>
          <a:solidFill>
            <a:srgbClr val="171242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EB8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SHOWCASE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6816" y="1234440"/>
            <a:ext cx="42519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Could Semaglutide treat Obesity?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3408" y="1307592"/>
            <a:ext cx="1554480" cy="246888"/>
          </a:xfrm>
          <a:prstGeom prst="roundRect">
            <a:avLst/>
          </a:prstGeom>
          <a:solidFill>
            <a:srgbClr val="3A316E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314907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VALIDATION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01952"/>
            <a:ext cx="2487168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901952"/>
            <a:ext cx="2487168" cy="64008"/>
          </a:xfrm>
          <a:prstGeom prst="rect">
            <a:avLst/>
          </a:prstGeom>
          <a:solidFill>
            <a:srgbClr val="5B50F6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" y="2103120"/>
            <a:ext cx="256032" cy="256032"/>
          </a:xfrm>
          <a:prstGeom prst="ellipse">
            <a:avLst/>
          </a:prstGeom>
          <a:solidFill>
            <a:srgbClr val="5B50F6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06777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162556"/>
            <a:ext cx="15727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50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420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Seeded knowledge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054096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24 entities · 32 directed relationships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Five knowledge-source domains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Optional publication triplet 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901952"/>
            <a:ext cx="2487168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901952"/>
            <a:ext cx="2487168" cy="64008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2" y="2103120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2106777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162556"/>
            <a:ext cx="15727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5420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Deterministic path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054096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Fixed showcase entity pair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BFS evaluates four candidate paths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Confidence, hidden links + formula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1888" y="1901952"/>
            <a:ext cx="2487168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888" y="1901952"/>
            <a:ext cx="2487168" cy="64008"/>
          </a:xfrm>
          <a:prstGeom prst="rect">
            <a:avLst/>
          </a:prstGeom>
          <a:solidFill>
            <a:srgbClr val="00A878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79" y="2103120"/>
            <a:ext cx="256032" cy="256032"/>
          </a:xfrm>
          <a:prstGeom prst="ellipse">
            <a:avLst/>
          </a:prstGeom>
          <a:solidFill>
            <a:srgbClr val="00A878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2106777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2162556"/>
            <a:ext cx="15727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00A87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5420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Grounded discovery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054096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Highlighted mechanism path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Hypothesis, safety rationale + significance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Risks, next steps + SSE activity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17520" y="2944368"/>
            <a:ext cx="182880" cy="0"/>
          </a:xfrm>
          <a:prstGeom prst="line">
            <a:avLst/>
          </a:prstGeom>
          <a:ln w="25400">
            <a:solidFill>
              <a:srgbClr val="FF5A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33288" y="2944368"/>
            <a:ext cx="182880" cy="0"/>
          </a:xfrm>
          <a:prstGeom prst="line">
            <a:avLst/>
          </a:prstGeom>
          <a:ln w="25400">
            <a:solidFill>
              <a:srgbClr val="00A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0352" y="4224528"/>
            <a:ext cx="8065008" cy="347472"/>
          </a:xfrm>
          <a:prstGeom prst="roundRect">
            <a:avLst/>
          </a:prstGeom>
          <a:solidFill>
            <a:srgbClr val="F6F7FB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315968"/>
            <a:ext cx="7699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 tools select the path and compute the numeric scores; Claude interprets that evidence for people.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©2026 Cloudera, Inc. All Rights Reserved.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76078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| Graph Evidence Grounds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7607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The implemented path is small and inspectable: JSON evidence, deterministic graph analytics, one Claude agent, and a React discovery experience.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1133856"/>
            <a:ext cx="1353312" cy="246888"/>
          </a:xfrm>
          <a:prstGeom prst="roundRect">
            <a:avLst/>
          </a:prstGeom>
          <a:solidFill>
            <a:srgbClr val="EEECF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41171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50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133856"/>
            <a:ext cx="2148840" cy="246888"/>
          </a:xfrm>
          <a:prstGeom prst="roundRect">
            <a:avLst/>
          </a:prstGeom>
          <a:solidFill>
            <a:srgbClr val="FFF1EB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141171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33856"/>
            <a:ext cx="1700784" cy="246888"/>
          </a:xfrm>
          <a:prstGeom prst="roundRect">
            <a:avLst/>
          </a:prstGeom>
          <a:solidFill>
            <a:srgbClr val="EEECF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141171"/>
            <a:ext cx="17007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50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DISCOVERY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4848" y="1133856"/>
            <a:ext cx="1938528" cy="246888"/>
          </a:xfrm>
          <a:prstGeom prst="roundRect">
            <a:avLst/>
          </a:prstGeom>
          <a:solidFill>
            <a:srgbClr val="E8F7F2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141171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00A87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572768"/>
            <a:ext cx="1353312" cy="2157984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792224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39696"/>
            <a:ext cx="9875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B50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Semaglutide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B50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Obesity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" y="2898648"/>
            <a:ext cx="10058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990088"/>
            <a:ext cx="859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seed_graph.json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24 nodes · 32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1572768"/>
            <a:ext cx="2148840" cy="2157984"/>
          </a:xfrm>
          <a:prstGeom prst="roundRect">
            <a:avLst/>
          </a:prstGeom>
          <a:solidFill>
            <a:srgbClr val="FFF1EB"/>
          </a:solidFill>
          <a:ln w="10160">
            <a:solidFill>
              <a:srgbClr val="FF5A1F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04288" y="1792224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1795881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4" y="1796795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Directed BFS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0904" y="200253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Find simple paths, max depth 10</a:t>
            </a:r>
          </a:p>
        </p:txBody>
      </p:sp>
      <p:sp>
        <p:nvSpPr>
          <p:cNvPr id="23" name="Oval 22"/>
          <p:cNvSpPr/>
          <p:nvPr/>
        </p:nvSpPr>
        <p:spPr>
          <a:xfrm>
            <a:off x="2304288" y="2359152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04288" y="2362809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236372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Rank candidates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4" y="2569464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Average confidence, then path length</a:t>
            </a:r>
          </a:p>
        </p:txBody>
      </p:sp>
      <p:sp>
        <p:nvSpPr>
          <p:cNvPr id="27" name="Oval 26"/>
          <p:cNvSpPr/>
          <p:nvPr/>
        </p:nvSpPr>
        <p:spPr>
          <a:xfrm>
            <a:off x="2304288" y="2926080"/>
            <a:ext cx="256032" cy="256032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4288" y="2929737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0904" y="293065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0904" y="313639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Hidden-link count + opportunity score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86584" y="3346704"/>
            <a:ext cx="1581912" cy="2468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3354019"/>
            <a:ext cx="15819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PATH → STRUCTURED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1572768"/>
            <a:ext cx="1700784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50F6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1810512"/>
            <a:ext cx="1335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Claude Sonnet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194560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50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 + path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2542032"/>
            <a:ext cx="1335024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Hypothesis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Mechanism explanation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Safety rationale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Knowledge fragmentation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Risks + next steps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84848" y="1572768"/>
            <a:ext cx="1938528" cy="2157984"/>
          </a:xfrm>
          <a:prstGeom prst="roundRect">
            <a:avLst/>
          </a:prstGeom>
          <a:solidFill>
            <a:srgbClr val="E8F7F2"/>
          </a:solidFill>
          <a:ln w="10160">
            <a:solidFill>
              <a:srgbClr val="00A87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1810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Flask + SSE + React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222199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00A87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activity feed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2578608"/>
            <a:ext cx="15727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Force-directed graph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Highlighted evidence path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Structured discovery report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13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Clinical validation warning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73936" y="2651760"/>
            <a:ext cx="283464" cy="0"/>
          </a:xfrm>
          <a:prstGeom prst="line">
            <a:avLst/>
          </a:prstGeom>
          <a:ln w="254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88536" y="2651760"/>
            <a:ext cx="329184" cy="0"/>
          </a:xfrm>
          <a:prstGeom prst="line">
            <a:avLst/>
          </a:prstGeom>
          <a:ln w="2540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0800" y="2651760"/>
            <a:ext cx="338328" cy="0"/>
          </a:xfrm>
          <a:prstGeom prst="line">
            <a:avLst/>
          </a:prstGeom>
          <a:ln w="25400">
            <a:solidFill>
              <a:srgbClr val="00A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0352" y="4041648"/>
            <a:ext cx="8065008" cy="475488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187952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0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OPTIONAL PUBLICATION PATH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4169663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TXT / decoded text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236976" y="4261104"/>
            <a:ext cx="438911" cy="0"/>
          </a:xfrm>
          <a:prstGeom prst="line">
            <a:avLst/>
          </a:prstGeom>
          <a:ln w="12700">
            <a:solidFill>
              <a:srgbClr val="66708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739896" y="4169663"/>
            <a:ext cx="1353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Claude triplet extraction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138928" y="4261104"/>
            <a:ext cx="438912" cy="0"/>
          </a:xfrm>
          <a:prstGeom prst="line">
            <a:avLst/>
          </a:prstGeom>
          <a:ln w="12700">
            <a:solidFill>
              <a:srgbClr val="66708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50992" y="4169663"/>
            <a:ext cx="22951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Preview in UI · no graph write-back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©2026 Cloudera, Inc. All Rights Reserved.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76078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Discovery Path | From Semaglutide to Obesity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7607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50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The selected route is the highest-confidence of four candidates; one cross-domain connection is explicitly flagged as hidden knowledge.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0"/>
            <a:ext cx="841248" cy="17813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316736"/>
            <a:ext cx="1463040" cy="438912"/>
          </a:xfrm>
          <a:prstGeom prst="roundRect">
            <a:avLst/>
          </a:prstGeom>
          <a:solidFill>
            <a:srgbClr val="EEECFF"/>
          </a:solidFill>
          <a:ln w="10160">
            <a:solidFill>
              <a:srgbClr val="5B50F6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3990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Semaglutide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9968" y="1316736"/>
            <a:ext cx="1463040" cy="43891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5B50F6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3990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GLP-1 Receptor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1316736"/>
            <a:ext cx="1463040" cy="438912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3990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Hypothalamus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6944" y="1316736"/>
            <a:ext cx="1463040" cy="438912"/>
          </a:xfrm>
          <a:prstGeom prst="roundRect">
            <a:avLst/>
          </a:prstGeom>
          <a:solidFill>
            <a:srgbClr val="F6F7FB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13990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Arcuate Nucleus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5432" y="1316736"/>
            <a:ext cx="1463040" cy="438912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E88B20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58584" y="1399032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NPY Neurons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74520" y="1536192"/>
            <a:ext cx="118872" cy="0"/>
          </a:xfrm>
          <a:prstGeom prst="line">
            <a:avLst/>
          </a:prstGeom>
          <a:ln w="2032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93008" y="1536192"/>
            <a:ext cx="118872" cy="0"/>
          </a:xfrm>
          <a:prstGeom prst="line">
            <a:avLst/>
          </a:prstGeom>
          <a:ln w="20320">
            <a:solidFill>
              <a:srgbClr val="FF5A1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11496" y="1536192"/>
            <a:ext cx="118872" cy="0"/>
          </a:xfrm>
          <a:prstGeom prst="line">
            <a:avLst/>
          </a:prstGeom>
          <a:ln w="2032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9983" y="1536192"/>
            <a:ext cx="118873" cy="0"/>
          </a:xfrm>
          <a:prstGeom prst="line">
            <a:avLst/>
          </a:prstGeom>
          <a:ln w="2032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52928" y="1746504"/>
            <a:ext cx="585216" cy="246888"/>
          </a:xfrm>
          <a:prstGeom prst="roundRect">
            <a:avLst/>
          </a:prstGeom>
          <a:solidFill>
            <a:srgbClr val="FFF1EB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1753819"/>
            <a:ext cx="5852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HIDDEN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6952" y="1783080"/>
            <a:ext cx="0" cy="320040"/>
          </a:xfrm>
          <a:prstGeom prst="line">
            <a:avLst/>
          </a:prstGeom>
          <a:ln w="2032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85432" y="2139696"/>
            <a:ext cx="1463040" cy="438912"/>
          </a:xfrm>
          <a:prstGeom prst="roundRect">
            <a:avLst/>
          </a:prstGeom>
          <a:solidFill>
            <a:srgbClr val="E8F7F2"/>
          </a:solidFill>
          <a:ln w="10160">
            <a:solidFill>
              <a:srgbClr val="00A87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222199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Food Intake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139696"/>
            <a:ext cx="1463040" cy="438912"/>
          </a:xfrm>
          <a:prstGeom prst="roundRect">
            <a:avLst/>
          </a:prstGeom>
          <a:solidFill>
            <a:srgbClr val="FFF1EB"/>
          </a:solidFill>
          <a:ln w="10160">
            <a:solidFill>
              <a:srgbClr val="FF5A1F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22199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 Homeostasis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72968" y="2139696"/>
            <a:ext cx="1463040" cy="438912"/>
          </a:xfrm>
          <a:prstGeom prst="roundRect">
            <a:avLst/>
          </a:prstGeom>
          <a:solidFill>
            <a:srgbClr val="E8F7F2"/>
          </a:solidFill>
          <a:ln w="10160">
            <a:solidFill>
              <a:srgbClr val="00A87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222199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Body Weight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6736" y="2139696"/>
            <a:ext cx="1463040" cy="438912"/>
          </a:xfrm>
          <a:prstGeom prst="roundRect">
            <a:avLst/>
          </a:prstGeom>
          <a:solidFill>
            <a:srgbClr val="171242"/>
          </a:solidFill>
          <a:ln w="10160">
            <a:solidFill>
              <a:srgbClr val="171242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9888" y="222199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Obesity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492240" y="2359152"/>
            <a:ext cx="356616" cy="0"/>
          </a:xfrm>
          <a:prstGeom prst="line">
            <a:avLst/>
          </a:prstGeom>
          <a:ln w="2032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636008" y="2359152"/>
            <a:ext cx="356616" cy="0"/>
          </a:xfrm>
          <a:prstGeom prst="line">
            <a:avLst/>
          </a:prstGeom>
          <a:ln w="2032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779776" y="2359152"/>
            <a:ext cx="356616" cy="0"/>
          </a:xfrm>
          <a:prstGeom prst="line">
            <a:avLst/>
          </a:prstGeom>
          <a:ln w="20320">
            <a:solidFill>
              <a:srgbClr val="5B50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352" y="2670048"/>
            <a:ext cx="80650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B50F6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agonizes  →  expressed_in [hidden]  →  contains  →  contains  →  enhances  →  affects  →  determines  →  diagnostic_for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2907792"/>
            <a:ext cx="1453896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3" y="3017520"/>
            <a:ext cx="13075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3" y="3282696"/>
            <a:ext cx="1307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candidate paths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2907792"/>
            <a:ext cx="1453896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1992" y="3017520"/>
            <a:ext cx="13075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1992" y="3282696"/>
            <a:ext cx="1307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edges selected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67328" y="2907792"/>
            <a:ext cx="1453896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0" y="3017520"/>
            <a:ext cx="13075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93.6%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282696"/>
            <a:ext cx="1307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avg. edge confidence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85816" y="2907792"/>
            <a:ext cx="1453896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58968" y="3017520"/>
            <a:ext cx="13075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58968" y="3282696"/>
            <a:ext cx="1307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hidden connection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04304" y="2907792"/>
            <a:ext cx="1453896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CE8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3017520"/>
            <a:ext cx="13075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0.77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77456" y="3282696"/>
            <a:ext cx="1307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opportunity score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" y="3813048"/>
            <a:ext cx="3858768" cy="630936"/>
          </a:xfrm>
          <a:prstGeom prst="roundRect">
            <a:avLst/>
          </a:prstGeom>
          <a:solidFill>
            <a:srgbClr val="FFF1EB"/>
          </a:solidFill>
          <a:ln w="10160">
            <a:solidFill>
              <a:srgbClr val="FF5A1F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941063"/>
            <a:ext cx="12618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DETERMINISTIC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4169663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path + confidence + hidden-link count + score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36592" y="3813048"/>
            <a:ext cx="3858768" cy="630936"/>
          </a:xfrm>
          <a:prstGeom prst="roundRect">
            <a:avLst/>
          </a:prstGeom>
          <a:solidFill>
            <a:srgbClr val="EEECFF"/>
          </a:solidFill>
          <a:ln w="10160">
            <a:solidFill>
              <a:srgbClr val="5B50F6"/>
            </a:solidFill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19472" y="3941063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B50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CLAUDE SYNTHESIS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9472" y="4169663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712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Hypothesis + mechanism + safety + risks + next steps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4553712"/>
            <a:ext cx="806500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67085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Current boundary: fixed entity pair · seeded in-memory JSON · Claude API required · no publication write-back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76200" dist="38100" dir="81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475488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A6A6B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©2026 Cloudera, Inc. All Rights Reserved.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4754880"/>
            <a:ext cx="1115568" cy="1400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